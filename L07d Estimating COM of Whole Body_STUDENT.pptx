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5"/>
  </p:notesMasterIdLst>
  <p:sldIdLst>
    <p:sldId id="292" r:id="rId3"/>
    <p:sldId id="617" r:id="rId4"/>
    <p:sldId id="596" r:id="rId5"/>
    <p:sldId id="614" r:id="rId6"/>
    <p:sldId id="591" r:id="rId7"/>
    <p:sldId id="615" r:id="rId8"/>
    <p:sldId id="592" r:id="rId9"/>
    <p:sldId id="594" r:id="rId10"/>
    <p:sldId id="599" r:id="rId11"/>
    <p:sldId id="600" r:id="rId12"/>
    <p:sldId id="601" r:id="rId13"/>
    <p:sldId id="616" r:id="rId14"/>
    <p:sldId id="597" r:id="rId15"/>
    <p:sldId id="602" r:id="rId16"/>
    <p:sldId id="606" r:id="rId17"/>
    <p:sldId id="605" r:id="rId18"/>
    <p:sldId id="608" r:id="rId19"/>
    <p:sldId id="618" r:id="rId20"/>
    <p:sldId id="595" r:id="rId21"/>
    <p:sldId id="610" r:id="rId22"/>
    <p:sldId id="611" r:id="rId23"/>
    <p:sldId id="61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50" autoAdjust="0"/>
    <p:restoredTop sz="77044"/>
  </p:normalViewPr>
  <p:slideViewPr>
    <p:cSldViewPr snapToGrid="0">
      <p:cViewPr varScale="1">
        <p:scale>
          <a:sx n="78" d="100"/>
          <a:sy n="78" d="100"/>
        </p:scale>
        <p:origin x="1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livecoventryac-my.sharepoint.com/personal/ae2443_coventry_ac_uk/Documents/Teaching/4034SPO%20Biomech%20for%20Sp&amp;Ex%20Ther/24-25/New%20folder/Week%2003%20Linear%20Kinetics/Tutorial/Keavy%20CMJ1_data%20-%20Cop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110048345264373E-2"/>
          <c:y val="1.2278058104231217E-2"/>
          <c:w val="0.92103401319982781"/>
          <c:h val="0.91683131579841348"/>
        </c:manualLayout>
      </c:layout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'Keavy CMJ1'!$A$2:$A$2501</c:f>
              <c:numCache>
                <c:formatCode>General</c:formatCode>
                <c:ptCount val="2500"/>
                <c:pt idx="0">
                  <c:v>0</c:v>
                </c:pt>
                <c:pt idx="1">
                  <c:v>1E-3</c:v>
                </c:pt>
                <c:pt idx="2">
                  <c:v>2E-3</c:v>
                </c:pt>
                <c:pt idx="3">
                  <c:v>3.0000000000000001E-3</c:v>
                </c:pt>
                <c:pt idx="4">
                  <c:v>4.0000000000000001E-3</c:v>
                </c:pt>
                <c:pt idx="5">
                  <c:v>5.0000000000000001E-3</c:v>
                </c:pt>
                <c:pt idx="6">
                  <c:v>6.0000000000000001E-3</c:v>
                </c:pt>
                <c:pt idx="7">
                  <c:v>7.0000000000000001E-3</c:v>
                </c:pt>
                <c:pt idx="8">
                  <c:v>8.0000000000000002E-3</c:v>
                </c:pt>
                <c:pt idx="9">
                  <c:v>8.9999999999999993E-3</c:v>
                </c:pt>
                <c:pt idx="10">
                  <c:v>0.01</c:v>
                </c:pt>
                <c:pt idx="11">
                  <c:v>1.0999999999999999E-2</c:v>
                </c:pt>
                <c:pt idx="12">
                  <c:v>1.2E-2</c:v>
                </c:pt>
                <c:pt idx="13">
                  <c:v>1.2999999999999999E-2</c:v>
                </c:pt>
                <c:pt idx="14">
                  <c:v>1.4E-2</c:v>
                </c:pt>
                <c:pt idx="15">
                  <c:v>1.4999999999999999E-2</c:v>
                </c:pt>
                <c:pt idx="16">
                  <c:v>1.6E-2</c:v>
                </c:pt>
                <c:pt idx="17">
                  <c:v>1.7000000000000001E-2</c:v>
                </c:pt>
                <c:pt idx="18">
                  <c:v>1.7999999999999999E-2</c:v>
                </c:pt>
                <c:pt idx="19">
                  <c:v>1.9E-2</c:v>
                </c:pt>
                <c:pt idx="20">
                  <c:v>0.02</c:v>
                </c:pt>
                <c:pt idx="21">
                  <c:v>2.1000000000000001E-2</c:v>
                </c:pt>
                <c:pt idx="22">
                  <c:v>2.1999999999999999E-2</c:v>
                </c:pt>
                <c:pt idx="23">
                  <c:v>2.3E-2</c:v>
                </c:pt>
                <c:pt idx="24">
                  <c:v>2.4E-2</c:v>
                </c:pt>
                <c:pt idx="25">
                  <c:v>2.5000000000000001E-2</c:v>
                </c:pt>
                <c:pt idx="26">
                  <c:v>2.5999999999999999E-2</c:v>
                </c:pt>
                <c:pt idx="27">
                  <c:v>2.7E-2</c:v>
                </c:pt>
                <c:pt idx="28">
                  <c:v>2.8000000000000001E-2</c:v>
                </c:pt>
                <c:pt idx="29">
                  <c:v>2.9000000000000001E-2</c:v>
                </c:pt>
                <c:pt idx="30">
                  <c:v>0.03</c:v>
                </c:pt>
                <c:pt idx="31">
                  <c:v>3.1E-2</c:v>
                </c:pt>
                <c:pt idx="32">
                  <c:v>3.2000000000000001E-2</c:v>
                </c:pt>
                <c:pt idx="33">
                  <c:v>3.3000000000000002E-2</c:v>
                </c:pt>
                <c:pt idx="34">
                  <c:v>3.4000000000000002E-2</c:v>
                </c:pt>
                <c:pt idx="35">
                  <c:v>3.5000000000000003E-2</c:v>
                </c:pt>
                <c:pt idx="36">
                  <c:v>3.5999999999999997E-2</c:v>
                </c:pt>
                <c:pt idx="37">
                  <c:v>3.6999999999999998E-2</c:v>
                </c:pt>
                <c:pt idx="38">
                  <c:v>3.7999999999999999E-2</c:v>
                </c:pt>
                <c:pt idx="39">
                  <c:v>3.9E-2</c:v>
                </c:pt>
                <c:pt idx="40">
                  <c:v>0.04</c:v>
                </c:pt>
                <c:pt idx="41">
                  <c:v>4.1000000000000002E-2</c:v>
                </c:pt>
                <c:pt idx="42">
                  <c:v>4.2000000000000003E-2</c:v>
                </c:pt>
                <c:pt idx="43">
                  <c:v>4.2999999999999997E-2</c:v>
                </c:pt>
                <c:pt idx="44">
                  <c:v>4.3999999999999997E-2</c:v>
                </c:pt>
                <c:pt idx="45">
                  <c:v>4.4999999999999998E-2</c:v>
                </c:pt>
                <c:pt idx="46">
                  <c:v>4.5999999999999999E-2</c:v>
                </c:pt>
                <c:pt idx="47">
                  <c:v>4.7E-2</c:v>
                </c:pt>
                <c:pt idx="48">
                  <c:v>4.8000000000000001E-2</c:v>
                </c:pt>
                <c:pt idx="49">
                  <c:v>4.9000000000000002E-2</c:v>
                </c:pt>
                <c:pt idx="50">
                  <c:v>0.05</c:v>
                </c:pt>
                <c:pt idx="51">
                  <c:v>5.0999999999999997E-2</c:v>
                </c:pt>
                <c:pt idx="52">
                  <c:v>5.1999999999999998E-2</c:v>
                </c:pt>
                <c:pt idx="53">
                  <c:v>5.2999999999999999E-2</c:v>
                </c:pt>
                <c:pt idx="54">
                  <c:v>5.3999999999999999E-2</c:v>
                </c:pt>
                <c:pt idx="55">
                  <c:v>5.5E-2</c:v>
                </c:pt>
                <c:pt idx="56">
                  <c:v>5.6000000000000001E-2</c:v>
                </c:pt>
                <c:pt idx="57">
                  <c:v>5.7000000000000002E-2</c:v>
                </c:pt>
                <c:pt idx="58">
                  <c:v>5.8000000000000003E-2</c:v>
                </c:pt>
                <c:pt idx="59">
                  <c:v>5.8999999999999997E-2</c:v>
                </c:pt>
                <c:pt idx="60">
                  <c:v>0.06</c:v>
                </c:pt>
                <c:pt idx="61">
                  <c:v>6.0999999999999999E-2</c:v>
                </c:pt>
                <c:pt idx="62">
                  <c:v>6.2E-2</c:v>
                </c:pt>
                <c:pt idx="63">
                  <c:v>6.3E-2</c:v>
                </c:pt>
                <c:pt idx="64">
                  <c:v>6.4000000000000001E-2</c:v>
                </c:pt>
                <c:pt idx="65">
                  <c:v>6.5000000000000002E-2</c:v>
                </c:pt>
                <c:pt idx="66">
                  <c:v>6.6000000000000003E-2</c:v>
                </c:pt>
                <c:pt idx="67">
                  <c:v>6.7000000000000004E-2</c:v>
                </c:pt>
                <c:pt idx="68">
                  <c:v>6.8000000000000005E-2</c:v>
                </c:pt>
                <c:pt idx="69">
                  <c:v>6.9000000000000006E-2</c:v>
                </c:pt>
                <c:pt idx="70">
                  <c:v>7.0000000000000007E-2</c:v>
                </c:pt>
                <c:pt idx="71">
                  <c:v>7.0999999999999994E-2</c:v>
                </c:pt>
                <c:pt idx="72">
                  <c:v>7.1999999999999995E-2</c:v>
                </c:pt>
                <c:pt idx="73">
                  <c:v>7.2999999999999995E-2</c:v>
                </c:pt>
                <c:pt idx="74">
                  <c:v>7.3999999999999996E-2</c:v>
                </c:pt>
                <c:pt idx="75">
                  <c:v>7.4999999999999997E-2</c:v>
                </c:pt>
                <c:pt idx="76">
                  <c:v>7.5999999999999998E-2</c:v>
                </c:pt>
                <c:pt idx="77">
                  <c:v>7.6999999999999999E-2</c:v>
                </c:pt>
                <c:pt idx="78">
                  <c:v>7.8E-2</c:v>
                </c:pt>
                <c:pt idx="79">
                  <c:v>7.9000000000000001E-2</c:v>
                </c:pt>
                <c:pt idx="80">
                  <c:v>0.08</c:v>
                </c:pt>
                <c:pt idx="81">
                  <c:v>8.1000000000000003E-2</c:v>
                </c:pt>
                <c:pt idx="82">
                  <c:v>8.2000000000000003E-2</c:v>
                </c:pt>
                <c:pt idx="83">
                  <c:v>8.3000000000000004E-2</c:v>
                </c:pt>
                <c:pt idx="84">
                  <c:v>8.4000000000000005E-2</c:v>
                </c:pt>
                <c:pt idx="85">
                  <c:v>8.5000000000000006E-2</c:v>
                </c:pt>
                <c:pt idx="86">
                  <c:v>8.5999999999999993E-2</c:v>
                </c:pt>
                <c:pt idx="87">
                  <c:v>8.6999999999999994E-2</c:v>
                </c:pt>
                <c:pt idx="88">
                  <c:v>8.7999999999999995E-2</c:v>
                </c:pt>
                <c:pt idx="89">
                  <c:v>8.8999999999999996E-2</c:v>
                </c:pt>
                <c:pt idx="90">
                  <c:v>0.09</c:v>
                </c:pt>
                <c:pt idx="91">
                  <c:v>9.0999999999999998E-2</c:v>
                </c:pt>
                <c:pt idx="92">
                  <c:v>9.1999999999999998E-2</c:v>
                </c:pt>
                <c:pt idx="93">
                  <c:v>9.2999999999999999E-2</c:v>
                </c:pt>
                <c:pt idx="94">
                  <c:v>9.4E-2</c:v>
                </c:pt>
                <c:pt idx="95">
                  <c:v>9.5000000000000001E-2</c:v>
                </c:pt>
                <c:pt idx="96">
                  <c:v>9.6000000000000002E-2</c:v>
                </c:pt>
                <c:pt idx="97">
                  <c:v>9.7000000000000003E-2</c:v>
                </c:pt>
                <c:pt idx="98">
                  <c:v>9.8000000000000004E-2</c:v>
                </c:pt>
                <c:pt idx="99">
                  <c:v>9.9000000000000005E-2</c:v>
                </c:pt>
                <c:pt idx="100">
                  <c:v>0.1</c:v>
                </c:pt>
                <c:pt idx="101">
                  <c:v>0.10100000000000001</c:v>
                </c:pt>
                <c:pt idx="102">
                  <c:v>0.10199999999999999</c:v>
                </c:pt>
                <c:pt idx="103">
                  <c:v>0.10299999999999999</c:v>
                </c:pt>
                <c:pt idx="104">
                  <c:v>0.104</c:v>
                </c:pt>
                <c:pt idx="105">
                  <c:v>0.105</c:v>
                </c:pt>
                <c:pt idx="106">
                  <c:v>0.106</c:v>
                </c:pt>
                <c:pt idx="107">
                  <c:v>0.107</c:v>
                </c:pt>
                <c:pt idx="108">
                  <c:v>0.108</c:v>
                </c:pt>
                <c:pt idx="109">
                  <c:v>0.109</c:v>
                </c:pt>
                <c:pt idx="110">
                  <c:v>0.11</c:v>
                </c:pt>
                <c:pt idx="111">
                  <c:v>0.111</c:v>
                </c:pt>
                <c:pt idx="112">
                  <c:v>0.112</c:v>
                </c:pt>
                <c:pt idx="113">
                  <c:v>0.113</c:v>
                </c:pt>
                <c:pt idx="114">
                  <c:v>0.114</c:v>
                </c:pt>
                <c:pt idx="115">
                  <c:v>0.115</c:v>
                </c:pt>
                <c:pt idx="116">
                  <c:v>0.11600000000000001</c:v>
                </c:pt>
                <c:pt idx="117">
                  <c:v>0.11700000000000001</c:v>
                </c:pt>
                <c:pt idx="118">
                  <c:v>0.11799999999999999</c:v>
                </c:pt>
                <c:pt idx="119">
                  <c:v>0.11899999999999999</c:v>
                </c:pt>
                <c:pt idx="120">
                  <c:v>0.12</c:v>
                </c:pt>
                <c:pt idx="121">
                  <c:v>0.121</c:v>
                </c:pt>
                <c:pt idx="122">
                  <c:v>0.122</c:v>
                </c:pt>
                <c:pt idx="123">
                  <c:v>0.123</c:v>
                </c:pt>
                <c:pt idx="124">
                  <c:v>0.124</c:v>
                </c:pt>
                <c:pt idx="125">
                  <c:v>0.125</c:v>
                </c:pt>
                <c:pt idx="126">
                  <c:v>0.126</c:v>
                </c:pt>
                <c:pt idx="127">
                  <c:v>0.127</c:v>
                </c:pt>
                <c:pt idx="128">
                  <c:v>0.128</c:v>
                </c:pt>
                <c:pt idx="129">
                  <c:v>0.129</c:v>
                </c:pt>
                <c:pt idx="130">
                  <c:v>0.13</c:v>
                </c:pt>
                <c:pt idx="131">
                  <c:v>0.13100000000000001</c:v>
                </c:pt>
                <c:pt idx="132">
                  <c:v>0.13200000000000001</c:v>
                </c:pt>
                <c:pt idx="133">
                  <c:v>0.13300000000000001</c:v>
                </c:pt>
                <c:pt idx="134">
                  <c:v>0.13400000000000001</c:v>
                </c:pt>
                <c:pt idx="135">
                  <c:v>0.13500000000000001</c:v>
                </c:pt>
                <c:pt idx="136">
                  <c:v>0.13600000000000001</c:v>
                </c:pt>
                <c:pt idx="137">
                  <c:v>0.13700000000000001</c:v>
                </c:pt>
                <c:pt idx="138">
                  <c:v>0.13800000000000001</c:v>
                </c:pt>
                <c:pt idx="139">
                  <c:v>0.13900000000000001</c:v>
                </c:pt>
                <c:pt idx="140">
                  <c:v>0.14000000000000001</c:v>
                </c:pt>
                <c:pt idx="141">
                  <c:v>0.14099999999999999</c:v>
                </c:pt>
                <c:pt idx="142">
                  <c:v>0.14199999999999999</c:v>
                </c:pt>
                <c:pt idx="143">
                  <c:v>0.14299999999999999</c:v>
                </c:pt>
                <c:pt idx="144">
                  <c:v>0.14399999999999999</c:v>
                </c:pt>
                <c:pt idx="145">
                  <c:v>0.14499999999999999</c:v>
                </c:pt>
                <c:pt idx="146">
                  <c:v>0.14599999999999999</c:v>
                </c:pt>
                <c:pt idx="147">
                  <c:v>0.14699999999999999</c:v>
                </c:pt>
                <c:pt idx="148">
                  <c:v>0.14799999999999999</c:v>
                </c:pt>
                <c:pt idx="149">
                  <c:v>0.14899999999999999</c:v>
                </c:pt>
                <c:pt idx="150">
                  <c:v>0.15</c:v>
                </c:pt>
                <c:pt idx="151">
                  <c:v>0.151</c:v>
                </c:pt>
                <c:pt idx="152">
                  <c:v>0.152</c:v>
                </c:pt>
                <c:pt idx="153">
                  <c:v>0.153</c:v>
                </c:pt>
                <c:pt idx="154">
                  <c:v>0.154</c:v>
                </c:pt>
                <c:pt idx="155">
                  <c:v>0.155</c:v>
                </c:pt>
                <c:pt idx="156">
                  <c:v>0.156</c:v>
                </c:pt>
                <c:pt idx="157">
                  <c:v>0.157</c:v>
                </c:pt>
                <c:pt idx="158">
                  <c:v>0.158</c:v>
                </c:pt>
                <c:pt idx="159">
                  <c:v>0.159</c:v>
                </c:pt>
                <c:pt idx="160">
                  <c:v>0.16</c:v>
                </c:pt>
                <c:pt idx="161">
                  <c:v>0.161</c:v>
                </c:pt>
                <c:pt idx="162">
                  <c:v>0.16200000000000001</c:v>
                </c:pt>
                <c:pt idx="163">
                  <c:v>0.16300000000000001</c:v>
                </c:pt>
                <c:pt idx="164">
                  <c:v>0.16400000000000001</c:v>
                </c:pt>
                <c:pt idx="165">
                  <c:v>0.16500000000000001</c:v>
                </c:pt>
                <c:pt idx="166">
                  <c:v>0.16600000000000001</c:v>
                </c:pt>
                <c:pt idx="167">
                  <c:v>0.16700000000000001</c:v>
                </c:pt>
                <c:pt idx="168">
                  <c:v>0.16800000000000001</c:v>
                </c:pt>
                <c:pt idx="169">
                  <c:v>0.16900000000000001</c:v>
                </c:pt>
                <c:pt idx="170">
                  <c:v>0.17</c:v>
                </c:pt>
                <c:pt idx="171">
                  <c:v>0.17100000000000001</c:v>
                </c:pt>
                <c:pt idx="172">
                  <c:v>0.17199999999999999</c:v>
                </c:pt>
                <c:pt idx="173">
                  <c:v>0.17299999999999999</c:v>
                </c:pt>
                <c:pt idx="174">
                  <c:v>0.17399999999999999</c:v>
                </c:pt>
                <c:pt idx="175">
                  <c:v>0.17499999999999999</c:v>
                </c:pt>
                <c:pt idx="176">
                  <c:v>0.17599999999999999</c:v>
                </c:pt>
                <c:pt idx="177">
                  <c:v>0.17699999999999999</c:v>
                </c:pt>
                <c:pt idx="178">
                  <c:v>0.17799999999999999</c:v>
                </c:pt>
                <c:pt idx="179">
                  <c:v>0.17899999999999999</c:v>
                </c:pt>
                <c:pt idx="180">
                  <c:v>0.18</c:v>
                </c:pt>
                <c:pt idx="181">
                  <c:v>0.18099999999999999</c:v>
                </c:pt>
                <c:pt idx="182">
                  <c:v>0.182</c:v>
                </c:pt>
                <c:pt idx="183">
                  <c:v>0.183</c:v>
                </c:pt>
                <c:pt idx="184">
                  <c:v>0.184</c:v>
                </c:pt>
                <c:pt idx="185">
                  <c:v>0.185</c:v>
                </c:pt>
                <c:pt idx="186">
                  <c:v>0.186</c:v>
                </c:pt>
                <c:pt idx="187">
                  <c:v>0.187</c:v>
                </c:pt>
                <c:pt idx="188">
                  <c:v>0.188</c:v>
                </c:pt>
                <c:pt idx="189">
                  <c:v>0.189</c:v>
                </c:pt>
                <c:pt idx="190">
                  <c:v>0.19</c:v>
                </c:pt>
                <c:pt idx="191">
                  <c:v>0.191</c:v>
                </c:pt>
                <c:pt idx="192">
                  <c:v>0.192</c:v>
                </c:pt>
                <c:pt idx="193">
                  <c:v>0.193</c:v>
                </c:pt>
                <c:pt idx="194">
                  <c:v>0.19400000000000001</c:v>
                </c:pt>
                <c:pt idx="195">
                  <c:v>0.19500000000000001</c:v>
                </c:pt>
                <c:pt idx="196">
                  <c:v>0.19600000000000001</c:v>
                </c:pt>
                <c:pt idx="197">
                  <c:v>0.19700000000000001</c:v>
                </c:pt>
                <c:pt idx="198">
                  <c:v>0.19800000000000001</c:v>
                </c:pt>
                <c:pt idx="199">
                  <c:v>0.19900000000000001</c:v>
                </c:pt>
                <c:pt idx="200">
                  <c:v>0.2</c:v>
                </c:pt>
                <c:pt idx="201">
                  <c:v>0.20100000000000001</c:v>
                </c:pt>
                <c:pt idx="202">
                  <c:v>0.20200000000000001</c:v>
                </c:pt>
                <c:pt idx="203">
                  <c:v>0.20300000000000001</c:v>
                </c:pt>
                <c:pt idx="204">
                  <c:v>0.20399999999999999</c:v>
                </c:pt>
                <c:pt idx="205">
                  <c:v>0.20499999999999999</c:v>
                </c:pt>
                <c:pt idx="206">
                  <c:v>0.20599999999999999</c:v>
                </c:pt>
                <c:pt idx="207">
                  <c:v>0.20699999999999999</c:v>
                </c:pt>
                <c:pt idx="208">
                  <c:v>0.20799999999999999</c:v>
                </c:pt>
                <c:pt idx="209">
                  <c:v>0.20899999999999999</c:v>
                </c:pt>
                <c:pt idx="210">
                  <c:v>0.21</c:v>
                </c:pt>
                <c:pt idx="211">
                  <c:v>0.21099999999999999</c:v>
                </c:pt>
                <c:pt idx="212">
                  <c:v>0.21199999999999999</c:v>
                </c:pt>
                <c:pt idx="213">
                  <c:v>0.21299999999999999</c:v>
                </c:pt>
                <c:pt idx="214">
                  <c:v>0.214</c:v>
                </c:pt>
                <c:pt idx="215">
                  <c:v>0.215</c:v>
                </c:pt>
                <c:pt idx="216">
                  <c:v>0.216</c:v>
                </c:pt>
                <c:pt idx="217">
                  <c:v>0.217</c:v>
                </c:pt>
                <c:pt idx="218">
                  <c:v>0.218</c:v>
                </c:pt>
                <c:pt idx="219">
                  <c:v>0.219</c:v>
                </c:pt>
                <c:pt idx="220">
                  <c:v>0.22</c:v>
                </c:pt>
                <c:pt idx="221">
                  <c:v>0.221</c:v>
                </c:pt>
                <c:pt idx="222">
                  <c:v>0.222</c:v>
                </c:pt>
                <c:pt idx="223">
                  <c:v>0.223</c:v>
                </c:pt>
                <c:pt idx="224">
                  <c:v>0.224</c:v>
                </c:pt>
                <c:pt idx="225">
                  <c:v>0.22500000000000001</c:v>
                </c:pt>
                <c:pt idx="226">
                  <c:v>0.22600000000000001</c:v>
                </c:pt>
                <c:pt idx="227">
                  <c:v>0.22700000000000001</c:v>
                </c:pt>
                <c:pt idx="228">
                  <c:v>0.22800000000000001</c:v>
                </c:pt>
                <c:pt idx="229">
                  <c:v>0.22900000000000001</c:v>
                </c:pt>
                <c:pt idx="230">
                  <c:v>0.23</c:v>
                </c:pt>
                <c:pt idx="231">
                  <c:v>0.23100000000000001</c:v>
                </c:pt>
                <c:pt idx="232">
                  <c:v>0.23200000000000001</c:v>
                </c:pt>
                <c:pt idx="233">
                  <c:v>0.23300000000000001</c:v>
                </c:pt>
                <c:pt idx="234">
                  <c:v>0.23400000000000001</c:v>
                </c:pt>
                <c:pt idx="235">
                  <c:v>0.23499999999999999</c:v>
                </c:pt>
                <c:pt idx="236">
                  <c:v>0.23599999999999999</c:v>
                </c:pt>
                <c:pt idx="237">
                  <c:v>0.23699999999999999</c:v>
                </c:pt>
                <c:pt idx="238">
                  <c:v>0.23799999999999999</c:v>
                </c:pt>
                <c:pt idx="239">
                  <c:v>0.23899999999999999</c:v>
                </c:pt>
                <c:pt idx="240">
                  <c:v>0.24</c:v>
                </c:pt>
                <c:pt idx="241">
                  <c:v>0.24099999999999999</c:v>
                </c:pt>
                <c:pt idx="242">
                  <c:v>0.24199999999999999</c:v>
                </c:pt>
                <c:pt idx="243">
                  <c:v>0.24299999999999999</c:v>
                </c:pt>
                <c:pt idx="244">
                  <c:v>0.24399999999999999</c:v>
                </c:pt>
                <c:pt idx="245">
                  <c:v>0.245</c:v>
                </c:pt>
                <c:pt idx="246">
                  <c:v>0.246</c:v>
                </c:pt>
                <c:pt idx="247">
                  <c:v>0.247</c:v>
                </c:pt>
                <c:pt idx="248">
                  <c:v>0.248</c:v>
                </c:pt>
                <c:pt idx="249">
                  <c:v>0.249</c:v>
                </c:pt>
                <c:pt idx="250">
                  <c:v>0.25</c:v>
                </c:pt>
                <c:pt idx="251">
                  <c:v>0.251</c:v>
                </c:pt>
                <c:pt idx="252">
                  <c:v>0.252</c:v>
                </c:pt>
                <c:pt idx="253">
                  <c:v>0.253</c:v>
                </c:pt>
                <c:pt idx="254">
                  <c:v>0.254</c:v>
                </c:pt>
                <c:pt idx="255">
                  <c:v>0.255</c:v>
                </c:pt>
                <c:pt idx="256">
                  <c:v>0.25600000000000001</c:v>
                </c:pt>
                <c:pt idx="257">
                  <c:v>0.25700000000000001</c:v>
                </c:pt>
                <c:pt idx="258">
                  <c:v>0.25800000000000001</c:v>
                </c:pt>
                <c:pt idx="259">
                  <c:v>0.25900000000000001</c:v>
                </c:pt>
                <c:pt idx="260">
                  <c:v>0.26</c:v>
                </c:pt>
                <c:pt idx="261">
                  <c:v>0.26100000000000001</c:v>
                </c:pt>
                <c:pt idx="262">
                  <c:v>0.26200000000000001</c:v>
                </c:pt>
                <c:pt idx="263">
                  <c:v>0.26300000000000001</c:v>
                </c:pt>
                <c:pt idx="264">
                  <c:v>0.26400000000000001</c:v>
                </c:pt>
                <c:pt idx="265">
                  <c:v>0.26500000000000001</c:v>
                </c:pt>
                <c:pt idx="266">
                  <c:v>0.26600000000000001</c:v>
                </c:pt>
                <c:pt idx="267">
                  <c:v>0.26700000000000002</c:v>
                </c:pt>
                <c:pt idx="268">
                  <c:v>0.26800000000000002</c:v>
                </c:pt>
                <c:pt idx="269">
                  <c:v>0.26900000000000002</c:v>
                </c:pt>
                <c:pt idx="270">
                  <c:v>0.27</c:v>
                </c:pt>
                <c:pt idx="271">
                  <c:v>0.27100000000000002</c:v>
                </c:pt>
                <c:pt idx="272">
                  <c:v>0.27200000000000002</c:v>
                </c:pt>
                <c:pt idx="273">
                  <c:v>0.27300000000000002</c:v>
                </c:pt>
                <c:pt idx="274">
                  <c:v>0.27400000000000002</c:v>
                </c:pt>
                <c:pt idx="275">
                  <c:v>0.27500000000000002</c:v>
                </c:pt>
                <c:pt idx="276">
                  <c:v>0.27600000000000002</c:v>
                </c:pt>
                <c:pt idx="277">
                  <c:v>0.27700000000000002</c:v>
                </c:pt>
                <c:pt idx="278">
                  <c:v>0.27800000000000002</c:v>
                </c:pt>
                <c:pt idx="279">
                  <c:v>0.27900000000000003</c:v>
                </c:pt>
                <c:pt idx="280">
                  <c:v>0.28000000000000003</c:v>
                </c:pt>
                <c:pt idx="281">
                  <c:v>0.28100000000000003</c:v>
                </c:pt>
                <c:pt idx="282">
                  <c:v>0.28199999999999997</c:v>
                </c:pt>
                <c:pt idx="283">
                  <c:v>0.28299999999999997</c:v>
                </c:pt>
                <c:pt idx="284">
                  <c:v>0.28399999999999997</c:v>
                </c:pt>
                <c:pt idx="285">
                  <c:v>0.28499999999999998</c:v>
                </c:pt>
                <c:pt idx="286">
                  <c:v>0.28599999999999998</c:v>
                </c:pt>
                <c:pt idx="287">
                  <c:v>0.28699999999999998</c:v>
                </c:pt>
                <c:pt idx="288">
                  <c:v>0.28799999999999998</c:v>
                </c:pt>
                <c:pt idx="289">
                  <c:v>0.28899999999999998</c:v>
                </c:pt>
                <c:pt idx="290">
                  <c:v>0.28999999999999998</c:v>
                </c:pt>
                <c:pt idx="291">
                  <c:v>0.29099999999999998</c:v>
                </c:pt>
                <c:pt idx="292">
                  <c:v>0.29199999999999998</c:v>
                </c:pt>
                <c:pt idx="293">
                  <c:v>0.29299999999999998</c:v>
                </c:pt>
                <c:pt idx="294">
                  <c:v>0.29399999999999998</c:v>
                </c:pt>
                <c:pt idx="295">
                  <c:v>0.29499999999999998</c:v>
                </c:pt>
                <c:pt idx="296">
                  <c:v>0.29599999999999999</c:v>
                </c:pt>
                <c:pt idx="297">
                  <c:v>0.29699999999999999</c:v>
                </c:pt>
                <c:pt idx="298">
                  <c:v>0.29799999999999999</c:v>
                </c:pt>
                <c:pt idx="299">
                  <c:v>0.29899999999999999</c:v>
                </c:pt>
                <c:pt idx="300">
                  <c:v>0.3</c:v>
                </c:pt>
                <c:pt idx="301">
                  <c:v>0.30099999999999999</c:v>
                </c:pt>
                <c:pt idx="302">
                  <c:v>0.30199999999999999</c:v>
                </c:pt>
                <c:pt idx="303">
                  <c:v>0.30299999999999999</c:v>
                </c:pt>
                <c:pt idx="304">
                  <c:v>0.30399999999999999</c:v>
                </c:pt>
                <c:pt idx="305">
                  <c:v>0.30499999999999999</c:v>
                </c:pt>
                <c:pt idx="306">
                  <c:v>0.30599999999999999</c:v>
                </c:pt>
                <c:pt idx="307">
                  <c:v>0.307</c:v>
                </c:pt>
                <c:pt idx="308">
                  <c:v>0.308</c:v>
                </c:pt>
                <c:pt idx="309">
                  <c:v>0.309</c:v>
                </c:pt>
                <c:pt idx="310">
                  <c:v>0.31</c:v>
                </c:pt>
                <c:pt idx="311">
                  <c:v>0.311</c:v>
                </c:pt>
                <c:pt idx="312">
                  <c:v>0.312</c:v>
                </c:pt>
                <c:pt idx="313">
                  <c:v>0.313</c:v>
                </c:pt>
                <c:pt idx="314">
                  <c:v>0.314</c:v>
                </c:pt>
                <c:pt idx="315">
                  <c:v>0.315</c:v>
                </c:pt>
                <c:pt idx="316">
                  <c:v>0.316</c:v>
                </c:pt>
                <c:pt idx="317">
                  <c:v>0.317</c:v>
                </c:pt>
                <c:pt idx="318">
                  <c:v>0.318</c:v>
                </c:pt>
                <c:pt idx="319">
                  <c:v>0.31900000000000001</c:v>
                </c:pt>
                <c:pt idx="320">
                  <c:v>0.32</c:v>
                </c:pt>
                <c:pt idx="321">
                  <c:v>0.32100000000000001</c:v>
                </c:pt>
                <c:pt idx="322">
                  <c:v>0.32200000000000001</c:v>
                </c:pt>
                <c:pt idx="323">
                  <c:v>0.32300000000000001</c:v>
                </c:pt>
                <c:pt idx="324">
                  <c:v>0.32400000000000001</c:v>
                </c:pt>
                <c:pt idx="325">
                  <c:v>0.32500000000000001</c:v>
                </c:pt>
                <c:pt idx="326">
                  <c:v>0.32600000000000001</c:v>
                </c:pt>
                <c:pt idx="327">
                  <c:v>0.32700000000000001</c:v>
                </c:pt>
                <c:pt idx="328">
                  <c:v>0.32800000000000001</c:v>
                </c:pt>
                <c:pt idx="329">
                  <c:v>0.32900000000000001</c:v>
                </c:pt>
                <c:pt idx="330">
                  <c:v>0.33</c:v>
                </c:pt>
                <c:pt idx="331">
                  <c:v>0.33100000000000002</c:v>
                </c:pt>
                <c:pt idx="332">
                  <c:v>0.33200000000000002</c:v>
                </c:pt>
                <c:pt idx="333">
                  <c:v>0.33300000000000002</c:v>
                </c:pt>
                <c:pt idx="334">
                  <c:v>0.33400000000000002</c:v>
                </c:pt>
                <c:pt idx="335">
                  <c:v>0.33500000000000002</c:v>
                </c:pt>
                <c:pt idx="336">
                  <c:v>0.33600000000000002</c:v>
                </c:pt>
                <c:pt idx="337">
                  <c:v>0.33700000000000002</c:v>
                </c:pt>
                <c:pt idx="338">
                  <c:v>0.33800000000000002</c:v>
                </c:pt>
                <c:pt idx="339">
                  <c:v>0.33900000000000002</c:v>
                </c:pt>
                <c:pt idx="340">
                  <c:v>0.34</c:v>
                </c:pt>
                <c:pt idx="341">
                  <c:v>0.34100000000000003</c:v>
                </c:pt>
                <c:pt idx="342">
                  <c:v>0.34200000000000003</c:v>
                </c:pt>
                <c:pt idx="343">
                  <c:v>0.34300000000000003</c:v>
                </c:pt>
                <c:pt idx="344">
                  <c:v>0.34399999999999997</c:v>
                </c:pt>
                <c:pt idx="345">
                  <c:v>0.34499999999999997</c:v>
                </c:pt>
                <c:pt idx="346">
                  <c:v>0.34599999999999997</c:v>
                </c:pt>
                <c:pt idx="347">
                  <c:v>0.34699999999999998</c:v>
                </c:pt>
                <c:pt idx="348">
                  <c:v>0.34799999999999998</c:v>
                </c:pt>
                <c:pt idx="349">
                  <c:v>0.34899999999999998</c:v>
                </c:pt>
                <c:pt idx="350">
                  <c:v>0.35</c:v>
                </c:pt>
                <c:pt idx="351">
                  <c:v>0.35099999999999998</c:v>
                </c:pt>
                <c:pt idx="352">
                  <c:v>0.35199999999999998</c:v>
                </c:pt>
                <c:pt idx="353">
                  <c:v>0.35299999999999998</c:v>
                </c:pt>
                <c:pt idx="354">
                  <c:v>0.35399999999999998</c:v>
                </c:pt>
                <c:pt idx="355">
                  <c:v>0.35499999999999998</c:v>
                </c:pt>
                <c:pt idx="356">
                  <c:v>0.35599999999999998</c:v>
                </c:pt>
                <c:pt idx="357">
                  <c:v>0.35699999999999998</c:v>
                </c:pt>
                <c:pt idx="358">
                  <c:v>0.35799999999999998</c:v>
                </c:pt>
                <c:pt idx="359">
                  <c:v>0.35899999999999999</c:v>
                </c:pt>
                <c:pt idx="360">
                  <c:v>0.36</c:v>
                </c:pt>
                <c:pt idx="361">
                  <c:v>0.36099999999999999</c:v>
                </c:pt>
                <c:pt idx="362">
                  <c:v>0.36199999999999999</c:v>
                </c:pt>
                <c:pt idx="363">
                  <c:v>0.36299999999999999</c:v>
                </c:pt>
                <c:pt idx="364">
                  <c:v>0.36399999999999999</c:v>
                </c:pt>
                <c:pt idx="365">
                  <c:v>0.36499999999999999</c:v>
                </c:pt>
                <c:pt idx="366">
                  <c:v>0.36599999999999999</c:v>
                </c:pt>
                <c:pt idx="367">
                  <c:v>0.36699999999999999</c:v>
                </c:pt>
                <c:pt idx="368">
                  <c:v>0.36799999999999999</c:v>
                </c:pt>
                <c:pt idx="369">
                  <c:v>0.36899999999999999</c:v>
                </c:pt>
                <c:pt idx="370">
                  <c:v>0.37</c:v>
                </c:pt>
                <c:pt idx="371">
                  <c:v>0.371</c:v>
                </c:pt>
                <c:pt idx="372">
                  <c:v>0.372</c:v>
                </c:pt>
                <c:pt idx="373">
                  <c:v>0.373</c:v>
                </c:pt>
                <c:pt idx="374">
                  <c:v>0.374</c:v>
                </c:pt>
                <c:pt idx="375">
                  <c:v>0.375</c:v>
                </c:pt>
                <c:pt idx="376">
                  <c:v>0.376</c:v>
                </c:pt>
                <c:pt idx="377">
                  <c:v>0.377</c:v>
                </c:pt>
                <c:pt idx="378">
                  <c:v>0.378</c:v>
                </c:pt>
                <c:pt idx="379">
                  <c:v>0.379</c:v>
                </c:pt>
                <c:pt idx="380">
                  <c:v>0.38</c:v>
                </c:pt>
                <c:pt idx="381">
                  <c:v>0.38100000000000001</c:v>
                </c:pt>
                <c:pt idx="382">
                  <c:v>0.38200000000000001</c:v>
                </c:pt>
                <c:pt idx="383">
                  <c:v>0.38300000000000001</c:v>
                </c:pt>
                <c:pt idx="384">
                  <c:v>0.38400000000000001</c:v>
                </c:pt>
                <c:pt idx="385">
                  <c:v>0.38500000000000001</c:v>
                </c:pt>
                <c:pt idx="386">
                  <c:v>0.38600000000000001</c:v>
                </c:pt>
                <c:pt idx="387">
                  <c:v>0.38700000000000001</c:v>
                </c:pt>
                <c:pt idx="388">
                  <c:v>0.38800000000000001</c:v>
                </c:pt>
                <c:pt idx="389">
                  <c:v>0.38900000000000001</c:v>
                </c:pt>
                <c:pt idx="390">
                  <c:v>0.39</c:v>
                </c:pt>
                <c:pt idx="391">
                  <c:v>0.39100000000000001</c:v>
                </c:pt>
                <c:pt idx="392">
                  <c:v>0.39200000000000002</c:v>
                </c:pt>
                <c:pt idx="393">
                  <c:v>0.39300000000000002</c:v>
                </c:pt>
                <c:pt idx="394">
                  <c:v>0.39400000000000002</c:v>
                </c:pt>
                <c:pt idx="395">
                  <c:v>0.39500000000000002</c:v>
                </c:pt>
                <c:pt idx="396">
                  <c:v>0.39600000000000002</c:v>
                </c:pt>
                <c:pt idx="397">
                  <c:v>0.39700000000000002</c:v>
                </c:pt>
                <c:pt idx="398">
                  <c:v>0.39800000000000002</c:v>
                </c:pt>
                <c:pt idx="399">
                  <c:v>0.39900000000000002</c:v>
                </c:pt>
                <c:pt idx="400">
                  <c:v>0.4</c:v>
                </c:pt>
                <c:pt idx="401">
                  <c:v>0.40100000000000002</c:v>
                </c:pt>
                <c:pt idx="402">
                  <c:v>0.40200000000000002</c:v>
                </c:pt>
                <c:pt idx="403">
                  <c:v>0.40300000000000002</c:v>
                </c:pt>
                <c:pt idx="404">
                  <c:v>0.40400000000000003</c:v>
                </c:pt>
                <c:pt idx="405">
                  <c:v>0.40500000000000003</c:v>
                </c:pt>
                <c:pt idx="406">
                  <c:v>0.40600000000000003</c:v>
                </c:pt>
                <c:pt idx="407">
                  <c:v>0.40699999999999997</c:v>
                </c:pt>
                <c:pt idx="408">
                  <c:v>0.40799999999999997</c:v>
                </c:pt>
                <c:pt idx="409">
                  <c:v>0.40899999999999997</c:v>
                </c:pt>
                <c:pt idx="410">
                  <c:v>0.41</c:v>
                </c:pt>
                <c:pt idx="411">
                  <c:v>0.41099999999999998</c:v>
                </c:pt>
                <c:pt idx="412">
                  <c:v>0.41199999999999998</c:v>
                </c:pt>
                <c:pt idx="413">
                  <c:v>0.41299999999999998</c:v>
                </c:pt>
                <c:pt idx="414">
                  <c:v>0.41399999999999998</c:v>
                </c:pt>
                <c:pt idx="415">
                  <c:v>0.41499999999999998</c:v>
                </c:pt>
                <c:pt idx="416">
                  <c:v>0.41599999999999998</c:v>
                </c:pt>
                <c:pt idx="417">
                  <c:v>0.41699999999999998</c:v>
                </c:pt>
                <c:pt idx="418">
                  <c:v>0.41799999999999998</c:v>
                </c:pt>
                <c:pt idx="419">
                  <c:v>0.41899999999999998</c:v>
                </c:pt>
                <c:pt idx="420">
                  <c:v>0.42</c:v>
                </c:pt>
                <c:pt idx="421">
                  <c:v>0.42099999999999999</c:v>
                </c:pt>
                <c:pt idx="422">
                  <c:v>0.42199999999999999</c:v>
                </c:pt>
                <c:pt idx="423">
                  <c:v>0.42299999999999999</c:v>
                </c:pt>
                <c:pt idx="424">
                  <c:v>0.42399999999999999</c:v>
                </c:pt>
                <c:pt idx="425">
                  <c:v>0.42499999999999999</c:v>
                </c:pt>
                <c:pt idx="426">
                  <c:v>0.42599999999999999</c:v>
                </c:pt>
                <c:pt idx="427">
                  <c:v>0.42699999999999999</c:v>
                </c:pt>
                <c:pt idx="428">
                  <c:v>0.42799999999999999</c:v>
                </c:pt>
                <c:pt idx="429">
                  <c:v>0.42899999999999999</c:v>
                </c:pt>
                <c:pt idx="430">
                  <c:v>0.43</c:v>
                </c:pt>
                <c:pt idx="431">
                  <c:v>0.43099999999999999</c:v>
                </c:pt>
                <c:pt idx="432">
                  <c:v>0.432</c:v>
                </c:pt>
                <c:pt idx="433">
                  <c:v>0.433</c:v>
                </c:pt>
                <c:pt idx="434">
                  <c:v>0.434</c:v>
                </c:pt>
                <c:pt idx="435">
                  <c:v>0.435</c:v>
                </c:pt>
                <c:pt idx="436">
                  <c:v>0.436</c:v>
                </c:pt>
                <c:pt idx="437">
                  <c:v>0.437</c:v>
                </c:pt>
                <c:pt idx="438">
                  <c:v>0.438</c:v>
                </c:pt>
                <c:pt idx="439">
                  <c:v>0.439</c:v>
                </c:pt>
                <c:pt idx="440">
                  <c:v>0.44</c:v>
                </c:pt>
                <c:pt idx="441">
                  <c:v>0.441</c:v>
                </c:pt>
                <c:pt idx="442">
                  <c:v>0.442</c:v>
                </c:pt>
                <c:pt idx="443">
                  <c:v>0.443</c:v>
                </c:pt>
                <c:pt idx="444">
                  <c:v>0.44400000000000001</c:v>
                </c:pt>
                <c:pt idx="445">
                  <c:v>0.44500000000000001</c:v>
                </c:pt>
                <c:pt idx="446">
                  <c:v>0.44600000000000001</c:v>
                </c:pt>
                <c:pt idx="447">
                  <c:v>0.44700000000000001</c:v>
                </c:pt>
                <c:pt idx="448">
                  <c:v>0.44800000000000001</c:v>
                </c:pt>
                <c:pt idx="449">
                  <c:v>0.44900000000000001</c:v>
                </c:pt>
                <c:pt idx="450">
                  <c:v>0.45</c:v>
                </c:pt>
                <c:pt idx="451">
                  <c:v>0.45100000000000001</c:v>
                </c:pt>
                <c:pt idx="452">
                  <c:v>0.45200000000000001</c:v>
                </c:pt>
                <c:pt idx="453">
                  <c:v>0.45300000000000001</c:v>
                </c:pt>
                <c:pt idx="454">
                  <c:v>0.45400000000000001</c:v>
                </c:pt>
                <c:pt idx="455">
                  <c:v>0.45500000000000002</c:v>
                </c:pt>
                <c:pt idx="456">
                  <c:v>0.45600000000000002</c:v>
                </c:pt>
                <c:pt idx="457">
                  <c:v>0.45700000000000002</c:v>
                </c:pt>
                <c:pt idx="458">
                  <c:v>0.45800000000000002</c:v>
                </c:pt>
                <c:pt idx="459">
                  <c:v>0.45900000000000002</c:v>
                </c:pt>
                <c:pt idx="460">
                  <c:v>0.46</c:v>
                </c:pt>
                <c:pt idx="461">
                  <c:v>0.46100000000000002</c:v>
                </c:pt>
                <c:pt idx="462">
                  <c:v>0.46200000000000002</c:v>
                </c:pt>
                <c:pt idx="463">
                  <c:v>0.46300000000000002</c:v>
                </c:pt>
                <c:pt idx="464">
                  <c:v>0.46400000000000002</c:v>
                </c:pt>
                <c:pt idx="465">
                  <c:v>0.46500000000000002</c:v>
                </c:pt>
                <c:pt idx="466">
                  <c:v>0.46600000000000003</c:v>
                </c:pt>
                <c:pt idx="467">
                  <c:v>0.46700000000000003</c:v>
                </c:pt>
                <c:pt idx="468">
                  <c:v>0.46800000000000003</c:v>
                </c:pt>
                <c:pt idx="469">
                  <c:v>0.46899999999999997</c:v>
                </c:pt>
                <c:pt idx="470">
                  <c:v>0.47</c:v>
                </c:pt>
                <c:pt idx="471">
                  <c:v>0.47099999999999997</c:v>
                </c:pt>
                <c:pt idx="472">
                  <c:v>0.47199999999999998</c:v>
                </c:pt>
                <c:pt idx="473">
                  <c:v>0.47299999999999998</c:v>
                </c:pt>
                <c:pt idx="474">
                  <c:v>0.47399999999999998</c:v>
                </c:pt>
                <c:pt idx="475">
                  <c:v>0.47499999999999998</c:v>
                </c:pt>
                <c:pt idx="476">
                  <c:v>0.47599999999999998</c:v>
                </c:pt>
                <c:pt idx="477">
                  <c:v>0.47699999999999998</c:v>
                </c:pt>
                <c:pt idx="478">
                  <c:v>0.47799999999999998</c:v>
                </c:pt>
                <c:pt idx="479">
                  <c:v>0.47899999999999998</c:v>
                </c:pt>
                <c:pt idx="480">
                  <c:v>0.48</c:v>
                </c:pt>
                <c:pt idx="481">
                  <c:v>0.48099999999999998</c:v>
                </c:pt>
                <c:pt idx="482">
                  <c:v>0.48199999999999998</c:v>
                </c:pt>
                <c:pt idx="483">
                  <c:v>0.48299999999999998</c:v>
                </c:pt>
                <c:pt idx="484">
                  <c:v>0.48399999999999999</c:v>
                </c:pt>
                <c:pt idx="485">
                  <c:v>0.48499999999999999</c:v>
                </c:pt>
                <c:pt idx="486">
                  <c:v>0.48599999999999999</c:v>
                </c:pt>
                <c:pt idx="487">
                  <c:v>0.48699999999999999</c:v>
                </c:pt>
                <c:pt idx="488">
                  <c:v>0.48799999999999999</c:v>
                </c:pt>
                <c:pt idx="489">
                  <c:v>0.48899999999999999</c:v>
                </c:pt>
                <c:pt idx="490">
                  <c:v>0.49</c:v>
                </c:pt>
                <c:pt idx="491">
                  <c:v>0.49099999999999999</c:v>
                </c:pt>
                <c:pt idx="492">
                  <c:v>0.49199999999999999</c:v>
                </c:pt>
                <c:pt idx="493">
                  <c:v>0.49299999999999999</c:v>
                </c:pt>
                <c:pt idx="494">
                  <c:v>0.49399999999999999</c:v>
                </c:pt>
                <c:pt idx="495">
                  <c:v>0.495</c:v>
                </c:pt>
                <c:pt idx="496">
                  <c:v>0.496</c:v>
                </c:pt>
                <c:pt idx="497">
                  <c:v>0.497</c:v>
                </c:pt>
                <c:pt idx="498">
                  <c:v>0.498</c:v>
                </c:pt>
                <c:pt idx="499">
                  <c:v>0.499</c:v>
                </c:pt>
                <c:pt idx="500">
                  <c:v>0.5</c:v>
                </c:pt>
                <c:pt idx="501">
                  <c:v>0.501</c:v>
                </c:pt>
                <c:pt idx="502">
                  <c:v>0.502</c:v>
                </c:pt>
                <c:pt idx="503">
                  <c:v>0.503</c:v>
                </c:pt>
                <c:pt idx="504">
                  <c:v>0.504</c:v>
                </c:pt>
                <c:pt idx="505">
                  <c:v>0.505</c:v>
                </c:pt>
                <c:pt idx="506">
                  <c:v>0.50600000000000001</c:v>
                </c:pt>
                <c:pt idx="507">
                  <c:v>0.50700000000000001</c:v>
                </c:pt>
                <c:pt idx="508">
                  <c:v>0.50800000000000001</c:v>
                </c:pt>
                <c:pt idx="509">
                  <c:v>0.50900000000000001</c:v>
                </c:pt>
                <c:pt idx="510">
                  <c:v>0.51</c:v>
                </c:pt>
                <c:pt idx="511">
                  <c:v>0.51100000000000001</c:v>
                </c:pt>
                <c:pt idx="512">
                  <c:v>0.51200000000000001</c:v>
                </c:pt>
                <c:pt idx="513">
                  <c:v>0.51300000000000001</c:v>
                </c:pt>
                <c:pt idx="514">
                  <c:v>0.51400000000000001</c:v>
                </c:pt>
                <c:pt idx="515">
                  <c:v>0.51500000000000001</c:v>
                </c:pt>
                <c:pt idx="516">
                  <c:v>0.51600000000000001</c:v>
                </c:pt>
                <c:pt idx="517">
                  <c:v>0.51700000000000002</c:v>
                </c:pt>
                <c:pt idx="518">
                  <c:v>0.51800000000000002</c:v>
                </c:pt>
                <c:pt idx="519">
                  <c:v>0.51900000000000002</c:v>
                </c:pt>
                <c:pt idx="520">
                  <c:v>0.52</c:v>
                </c:pt>
                <c:pt idx="521">
                  <c:v>0.52100000000000002</c:v>
                </c:pt>
                <c:pt idx="522">
                  <c:v>0.52200000000000002</c:v>
                </c:pt>
                <c:pt idx="523">
                  <c:v>0.52300000000000002</c:v>
                </c:pt>
                <c:pt idx="524">
                  <c:v>0.52400000000000002</c:v>
                </c:pt>
                <c:pt idx="525">
                  <c:v>0.52500000000000002</c:v>
                </c:pt>
                <c:pt idx="526">
                  <c:v>0.52600000000000002</c:v>
                </c:pt>
                <c:pt idx="527">
                  <c:v>0.52700000000000002</c:v>
                </c:pt>
                <c:pt idx="528">
                  <c:v>0.52800000000000002</c:v>
                </c:pt>
                <c:pt idx="529">
                  <c:v>0.52900000000000003</c:v>
                </c:pt>
                <c:pt idx="530">
                  <c:v>0.53</c:v>
                </c:pt>
                <c:pt idx="531">
                  <c:v>0.53100000000000003</c:v>
                </c:pt>
                <c:pt idx="532">
                  <c:v>0.53200000000000003</c:v>
                </c:pt>
                <c:pt idx="533">
                  <c:v>0.53300000000000003</c:v>
                </c:pt>
                <c:pt idx="534">
                  <c:v>0.53400000000000003</c:v>
                </c:pt>
                <c:pt idx="535">
                  <c:v>0.53500000000000003</c:v>
                </c:pt>
                <c:pt idx="536">
                  <c:v>0.53600000000000003</c:v>
                </c:pt>
                <c:pt idx="537">
                  <c:v>0.53700000000000003</c:v>
                </c:pt>
                <c:pt idx="538">
                  <c:v>0.53800000000000003</c:v>
                </c:pt>
                <c:pt idx="539">
                  <c:v>0.53900000000000003</c:v>
                </c:pt>
                <c:pt idx="540">
                  <c:v>0.54</c:v>
                </c:pt>
                <c:pt idx="541">
                  <c:v>0.54100000000000004</c:v>
                </c:pt>
                <c:pt idx="542">
                  <c:v>0.54200000000000004</c:v>
                </c:pt>
                <c:pt idx="543">
                  <c:v>0.54300000000000004</c:v>
                </c:pt>
                <c:pt idx="544">
                  <c:v>0.54400000000000004</c:v>
                </c:pt>
                <c:pt idx="545">
                  <c:v>0.54500000000000004</c:v>
                </c:pt>
                <c:pt idx="546">
                  <c:v>0.54600000000000004</c:v>
                </c:pt>
                <c:pt idx="547">
                  <c:v>0.54700000000000004</c:v>
                </c:pt>
                <c:pt idx="548">
                  <c:v>0.54800000000000004</c:v>
                </c:pt>
                <c:pt idx="549">
                  <c:v>0.54900000000000004</c:v>
                </c:pt>
                <c:pt idx="550">
                  <c:v>0.55000000000000004</c:v>
                </c:pt>
                <c:pt idx="551">
                  <c:v>0.55100000000000005</c:v>
                </c:pt>
                <c:pt idx="552">
                  <c:v>0.55200000000000005</c:v>
                </c:pt>
                <c:pt idx="553">
                  <c:v>0.55300000000000005</c:v>
                </c:pt>
                <c:pt idx="554">
                  <c:v>0.55400000000000005</c:v>
                </c:pt>
                <c:pt idx="555">
                  <c:v>0.55500000000000005</c:v>
                </c:pt>
                <c:pt idx="556">
                  <c:v>0.55600000000000005</c:v>
                </c:pt>
                <c:pt idx="557">
                  <c:v>0.55700000000000005</c:v>
                </c:pt>
                <c:pt idx="558">
                  <c:v>0.55800000000000005</c:v>
                </c:pt>
                <c:pt idx="559">
                  <c:v>0.55900000000000005</c:v>
                </c:pt>
                <c:pt idx="560">
                  <c:v>0.56000000000000005</c:v>
                </c:pt>
                <c:pt idx="561">
                  <c:v>0.56100000000000005</c:v>
                </c:pt>
                <c:pt idx="562">
                  <c:v>0.56200000000000006</c:v>
                </c:pt>
                <c:pt idx="563">
                  <c:v>0.56299999999999994</c:v>
                </c:pt>
                <c:pt idx="564">
                  <c:v>0.56399999999999995</c:v>
                </c:pt>
                <c:pt idx="565">
                  <c:v>0.56499999999999995</c:v>
                </c:pt>
                <c:pt idx="566">
                  <c:v>0.56599999999999995</c:v>
                </c:pt>
                <c:pt idx="567">
                  <c:v>0.56699999999999995</c:v>
                </c:pt>
                <c:pt idx="568">
                  <c:v>0.56799999999999995</c:v>
                </c:pt>
                <c:pt idx="569">
                  <c:v>0.56899999999999995</c:v>
                </c:pt>
                <c:pt idx="570">
                  <c:v>0.56999999999999995</c:v>
                </c:pt>
                <c:pt idx="571">
                  <c:v>0.57099999999999995</c:v>
                </c:pt>
                <c:pt idx="572">
                  <c:v>0.57199999999999995</c:v>
                </c:pt>
                <c:pt idx="573">
                  <c:v>0.57299999999999995</c:v>
                </c:pt>
                <c:pt idx="574">
                  <c:v>0.57399999999999995</c:v>
                </c:pt>
                <c:pt idx="575">
                  <c:v>0.57499999999999996</c:v>
                </c:pt>
                <c:pt idx="576">
                  <c:v>0.57599999999999996</c:v>
                </c:pt>
                <c:pt idx="577">
                  <c:v>0.57699999999999996</c:v>
                </c:pt>
                <c:pt idx="578">
                  <c:v>0.57799999999999996</c:v>
                </c:pt>
                <c:pt idx="579">
                  <c:v>0.57899999999999996</c:v>
                </c:pt>
                <c:pt idx="580">
                  <c:v>0.57999999999999996</c:v>
                </c:pt>
                <c:pt idx="581">
                  <c:v>0.58099999999999996</c:v>
                </c:pt>
                <c:pt idx="582">
                  <c:v>0.58199999999999996</c:v>
                </c:pt>
                <c:pt idx="583">
                  <c:v>0.58299999999999996</c:v>
                </c:pt>
                <c:pt idx="584">
                  <c:v>0.58399999999999996</c:v>
                </c:pt>
                <c:pt idx="585">
                  <c:v>0.58499999999999996</c:v>
                </c:pt>
                <c:pt idx="586">
                  <c:v>0.58599999999999997</c:v>
                </c:pt>
                <c:pt idx="587">
                  <c:v>0.58699999999999997</c:v>
                </c:pt>
                <c:pt idx="588">
                  <c:v>0.58799999999999997</c:v>
                </c:pt>
                <c:pt idx="589">
                  <c:v>0.58899999999999997</c:v>
                </c:pt>
                <c:pt idx="590">
                  <c:v>0.59</c:v>
                </c:pt>
                <c:pt idx="591">
                  <c:v>0.59099999999999997</c:v>
                </c:pt>
                <c:pt idx="592">
                  <c:v>0.59199999999999997</c:v>
                </c:pt>
                <c:pt idx="593">
                  <c:v>0.59299999999999997</c:v>
                </c:pt>
                <c:pt idx="594">
                  <c:v>0.59399999999999997</c:v>
                </c:pt>
                <c:pt idx="595">
                  <c:v>0.59499999999999997</c:v>
                </c:pt>
                <c:pt idx="596">
                  <c:v>0.59599999999999997</c:v>
                </c:pt>
                <c:pt idx="597">
                  <c:v>0.59699999999999998</c:v>
                </c:pt>
                <c:pt idx="598">
                  <c:v>0.59799999999999998</c:v>
                </c:pt>
                <c:pt idx="599">
                  <c:v>0.59899999999999998</c:v>
                </c:pt>
                <c:pt idx="600">
                  <c:v>0.6</c:v>
                </c:pt>
                <c:pt idx="601">
                  <c:v>0.60099999999999998</c:v>
                </c:pt>
                <c:pt idx="602">
                  <c:v>0.60199999999999998</c:v>
                </c:pt>
                <c:pt idx="603">
                  <c:v>0.60299999999999998</c:v>
                </c:pt>
                <c:pt idx="604">
                  <c:v>0.60399999999999998</c:v>
                </c:pt>
                <c:pt idx="605">
                  <c:v>0.60499999999999998</c:v>
                </c:pt>
                <c:pt idx="606">
                  <c:v>0.60599999999999998</c:v>
                </c:pt>
                <c:pt idx="607">
                  <c:v>0.60699999999999998</c:v>
                </c:pt>
                <c:pt idx="608">
                  <c:v>0.60799999999999998</c:v>
                </c:pt>
                <c:pt idx="609">
                  <c:v>0.60899999999999999</c:v>
                </c:pt>
                <c:pt idx="610">
                  <c:v>0.61</c:v>
                </c:pt>
                <c:pt idx="611">
                  <c:v>0.61099999999999999</c:v>
                </c:pt>
                <c:pt idx="612">
                  <c:v>0.61199999999999999</c:v>
                </c:pt>
                <c:pt idx="613">
                  <c:v>0.61299999999999999</c:v>
                </c:pt>
                <c:pt idx="614">
                  <c:v>0.61399999999999999</c:v>
                </c:pt>
                <c:pt idx="615">
                  <c:v>0.61499999999999999</c:v>
                </c:pt>
                <c:pt idx="616">
                  <c:v>0.61599999999999999</c:v>
                </c:pt>
                <c:pt idx="617">
                  <c:v>0.61699999999999999</c:v>
                </c:pt>
                <c:pt idx="618">
                  <c:v>0.61799999999999999</c:v>
                </c:pt>
                <c:pt idx="619">
                  <c:v>0.61899999999999999</c:v>
                </c:pt>
                <c:pt idx="620">
                  <c:v>0.62</c:v>
                </c:pt>
                <c:pt idx="621">
                  <c:v>0.621</c:v>
                </c:pt>
                <c:pt idx="622">
                  <c:v>0.622</c:v>
                </c:pt>
                <c:pt idx="623">
                  <c:v>0.623</c:v>
                </c:pt>
                <c:pt idx="624">
                  <c:v>0.624</c:v>
                </c:pt>
                <c:pt idx="625">
                  <c:v>0.625</c:v>
                </c:pt>
                <c:pt idx="626">
                  <c:v>0.626</c:v>
                </c:pt>
                <c:pt idx="627">
                  <c:v>0.627</c:v>
                </c:pt>
                <c:pt idx="628">
                  <c:v>0.628</c:v>
                </c:pt>
                <c:pt idx="629">
                  <c:v>0.629</c:v>
                </c:pt>
                <c:pt idx="630">
                  <c:v>0.63</c:v>
                </c:pt>
                <c:pt idx="631">
                  <c:v>0.63100000000000001</c:v>
                </c:pt>
                <c:pt idx="632">
                  <c:v>0.63200000000000001</c:v>
                </c:pt>
                <c:pt idx="633">
                  <c:v>0.63300000000000001</c:v>
                </c:pt>
                <c:pt idx="634">
                  <c:v>0.63400000000000001</c:v>
                </c:pt>
                <c:pt idx="635">
                  <c:v>0.63500000000000001</c:v>
                </c:pt>
                <c:pt idx="636">
                  <c:v>0.63600000000000001</c:v>
                </c:pt>
                <c:pt idx="637">
                  <c:v>0.63700000000000001</c:v>
                </c:pt>
                <c:pt idx="638">
                  <c:v>0.63800000000000001</c:v>
                </c:pt>
                <c:pt idx="639">
                  <c:v>0.63900000000000001</c:v>
                </c:pt>
                <c:pt idx="640">
                  <c:v>0.64</c:v>
                </c:pt>
                <c:pt idx="641">
                  <c:v>0.64100000000000001</c:v>
                </c:pt>
                <c:pt idx="642">
                  <c:v>0.64200000000000002</c:v>
                </c:pt>
                <c:pt idx="643">
                  <c:v>0.64300000000000002</c:v>
                </c:pt>
                <c:pt idx="644">
                  <c:v>0.64400000000000002</c:v>
                </c:pt>
                <c:pt idx="645">
                  <c:v>0.64500000000000002</c:v>
                </c:pt>
                <c:pt idx="646">
                  <c:v>0.64600000000000002</c:v>
                </c:pt>
                <c:pt idx="647">
                  <c:v>0.64700000000000002</c:v>
                </c:pt>
                <c:pt idx="648">
                  <c:v>0.64800000000000002</c:v>
                </c:pt>
                <c:pt idx="649">
                  <c:v>0.64900000000000002</c:v>
                </c:pt>
                <c:pt idx="650">
                  <c:v>0.65</c:v>
                </c:pt>
                <c:pt idx="651">
                  <c:v>0.65100000000000002</c:v>
                </c:pt>
                <c:pt idx="652">
                  <c:v>0.65200000000000002</c:v>
                </c:pt>
                <c:pt idx="653">
                  <c:v>0.65300000000000002</c:v>
                </c:pt>
                <c:pt idx="654">
                  <c:v>0.65400000000000003</c:v>
                </c:pt>
                <c:pt idx="655">
                  <c:v>0.65500000000000003</c:v>
                </c:pt>
                <c:pt idx="656">
                  <c:v>0.65600000000000003</c:v>
                </c:pt>
                <c:pt idx="657">
                  <c:v>0.65700000000000003</c:v>
                </c:pt>
                <c:pt idx="658">
                  <c:v>0.65800000000000003</c:v>
                </c:pt>
                <c:pt idx="659">
                  <c:v>0.65900000000000003</c:v>
                </c:pt>
                <c:pt idx="660">
                  <c:v>0.66</c:v>
                </c:pt>
                <c:pt idx="661">
                  <c:v>0.66100000000000003</c:v>
                </c:pt>
                <c:pt idx="662">
                  <c:v>0.66200000000000003</c:v>
                </c:pt>
                <c:pt idx="663">
                  <c:v>0.66300000000000003</c:v>
                </c:pt>
                <c:pt idx="664">
                  <c:v>0.66400000000000003</c:v>
                </c:pt>
                <c:pt idx="665">
                  <c:v>0.66500000000000004</c:v>
                </c:pt>
                <c:pt idx="666">
                  <c:v>0.66600000000000004</c:v>
                </c:pt>
                <c:pt idx="667">
                  <c:v>0.66700000000000004</c:v>
                </c:pt>
                <c:pt idx="668">
                  <c:v>0.66800000000000004</c:v>
                </c:pt>
                <c:pt idx="669">
                  <c:v>0.66900000000000004</c:v>
                </c:pt>
                <c:pt idx="670">
                  <c:v>0.67</c:v>
                </c:pt>
                <c:pt idx="671">
                  <c:v>0.67100000000000004</c:v>
                </c:pt>
                <c:pt idx="672">
                  <c:v>0.67200000000000004</c:v>
                </c:pt>
                <c:pt idx="673">
                  <c:v>0.67300000000000004</c:v>
                </c:pt>
                <c:pt idx="674">
                  <c:v>0.67400000000000004</c:v>
                </c:pt>
                <c:pt idx="675">
                  <c:v>0.67500000000000004</c:v>
                </c:pt>
                <c:pt idx="676">
                  <c:v>0.67600000000000005</c:v>
                </c:pt>
                <c:pt idx="677">
                  <c:v>0.67700000000000005</c:v>
                </c:pt>
                <c:pt idx="678">
                  <c:v>0.67800000000000005</c:v>
                </c:pt>
                <c:pt idx="679">
                  <c:v>0.67900000000000005</c:v>
                </c:pt>
                <c:pt idx="680">
                  <c:v>0.68</c:v>
                </c:pt>
                <c:pt idx="681">
                  <c:v>0.68100000000000005</c:v>
                </c:pt>
                <c:pt idx="682">
                  <c:v>0.68200000000000005</c:v>
                </c:pt>
                <c:pt idx="683">
                  <c:v>0.68300000000000005</c:v>
                </c:pt>
                <c:pt idx="684">
                  <c:v>0.68400000000000005</c:v>
                </c:pt>
                <c:pt idx="685">
                  <c:v>0.68500000000000005</c:v>
                </c:pt>
                <c:pt idx="686">
                  <c:v>0.68600000000000005</c:v>
                </c:pt>
                <c:pt idx="687">
                  <c:v>0.68700000000000006</c:v>
                </c:pt>
                <c:pt idx="688">
                  <c:v>0.68799999999999994</c:v>
                </c:pt>
                <c:pt idx="689">
                  <c:v>0.68899999999999995</c:v>
                </c:pt>
                <c:pt idx="690">
                  <c:v>0.69</c:v>
                </c:pt>
                <c:pt idx="691">
                  <c:v>0.69099999999999995</c:v>
                </c:pt>
                <c:pt idx="692">
                  <c:v>0.69199999999999995</c:v>
                </c:pt>
                <c:pt idx="693">
                  <c:v>0.69299999999999995</c:v>
                </c:pt>
                <c:pt idx="694">
                  <c:v>0.69399999999999995</c:v>
                </c:pt>
                <c:pt idx="695">
                  <c:v>0.69499999999999995</c:v>
                </c:pt>
                <c:pt idx="696">
                  <c:v>0.69599999999999995</c:v>
                </c:pt>
                <c:pt idx="697">
                  <c:v>0.69699999999999995</c:v>
                </c:pt>
                <c:pt idx="698">
                  <c:v>0.69799999999999995</c:v>
                </c:pt>
                <c:pt idx="699">
                  <c:v>0.69899999999999995</c:v>
                </c:pt>
                <c:pt idx="700">
                  <c:v>0.7</c:v>
                </c:pt>
                <c:pt idx="701">
                  <c:v>0.70099999999999996</c:v>
                </c:pt>
                <c:pt idx="702">
                  <c:v>0.70199999999999996</c:v>
                </c:pt>
                <c:pt idx="703">
                  <c:v>0.70299999999999996</c:v>
                </c:pt>
                <c:pt idx="704">
                  <c:v>0.70399999999999996</c:v>
                </c:pt>
                <c:pt idx="705">
                  <c:v>0.70499999999999996</c:v>
                </c:pt>
                <c:pt idx="706">
                  <c:v>0.70599999999999996</c:v>
                </c:pt>
                <c:pt idx="707">
                  <c:v>0.70699999999999996</c:v>
                </c:pt>
                <c:pt idx="708">
                  <c:v>0.70799999999999996</c:v>
                </c:pt>
                <c:pt idx="709">
                  <c:v>0.70899999999999996</c:v>
                </c:pt>
                <c:pt idx="710">
                  <c:v>0.71</c:v>
                </c:pt>
                <c:pt idx="711">
                  <c:v>0.71099999999999997</c:v>
                </c:pt>
                <c:pt idx="712">
                  <c:v>0.71199999999999997</c:v>
                </c:pt>
                <c:pt idx="713">
                  <c:v>0.71299999999999997</c:v>
                </c:pt>
                <c:pt idx="714">
                  <c:v>0.71399999999999997</c:v>
                </c:pt>
                <c:pt idx="715">
                  <c:v>0.71499999999999997</c:v>
                </c:pt>
                <c:pt idx="716">
                  <c:v>0.71599999999999997</c:v>
                </c:pt>
                <c:pt idx="717">
                  <c:v>0.71699999999999997</c:v>
                </c:pt>
                <c:pt idx="718">
                  <c:v>0.71799999999999997</c:v>
                </c:pt>
                <c:pt idx="719">
                  <c:v>0.71899999999999997</c:v>
                </c:pt>
                <c:pt idx="720">
                  <c:v>0.72</c:v>
                </c:pt>
                <c:pt idx="721">
                  <c:v>0.72099999999999997</c:v>
                </c:pt>
                <c:pt idx="722">
                  <c:v>0.72199999999999998</c:v>
                </c:pt>
                <c:pt idx="723">
                  <c:v>0.72299999999999998</c:v>
                </c:pt>
                <c:pt idx="724">
                  <c:v>0.72399999999999998</c:v>
                </c:pt>
                <c:pt idx="725">
                  <c:v>0.72499999999999998</c:v>
                </c:pt>
                <c:pt idx="726">
                  <c:v>0.72599999999999998</c:v>
                </c:pt>
                <c:pt idx="727">
                  <c:v>0.72699999999999998</c:v>
                </c:pt>
                <c:pt idx="728">
                  <c:v>0.72799999999999998</c:v>
                </c:pt>
                <c:pt idx="729">
                  <c:v>0.72899999999999998</c:v>
                </c:pt>
                <c:pt idx="730">
                  <c:v>0.73</c:v>
                </c:pt>
                <c:pt idx="731">
                  <c:v>0.73099999999999998</c:v>
                </c:pt>
                <c:pt idx="732">
                  <c:v>0.73199999999999998</c:v>
                </c:pt>
                <c:pt idx="733">
                  <c:v>0.73299999999999998</c:v>
                </c:pt>
                <c:pt idx="734">
                  <c:v>0.73399999999999999</c:v>
                </c:pt>
                <c:pt idx="735">
                  <c:v>0.73499999999999999</c:v>
                </c:pt>
                <c:pt idx="736">
                  <c:v>0.73599999999999999</c:v>
                </c:pt>
                <c:pt idx="737">
                  <c:v>0.73699999999999999</c:v>
                </c:pt>
                <c:pt idx="738">
                  <c:v>0.73799999999999999</c:v>
                </c:pt>
                <c:pt idx="739">
                  <c:v>0.73899999999999999</c:v>
                </c:pt>
                <c:pt idx="740">
                  <c:v>0.74</c:v>
                </c:pt>
                <c:pt idx="741">
                  <c:v>0.74099999999999999</c:v>
                </c:pt>
                <c:pt idx="742">
                  <c:v>0.74199999999999999</c:v>
                </c:pt>
                <c:pt idx="743">
                  <c:v>0.74299999999999999</c:v>
                </c:pt>
                <c:pt idx="744">
                  <c:v>0.74399999999999999</c:v>
                </c:pt>
                <c:pt idx="745">
                  <c:v>0.745</c:v>
                </c:pt>
                <c:pt idx="746">
                  <c:v>0.746</c:v>
                </c:pt>
                <c:pt idx="747">
                  <c:v>0.747</c:v>
                </c:pt>
                <c:pt idx="748">
                  <c:v>0.748</c:v>
                </c:pt>
                <c:pt idx="749">
                  <c:v>0.749</c:v>
                </c:pt>
                <c:pt idx="750">
                  <c:v>0.75</c:v>
                </c:pt>
                <c:pt idx="751">
                  <c:v>0.751</c:v>
                </c:pt>
                <c:pt idx="752">
                  <c:v>0.752</c:v>
                </c:pt>
                <c:pt idx="753">
                  <c:v>0.753</c:v>
                </c:pt>
                <c:pt idx="754">
                  <c:v>0.754</c:v>
                </c:pt>
                <c:pt idx="755">
                  <c:v>0.755</c:v>
                </c:pt>
                <c:pt idx="756">
                  <c:v>0.75600000000000001</c:v>
                </c:pt>
                <c:pt idx="757">
                  <c:v>0.75700000000000001</c:v>
                </c:pt>
                <c:pt idx="758">
                  <c:v>0.75800000000000001</c:v>
                </c:pt>
                <c:pt idx="759">
                  <c:v>0.75900000000000001</c:v>
                </c:pt>
                <c:pt idx="760">
                  <c:v>0.76</c:v>
                </c:pt>
                <c:pt idx="761">
                  <c:v>0.76100000000000001</c:v>
                </c:pt>
                <c:pt idx="762">
                  <c:v>0.76200000000000001</c:v>
                </c:pt>
                <c:pt idx="763">
                  <c:v>0.76300000000000001</c:v>
                </c:pt>
                <c:pt idx="764">
                  <c:v>0.76400000000000001</c:v>
                </c:pt>
                <c:pt idx="765">
                  <c:v>0.76500000000000001</c:v>
                </c:pt>
                <c:pt idx="766">
                  <c:v>0.76600000000000001</c:v>
                </c:pt>
                <c:pt idx="767">
                  <c:v>0.76700000000000002</c:v>
                </c:pt>
                <c:pt idx="768">
                  <c:v>0.76800000000000002</c:v>
                </c:pt>
                <c:pt idx="769">
                  <c:v>0.76900000000000002</c:v>
                </c:pt>
                <c:pt idx="770">
                  <c:v>0.77</c:v>
                </c:pt>
                <c:pt idx="771">
                  <c:v>0.77100000000000002</c:v>
                </c:pt>
                <c:pt idx="772">
                  <c:v>0.77200000000000002</c:v>
                </c:pt>
                <c:pt idx="773">
                  <c:v>0.77300000000000002</c:v>
                </c:pt>
                <c:pt idx="774">
                  <c:v>0.77400000000000002</c:v>
                </c:pt>
                <c:pt idx="775">
                  <c:v>0.77500000000000002</c:v>
                </c:pt>
                <c:pt idx="776">
                  <c:v>0.77600000000000002</c:v>
                </c:pt>
                <c:pt idx="777">
                  <c:v>0.77700000000000002</c:v>
                </c:pt>
                <c:pt idx="778">
                  <c:v>0.77800000000000002</c:v>
                </c:pt>
                <c:pt idx="779">
                  <c:v>0.77900000000000003</c:v>
                </c:pt>
                <c:pt idx="780">
                  <c:v>0.78</c:v>
                </c:pt>
                <c:pt idx="781">
                  <c:v>0.78100000000000003</c:v>
                </c:pt>
                <c:pt idx="782">
                  <c:v>0.78200000000000003</c:v>
                </c:pt>
                <c:pt idx="783">
                  <c:v>0.78300000000000003</c:v>
                </c:pt>
                <c:pt idx="784">
                  <c:v>0.78400000000000003</c:v>
                </c:pt>
                <c:pt idx="785">
                  <c:v>0.78500000000000003</c:v>
                </c:pt>
                <c:pt idx="786">
                  <c:v>0.78600000000000003</c:v>
                </c:pt>
                <c:pt idx="787">
                  <c:v>0.78700000000000003</c:v>
                </c:pt>
                <c:pt idx="788">
                  <c:v>0.78800000000000003</c:v>
                </c:pt>
                <c:pt idx="789">
                  <c:v>0.78900000000000003</c:v>
                </c:pt>
                <c:pt idx="790">
                  <c:v>0.79</c:v>
                </c:pt>
                <c:pt idx="791">
                  <c:v>0.79100000000000004</c:v>
                </c:pt>
                <c:pt idx="792">
                  <c:v>0.79200000000000004</c:v>
                </c:pt>
                <c:pt idx="793">
                  <c:v>0.79300000000000004</c:v>
                </c:pt>
                <c:pt idx="794">
                  <c:v>0.79400000000000004</c:v>
                </c:pt>
                <c:pt idx="795">
                  <c:v>0.79500000000000004</c:v>
                </c:pt>
                <c:pt idx="796">
                  <c:v>0.79600000000000004</c:v>
                </c:pt>
                <c:pt idx="797">
                  <c:v>0.79700000000000004</c:v>
                </c:pt>
                <c:pt idx="798">
                  <c:v>0.79800000000000004</c:v>
                </c:pt>
                <c:pt idx="799">
                  <c:v>0.79900000000000004</c:v>
                </c:pt>
                <c:pt idx="800">
                  <c:v>0.8</c:v>
                </c:pt>
                <c:pt idx="801">
                  <c:v>0.80100000000000005</c:v>
                </c:pt>
                <c:pt idx="802">
                  <c:v>0.80200000000000005</c:v>
                </c:pt>
                <c:pt idx="803">
                  <c:v>0.80300000000000005</c:v>
                </c:pt>
                <c:pt idx="804">
                  <c:v>0.80400000000000005</c:v>
                </c:pt>
                <c:pt idx="805">
                  <c:v>0.80500000000000005</c:v>
                </c:pt>
                <c:pt idx="806">
                  <c:v>0.80600000000000005</c:v>
                </c:pt>
                <c:pt idx="807">
                  <c:v>0.80700000000000005</c:v>
                </c:pt>
                <c:pt idx="808">
                  <c:v>0.80800000000000005</c:v>
                </c:pt>
                <c:pt idx="809">
                  <c:v>0.80900000000000005</c:v>
                </c:pt>
                <c:pt idx="810">
                  <c:v>0.81</c:v>
                </c:pt>
                <c:pt idx="811">
                  <c:v>0.81100000000000005</c:v>
                </c:pt>
                <c:pt idx="812">
                  <c:v>0.81200000000000006</c:v>
                </c:pt>
                <c:pt idx="813">
                  <c:v>0.81299999999999994</c:v>
                </c:pt>
                <c:pt idx="814">
                  <c:v>0.81399999999999995</c:v>
                </c:pt>
                <c:pt idx="815">
                  <c:v>0.81499999999999995</c:v>
                </c:pt>
                <c:pt idx="816">
                  <c:v>0.81599999999999995</c:v>
                </c:pt>
                <c:pt idx="817">
                  <c:v>0.81699999999999995</c:v>
                </c:pt>
                <c:pt idx="818">
                  <c:v>0.81799999999999995</c:v>
                </c:pt>
                <c:pt idx="819">
                  <c:v>0.81899999999999995</c:v>
                </c:pt>
                <c:pt idx="820">
                  <c:v>0.82</c:v>
                </c:pt>
                <c:pt idx="821">
                  <c:v>0.82099999999999995</c:v>
                </c:pt>
                <c:pt idx="822">
                  <c:v>0.82199999999999995</c:v>
                </c:pt>
                <c:pt idx="823">
                  <c:v>0.82299999999999995</c:v>
                </c:pt>
                <c:pt idx="824">
                  <c:v>0.82399999999999995</c:v>
                </c:pt>
                <c:pt idx="825">
                  <c:v>0.82499999999999996</c:v>
                </c:pt>
                <c:pt idx="826">
                  <c:v>0.82599999999999996</c:v>
                </c:pt>
                <c:pt idx="827">
                  <c:v>0.82699999999999996</c:v>
                </c:pt>
                <c:pt idx="828">
                  <c:v>0.82799999999999996</c:v>
                </c:pt>
                <c:pt idx="829">
                  <c:v>0.82899999999999996</c:v>
                </c:pt>
                <c:pt idx="830">
                  <c:v>0.83</c:v>
                </c:pt>
                <c:pt idx="831">
                  <c:v>0.83099999999999996</c:v>
                </c:pt>
                <c:pt idx="832">
                  <c:v>0.83199999999999996</c:v>
                </c:pt>
                <c:pt idx="833">
                  <c:v>0.83299999999999996</c:v>
                </c:pt>
                <c:pt idx="834">
                  <c:v>0.83399999999999996</c:v>
                </c:pt>
                <c:pt idx="835">
                  <c:v>0.83499999999999996</c:v>
                </c:pt>
                <c:pt idx="836">
                  <c:v>0.83599999999999997</c:v>
                </c:pt>
                <c:pt idx="837">
                  <c:v>0.83699999999999997</c:v>
                </c:pt>
                <c:pt idx="838">
                  <c:v>0.83799999999999997</c:v>
                </c:pt>
                <c:pt idx="839">
                  <c:v>0.83899999999999997</c:v>
                </c:pt>
                <c:pt idx="840">
                  <c:v>0.84</c:v>
                </c:pt>
                <c:pt idx="841">
                  <c:v>0.84099999999999997</c:v>
                </c:pt>
                <c:pt idx="842">
                  <c:v>0.84199999999999997</c:v>
                </c:pt>
                <c:pt idx="843">
                  <c:v>0.84299999999999997</c:v>
                </c:pt>
                <c:pt idx="844">
                  <c:v>0.84399999999999997</c:v>
                </c:pt>
                <c:pt idx="845">
                  <c:v>0.84499999999999997</c:v>
                </c:pt>
                <c:pt idx="846">
                  <c:v>0.84599999999999997</c:v>
                </c:pt>
                <c:pt idx="847">
                  <c:v>0.84699999999999998</c:v>
                </c:pt>
                <c:pt idx="848">
                  <c:v>0.84799999999999998</c:v>
                </c:pt>
                <c:pt idx="849">
                  <c:v>0.84899999999999998</c:v>
                </c:pt>
                <c:pt idx="850">
                  <c:v>0.85</c:v>
                </c:pt>
                <c:pt idx="851">
                  <c:v>0.85099999999999998</c:v>
                </c:pt>
                <c:pt idx="852">
                  <c:v>0.85199999999999998</c:v>
                </c:pt>
                <c:pt idx="853">
                  <c:v>0.85299999999999998</c:v>
                </c:pt>
                <c:pt idx="854">
                  <c:v>0.85399999999999998</c:v>
                </c:pt>
                <c:pt idx="855">
                  <c:v>0.85499999999999998</c:v>
                </c:pt>
                <c:pt idx="856">
                  <c:v>0.85599999999999998</c:v>
                </c:pt>
                <c:pt idx="857">
                  <c:v>0.85699999999999998</c:v>
                </c:pt>
                <c:pt idx="858">
                  <c:v>0.85799999999999998</c:v>
                </c:pt>
                <c:pt idx="859">
                  <c:v>0.85899999999999999</c:v>
                </c:pt>
                <c:pt idx="860">
                  <c:v>0.86</c:v>
                </c:pt>
                <c:pt idx="861">
                  <c:v>0.86099999999999999</c:v>
                </c:pt>
                <c:pt idx="862">
                  <c:v>0.86199999999999999</c:v>
                </c:pt>
                <c:pt idx="863">
                  <c:v>0.86299999999999999</c:v>
                </c:pt>
                <c:pt idx="864">
                  <c:v>0.86399999999999999</c:v>
                </c:pt>
                <c:pt idx="865">
                  <c:v>0.86499999999999999</c:v>
                </c:pt>
                <c:pt idx="866">
                  <c:v>0.86599999999999999</c:v>
                </c:pt>
                <c:pt idx="867">
                  <c:v>0.86699999999999999</c:v>
                </c:pt>
                <c:pt idx="868">
                  <c:v>0.86799999999999999</c:v>
                </c:pt>
                <c:pt idx="869">
                  <c:v>0.86899999999999999</c:v>
                </c:pt>
                <c:pt idx="870">
                  <c:v>0.87</c:v>
                </c:pt>
                <c:pt idx="871">
                  <c:v>0.871</c:v>
                </c:pt>
                <c:pt idx="872">
                  <c:v>0.872</c:v>
                </c:pt>
                <c:pt idx="873">
                  <c:v>0.873</c:v>
                </c:pt>
                <c:pt idx="874">
                  <c:v>0.874</c:v>
                </c:pt>
                <c:pt idx="875">
                  <c:v>0.875</c:v>
                </c:pt>
                <c:pt idx="876">
                  <c:v>0.876</c:v>
                </c:pt>
                <c:pt idx="877">
                  <c:v>0.877</c:v>
                </c:pt>
                <c:pt idx="878">
                  <c:v>0.878</c:v>
                </c:pt>
                <c:pt idx="879">
                  <c:v>0.879</c:v>
                </c:pt>
                <c:pt idx="880">
                  <c:v>0.88</c:v>
                </c:pt>
                <c:pt idx="881">
                  <c:v>0.88100000000000001</c:v>
                </c:pt>
                <c:pt idx="882">
                  <c:v>0.88200000000000001</c:v>
                </c:pt>
                <c:pt idx="883">
                  <c:v>0.88300000000000001</c:v>
                </c:pt>
                <c:pt idx="884">
                  <c:v>0.88400000000000001</c:v>
                </c:pt>
                <c:pt idx="885">
                  <c:v>0.88500000000000001</c:v>
                </c:pt>
                <c:pt idx="886">
                  <c:v>0.88600000000000001</c:v>
                </c:pt>
                <c:pt idx="887">
                  <c:v>0.88700000000000001</c:v>
                </c:pt>
                <c:pt idx="888">
                  <c:v>0.88800000000000001</c:v>
                </c:pt>
                <c:pt idx="889">
                  <c:v>0.88900000000000001</c:v>
                </c:pt>
                <c:pt idx="890">
                  <c:v>0.89</c:v>
                </c:pt>
                <c:pt idx="891">
                  <c:v>0.89100000000000001</c:v>
                </c:pt>
                <c:pt idx="892">
                  <c:v>0.89200000000000002</c:v>
                </c:pt>
                <c:pt idx="893">
                  <c:v>0.89300000000000002</c:v>
                </c:pt>
                <c:pt idx="894">
                  <c:v>0.89400000000000002</c:v>
                </c:pt>
                <c:pt idx="895">
                  <c:v>0.89500000000000002</c:v>
                </c:pt>
                <c:pt idx="896">
                  <c:v>0.89600000000000002</c:v>
                </c:pt>
                <c:pt idx="897">
                  <c:v>0.89700000000000002</c:v>
                </c:pt>
                <c:pt idx="898">
                  <c:v>0.89800000000000002</c:v>
                </c:pt>
                <c:pt idx="899">
                  <c:v>0.89900000000000002</c:v>
                </c:pt>
                <c:pt idx="900">
                  <c:v>0.9</c:v>
                </c:pt>
                <c:pt idx="901">
                  <c:v>0.90100000000000002</c:v>
                </c:pt>
                <c:pt idx="902">
                  <c:v>0.90200000000000002</c:v>
                </c:pt>
                <c:pt idx="903">
                  <c:v>0.90300000000000002</c:v>
                </c:pt>
                <c:pt idx="904">
                  <c:v>0.90400000000000003</c:v>
                </c:pt>
                <c:pt idx="905">
                  <c:v>0.90500000000000003</c:v>
                </c:pt>
                <c:pt idx="906">
                  <c:v>0.90600000000000003</c:v>
                </c:pt>
                <c:pt idx="907">
                  <c:v>0.90700000000000003</c:v>
                </c:pt>
                <c:pt idx="908">
                  <c:v>0.90800000000000003</c:v>
                </c:pt>
                <c:pt idx="909">
                  <c:v>0.90900000000000003</c:v>
                </c:pt>
                <c:pt idx="910">
                  <c:v>0.91</c:v>
                </c:pt>
                <c:pt idx="911">
                  <c:v>0.91100000000000003</c:v>
                </c:pt>
                <c:pt idx="912">
                  <c:v>0.91200000000000003</c:v>
                </c:pt>
                <c:pt idx="913">
                  <c:v>0.91300000000000003</c:v>
                </c:pt>
                <c:pt idx="914">
                  <c:v>0.91400000000000003</c:v>
                </c:pt>
                <c:pt idx="915">
                  <c:v>0.91500000000000004</c:v>
                </c:pt>
                <c:pt idx="916">
                  <c:v>0.91600000000000004</c:v>
                </c:pt>
                <c:pt idx="917">
                  <c:v>0.91700000000000004</c:v>
                </c:pt>
                <c:pt idx="918">
                  <c:v>0.91800000000000004</c:v>
                </c:pt>
                <c:pt idx="919">
                  <c:v>0.91900000000000004</c:v>
                </c:pt>
                <c:pt idx="920">
                  <c:v>0.92</c:v>
                </c:pt>
                <c:pt idx="921">
                  <c:v>0.92100000000000004</c:v>
                </c:pt>
                <c:pt idx="922">
                  <c:v>0.92200000000000004</c:v>
                </c:pt>
                <c:pt idx="923">
                  <c:v>0.92300000000000004</c:v>
                </c:pt>
                <c:pt idx="924">
                  <c:v>0.92400000000000004</c:v>
                </c:pt>
                <c:pt idx="925">
                  <c:v>0.92500000000000004</c:v>
                </c:pt>
                <c:pt idx="926">
                  <c:v>0.92600000000000005</c:v>
                </c:pt>
                <c:pt idx="927">
                  <c:v>0.92700000000000005</c:v>
                </c:pt>
                <c:pt idx="928">
                  <c:v>0.92800000000000005</c:v>
                </c:pt>
                <c:pt idx="929">
                  <c:v>0.92900000000000005</c:v>
                </c:pt>
                <c:pt idx="930">
                  <c:v>0.93</c:v>
                </c:pt>
                <c:pt idx="931">
                  <c:v>0.93100000000000005</c:v>
                </c:pt>
                <c:pt idx="932">
                  <c:v>0.93200000000000005</c:v>
                </c:pt>
                <c:pt idx="933">
                  <c:v>0.93300000000000005</c:v>
                </c:pt>
                <c:pt idx="934">
                  <c:v>0.93400000000000005</c:v>
                </c:pt>
                <c:pt idx="935">
                  <c:v>0.93500000000000005</c:v>
                </c:pt>
                <c:pt idx="936">
                  <c:v>0.93600000000000005</c:v>
                </c:pt>
                <c:pt idx="937">
                  <c:v>0.93700000000000006</c:v>
                </c:pt>
                <c:pt idx="938">
                  <c:v>0.93799999999999994</c:v>
                </c:pt>
                <c:pt idx="939">
                  <c:v>0.93899999999999995</c:v>
                </c:pt>
                <c:pt idx="940">
                  <c:v>0.94</c:v>
                </c:pt>
                <c:pt idx="941">
                  <c:v>0.94099999999999995</c:v>
                </c:pt>
                <c:pt idx="942">
                  <c:v>0.94199999999999995</c:v>
                </c:pt>
                <c:pt idx="943">
                  <c:v>0.94299999999999995</c:v>
                </c:pt>
                <c:pt idx="944">
                  <c:v>0.94399999999999995</c:v>
                </c:pt>
                <c:pt idx="945">
                  <c:v>0.94499999999999995</c:v>
                </c:pt>
                <c:pt idx="946">
                  <c:v>0.94599999999999995</c:v>
                </c:pt>
                <c:pt idx="947">
                  <c:v>0.94699999999999995</c:v>
                </c:pt>
                <c:pt idx="948">
                  <c:v>0.94799999999999995</c:v>
                </c:pt>
                <c:pt idx="949">
                  <c:v>0.94899999999999995</c:v>
                </c:pt>
                <c:pt idx="950">
                  <c:v>0.95</c:v>
                </c:pt>
                <c:pt idx="951">
                  <c:v>0.95099999999999996</c:v>
                </c:pt>
                <c:pt idx="952">
                  <c:v>0.95199999999999996</c:v>
                </c:pt>
                <c:pt idx="953">
                  <c:v>0.95299999999999996</c:v>
                </c:pt>
                <c:pt idx="954">
                  <c:v>0.95399999999999996</c:v>
                </c:pt>
                <c:pt idx="955">
                  <c:v>0.95499999999999996</c:v>
                </c:pt>
                <c:pt idx="956">
                  <c:v>0.95599999999999996</c:v>
                </c:pt>
                <c:pt idx="957">
                  <c:v>0.95699999999999996</c:v>
                </c:pt>
                <c:pt idx="958">
                  <c:v>0.95799999999999996</c:v>
                </c:pt>
                <c:pt idx="959">
                  <c:v>0.95899999999999996</c:v>
                </c:pt>
                <c:pt idx="960">
                  <c:v>0.96</c:v>
                </c:pt>
                <c:pt idx="961">
                  <c:v>0.96099999999999997</c:v>
                </c:pt>
                <c:pt idx="962">
                  <c:v>0.96199999999999997</c:v>
                </c:pt>
                <c:pt idx="963">
                  <c:v>0.96299999999999997</c:v>
                </c:pt>
                <c:pt idx="964">
                  <c:v>0.96399999999999997</c:v>
                </c:pt>
                <c:pt idx="965">
                  <c:v>0.96499999999999997</c:v>
                </c:pt>
                <c:pt idx="966">
                  <c:v>0.96599999999999997</c:v>
                </c:pt>
                <c:pt idx="967">
                  <c:v>0.96699999999999997</c:v>
                </c:pt>
                <c:pt idx="968">
                  <c:v>0.96799999999999997</c:v>
                </c:pt>
                <c:pt idx="969">
                  <c:v>0.96899999999999997</c:v>
                </c:pt>
                <c:pt idx="970">
                  <c:v>0.97</c:v>
                </c:pt>
                <c:pt idx="971">
                  <c:v>0.97099999999999997</c:v>
                </c:pt>
                <c:pt idx="972">
                  <c:v>0.97199999999999998</c:v>
                </c:pt>
                <c:pt idx="973">
                  <c:v>0.97299999999999998</c:v>
                </c:pt>
                <c:pt idx="974">
                  <c:v>0.97399999999999998</c:v>
                </c:pt>
                <c:pt idx="975">
                  <c:v>0.97499999999999998</c:v>
                </c:pt>
                <c:pt idx="976">
                  <c:v>0.97599999999999998</c:v>
                </c:pt>
                <c:pt idx="977">
                  <c:v>0.97699999999999998</c:v>
                </c:pt>
                <c:pt idx="978">
                  <c:v>0.97799999999999998</c:v>
                </c:pt>
                <c:pt idx="979">
                  <c:v>0.97899999999999998</c:v>
                </c:pt>
                <c:pt idx="980">
                  <c:v>0.98</c:v>
                </c:pt>
                <c:pt idx="981">
                  <c:v>0.98099999999999998</c:v>
                </c:pt>
                <c:pt idx="982">
                  <c:v>0.98199999999999998</c:v>
                </c:pt>
                <c:pt idx="983">
                  <c:v>0.98299999999999998</c:v>
                </c:pt>
                <c:pt idx="984">
                  <c:v>0.98399999999999999</c:v>
                </c:pt>
                <c:pt idx="985">
                  <c:v>0.98499999999999999</c:v>
                </c:pt>
                <c:pt idx="986">
                  <c:v>0.98599999999999999</c:v>
                </c:pt>
                <c:pt idx="987">
                  <c:v>0.98699999999999999</c:v>
                </c:pt>
                <c:pt idx="988">
                  <c:v>0.98799999999999999</c:v>
                </c:pt>
                <c:pt idx="989">
                  <c:v>0.98899999999999999</c:v>
                </c:pt>
                <c:pt idx="990">
                  <c:v>0.99</c:v>
                </c:pt>
                <c:pt idx="991">
                  <c:v>0.99099999999999999</c:v>
                </c:pt>
                <c:pt idx="992">
                  <c:v>0.99199999999999999</c:v>
                </c:pt>
                <c:pt idx="993">
                  <c:v>0.99299999999999999</c:v>
                </c:pt>
                <c:pt idx="994">
                  <c:v>0.99399999999999999</c:v>
                </c:pt>
                <c:pt idx="995">
                  <c:v>0.995</c:v>
                </c:pt>
                <c:pt idx="996">
                  <c:v>0.996</c:v>
                </c:pt>
                <c:pt idx="997">
                  <c:v>0.997</c:v>
                </c:pt>
                <c:pt idx="998">
                  <c:v>0.998</c:v>
                </c:pt>
                <c:pt idx="999">
                  <c:v>0.999</c:v>
                </c:pt>
                <c:pt idx="1000">
                  <c:v>1</c:v>
                </c:pt>
                <c:pt idx="1001">
                  <c:v>1.0009999999999999</c:v>
                </c:pt>
                <c:pt idx="1002">
                  <c:v>1.002</c:v>
                </c:pt>
                <c:pt idx="1003">
                  <c:v>1.0029999999999999</c:v>
                </c:pt>
                <c:pt idx="1004">
                  <c:v>1.004</c:v>
                </c:pt>
                <c:pt idx="1005">
                  <c:v>1.0049999999999999</c:v>
                </c:pt>
                <c:pt idx="1006">
                  <c:v>1.006</c:v>
                </c:pt>
                <c:pt idx="1007">
                  <c:v>1.0069999999999999</c:v>
                </c:pt>
                <c:pt idx="1008">
                  <c:v>1.008</c:v>
                </c:pt>
                <c:pt idx="1009">
                  <c:v>1.0089999999999999</c:v>
                </c:pt>
                <c:pt idx="1010">
                  <c:v>1.01</c:v>
                </c:pt>
                <c:pt idx="1011">
                  <c:v>1.0109999999999999</c:v>
                </c:pt>
                <c:pt idx="1012">
                  <c:v>1.012</c:v>
                </c:pt>
                <c:pt idx="1013">
                  <c:v>1.0129999999999999</c:v>
                </c:pt>
                <c:pt idx="1014">
                  <c:v>1.014</c:v>
                </c:pt>
                <c:pt idx="1015">
                  <c:v>1.0149999999999999</c:v>
                </c:pt>
                <c:pt idx="1016">
                  <c:v>1.016</c:v>
                </c:pt>
                <c:pt idx="1017">
                  <c:v>1.0169999999999999</c:v>
                </c:pt>
                <c:pt idx="1018">
                  <c:v>1.018</c:v>
                </c:pt>
                <c:pt idx="1019">
                  <c:v>1.0189999999999999</c:v>
                </c:pt>
                <c:pt idx="1020">
                  <c:v>1.02</c:v>
                </c:pt>
                <c:pt idx="1021">
                  <c:v>1.0209999999999999</c:v>
                </c:pt>
                <c:pt idx="1022">
                  <c:v>1.022</c:v>
                </c:pt>
                <c:pt idx="1023">
                  <c:v>1.0229999999999999</c:v>
                </c:pt>
                <c:pt idx="1024">
                  <c:v>1.024</c:v>
                </c:pt>
                <c:pt idx="1025">
                  <c:v>1.0249999999999999</c:v>
                </c:pt>
                <c:pt idx="1026">
                  <c:v>1.026</c:v>
                </c:pt>
                <c:pt idx="1027">
                  <c:v>1.0269999999999999</c:v>
                </c:pt>
                <c:pt idx="1028">
                  <c:v>1.028</c:v>
                </c:pt>
                <c:pt idx="1029">
                  <c:v>1.0289999999999999</c:v>
                </c:pt>
                <c:pt idx="1030">
                  <c:v>1.03</c:v>
                </c:pt>
                <c:pt idx="1031">
                  <c:v>1.0309999999999999</c:v>
                </c:pt>
                <c:pt idx="1032">
                  <c:v>1.032</c:v>
                </c:pt>
                <c:pt idx="1033">
                  <c:v>1.0329999999999999</c:v>
                </c:pt>
                <c:pt idx="1034">
                  <c:v>1.034</c:v>
                </c:pt>
                <c:pt idx="1035">
                  <c:v>1.0349999999999999</c:v>
                </c:pt>
                <c:pt idx="1036">
                  <c:v>1.036</c:v>
                </c:pt>
                <c:pt idx="1037">
                  <c:v>1.0369999999999999</c:v>
                </c:pt>
                <c:pt idx="1038">
                  <c:v>1.038</c:v>
                </c:pt>
                <c:pt idx="1039">
                  <c:v>1.0389999999999999</c:v>
                </c:pt>
                <c:pt idx="1040">
                  <c:v>1.04</c:v>
                </c:pt>
                <c:pt idx="1041">
                  <c:v>1.0409999999999999</c:v>
                </c:pt>
                <c:pt idx="1042">
                  <c:v>1.042</c:v>
                </c:pt>
                <c:pt idx="1043">
                  <c:v>1.0429999999999999</c:v>
                </c:pt>
                <c:pt idx="1044">
                  <c:v>1.044</c:v>
                </c:pt>
                <c:pt idx="1045">
                  <c:v>1.0449999999999999</c:v>
                </c:pt>
                <c:pt idx="1046">
                  <c:v>1.046</c:v>
                </c:pt>
                <c:pt idx="1047">
                  <c:v>1.0469999999999999</c:v>
                </c:pt>
                <c:pt idx="1048">
                  <c:v>1.048</c:v>
                </c:pt>
                <c:pt idx="1049">
                  <c:v>1.0489999999999999</c:v>
                </c:pt>
                <c:pt idx="1050">
                  <c:v>1.05</c:v>
                </c:pt>
                <c:pt idx="1051">
                  <c:v>1.0509999999999999</c:v>
                </c:pt>
                <c:pt idx="1052">
                  <c:v>1.052</c:v>
                </c:pt>
                <c:pt idx="1053">
                  <c:v>1.0529999999999999</c:v>
                </c:pt>
                <c:pt idx="1054">
                  <c:v>1.054</c:v>
                </c:pt>
                <c:pt idx="1055">
                  <c:v>1.0549999999999999</c:v>
                </c:pt>
                <c:pt idx="1056">
                  <c:v>1.056</c:v>
                </c:pt>
                <c:pt idx="1057">
                  <c:v>1.0569999999999999</c:v>
                </c:pt>
                <c:pt idx="1058">
                  <c:v>1.0580000000000001</c:v>
                </c:pt>
                <c:pt idx="1059">
                  <c:v>1.0589999999999999</c:v>
                </c:pt>
                <c:pt idx="1060">
                  <c:v>1.06</c:v>
                </c:pt>
                <c:pt idx="1061">
                  <c:v>1.0609999999999999</c:v>
                </c:pt>
                <c:pt idx="1062">
                  <c:v>1.0620000000000001</c:v>
                </c:pt>
                <c:pt idx="1063">
                  <c:v>1.0629999999999999</c:v>
                </c:pt>
                <c:pt idx="1064">
                  <c:v>1.0640000000000001</c:v>
                </c:pt>
                <c:pt idx="1065">
                  <c:v>1.0649999999999999</c:v>
                </c:pt>
                <c:pt idx="1066">
                  <c:v>1.0660000000000001</c:v>
                </c:pt>
                <c:pt idx="1067">
                  <c:v>1.0669999999999999</c:v>
                </c:pt>
                <c:pt idx="1068">
                  <c:v>1.0680000000000001</c:v>
                </c:pt>
                <c:pt idx="1069">
                  <c:v>1.069</c:v>
                </c:pt>
                <c:pt idx="1070">
                  <c:v>1.07</c:v>
                </c:pt>
                <c:pt idx="1071">
                  <c:v>1.071</c:v>
                </c:pt>
                <c:pt idx="1072">
                  <c:v>1.0720000000000001</c:v>
                </c:pt>
                <c:pt idx="1073">
                  <c:v>1.073</c:v>
                </c:pt>
                <c:pt idx="1074">
                  <c:v>1.0740000000000001</c:v>
                </c:pt>
                <c:pt idx="1075">
                  <c:v>1.075</c:v>
                </c:pt>
                <c:pt idx="1076">
                  <c:v>1.0760000000000001</c:v>
                </c:pt>
                <c:pt idx="1077">
                  <c:v>1.077</c:v>
                </c:pt>
                <c:pt idx="1078">
                  <c:v>1.0780000000000001</c:v>
                </c:pt>
                <c:pt idx="1079">
                  <c:v>1.079</c:v>
                </c:pt>
                <c:pt idx="1080">
                  <c:v>1.08</c:v>
                </c:pt>
                <c:pt idx="1081">
                  <c:v>1.081</c:v>
                </c:pt>
                <c:pt idx="1082">
                  <c:v>1.0820000000000001</c:v>
                </c:pt>
                <c:pt idx="1083">
                  <c:v>1.083</c:v>
                </c:pt>
                <c:pt idx="1084">
                  <c:v>1.0840000000000001</c:v>
                </c:pt>
                <c:pt idx="1085">
                  <c:v>1.085</c:v>
                </c:pt>
                <c:pt idx="1086">
                  <c:v>1.0860000000000001</c:v>
                </c:pt>
                <c:pt idx="1087">
                  <c:v>1.087</c:v>
                </c:pt>
                <c:pt idx="1088">
                  <c:v>1.0880000000000001</c:v>
                </c:pt>
                <c:pt idx="1089">
                  <c:v>1.089</c:v>
                </c:pt>
                <c:pt idx="1090">
                  <c:v>1.0900000000000001</c:v>
                </c:pt>
                <c:pt idx="1091">
                  <c:v>1.091</c:v>
                </c:pt>
                <c:pt idx="1092">
                  <c:v>1.0920000000000001</c:v>
                </c:pt>
                <c:pt idx="1093">
                  <c:v>1.093</c:v>
                </c:pt>
                <c:pt idx="1094">
                  <c:v>1.0940000000000001</c:v>
                </c:pt>
                <c:pt idx="1095">
                  <c:v>1.095</c:v>
                </c:pt>
                <c:pt idx="1096">
                  <c:v>1.0960000000000001</c:v>
                </c:pt>
                <c:pt idx="1097">
                  <c:v>1.097</c:v>
                </c:pt>
                <c:pt idx="1098">
                  <c:v>1.0980000000000001</c:v>
                </c:pt>
                <c:pt idx="1099">
                  <c:v>1.099</c:v>
                </c:pt>
                <c:pt idx="1100">
                  <c:v>1.1000000000000001</c:v>
                </c:pt>
                <c:pt idx="1101">
                  <c:v>1.101</c:v>
                </c:pt>
                <c:pt idx="1102">
                  <c:v>1.1020000000000001</c:v>
                </c:pt>
                <c:pt idx="1103">
                  <c:v>1.103</c:v>
                </c:pt>
                <c:pt idx="1104">
                  <c:v>1.1040000000000001</c:v>
                </c:pt>
                <c:pt idx="1105">
                  <c:v>1.105</c:v>
                </c:pt>
                <c:pt idx="1106">
                  <c:v>1.1060000000000001</c:v>
                </c:pt>
                <c:pt idx="1107">
                  <c:v>1.107</c:v>
                </c:pt>
                <c:pt idx="1108">
                  <c:v>1.1080000000000001</c:v>
                </c:pt>
                <c:pt idx="1109">
                  <c:v>1.109</c:v>
                </c:pt>
                <c:pt idx="1110">
                  <c:v>1.1100000000000001</c:v>
                </c:pt>
                <c:pt idx="1111">
                  <c:v>1.111</c:v>
                </c:pt>
                <c:pt idx="1112">
                  <c:v>1.1120000000000001</c:v>
                </c:pt>
                <c:pt idx="1113">
                  <c:v>1.113</c:v>
                </c:pt>
                <c:pt idx="1114">
                  <c:v>1.1140000000000001</c:v>
                </c:pt>
                <c:pt idx="1115">
                  <c:v>1.115</c:v>
                </c:pt>
                <c:pt idx="1116">
                  <c:v>1.1160000000000001</c:v>
                </c:pt>
                <c:pt idx="1117">
                  <c:v>1.117</c:v>
                </c:pt>
                <c:pt idx="1118">
                  <c:v>1.1180000000000001</c:v>
                </c:pt>
                <c:pt idx="1119">
                  <c:v>1.119</c:v>
                </c:pt>
                <c:pt idx="1120">
                  <c:v>1.1200000000000001</c:v>
                </c:pt>
                <c:pt idx="1121">
                  <c:v>1.121</c:v>
                </c:pt>
                <c:pt idx="1122">
                  <c:v>1.1220000000000001</c:v>
                </c:pt>
                <c:pt idx="1123">
                  <c:v>1.123</c:v>
                </c:pt>
                <c:pt idx="1124">
                  <c:v>1.1240000000000001</c:v>
                </c:pt>
                <c:pt idx="1125">
                  <c:v>1.125</c:v>
                </c:pt>
                <c:pt idx="1126">
                  <c:v>1.1259999999999999</c:v>
                </c:pt>
                <c:pt idx="1127">
                  <c:v>1.127</c:v>
                </c:pt>
                <c:pt idx="1128">
                  <c:v>1.1279999999999999</c:v>
                </c:pt>
                <c:pt idx="1129">
                  <c:v>1.129</c:v>
                </c:pt>
                <c:pt idx="1130">
                  <c:v>1.1299999999999999</c:v>
                </c:pt>
                <c:pt idx="1131">
                  <c:v>1.131</c:v>
                </c:pt>
                <c:pt idx="1132">
                  <c:v>1.1319999999999999</c:v>
                </c:pt>
                <c:pt idx="1133">
                  <c:v>1.133</c:v>
                </c:pt>
                <c:pt idx="1134">
                  <c:v>1.1339999999999999</c:v>
                </c:pt>
                <c:pt idx="1135">
                  <c:v>1.135</c:v>
                </c:pt>
                <c:pt idx="1136">
                  <c:v>1.1359999999999999</c:v>
                </c:pt>
                <c:pt idx="1137">
                  <c:v>1.137</c:v>
                </c:pt>
                <c:pt idx="1138">
                  <c:v>1.1379999999999999</c:v>
                </c:pt>
                <c:pt idx="1139">
                  <c:v>1.139</c:v>
                </c:pt>
                <c:pt idx="1140">
                  <c:v>1.1399999999999999</c:v>
                </c:pt>
                <c:pt idx="1141">
                  <c:v>1.141</c:v>
                </c:pt>
                <c:pt idx="1142">
                  <c:v>1.1419999999999999</c:v>
                </c:pt>
                <c:pt idx="1143">
                  <c:v>1.143</c:v>
                </c:pt>
                <c:pt idx="1144">
                  <c:v>1.1439999999999999</c:v>
                </c:pt>
                <c:pt idx="1145">
                  <c:v>1.145</c:v>
                </c:pt>
                <c:pt idx="1146">
                  <c:v>1.1459999999999999</c:v>
                </c:pt>
                <c:pt idx="1147">
                  <c:v>1.147</c:v>
                </c:pt>
                <c:pt idx="1148">
                  <c:v>1.1479999999999999</c:v>
                </c:pt>
                <c:pt idx="1149">
                  <c:v>1.149</c:v>
                </c:pt>
                <c:pt idx="1150">
                  <c:v>1.1499999999999999</c:v>
                </c:pt>
                <c:pt idx="1151">
                  <c:v>1.151</c:v>
                </c:pt>
                <c:pt idx="1152">
                  <c:v>1.1519999999999999</c:v>
                </c:pt>
                <c:pt idx="1153">
                  <c:v>1.153</c:v>
                </c:pt>
                <c:pt idx="1154">
                  <c:v>1.1539999999999999</c:v>
                </c:pt>
                <c:pt idx="1155">
                  <c:v>1.155</c:v>
                </c:pt>
                <c:pt idx="1156">
                  <c:v>1.1559999999999999</c:v>
                </c:pt>
                <c:pt idx="1157">
                  <c:v>1.157</c:v>
                </c:pt>
                <c:pt idx="1158">
                  <c:v>1.1579999999999999</c:v>
                </c:pt>
                <c:pt idx="1159">
                  <c:v>1.159</c:v>
                </c:pt>
                <c:pt idx="1160">
                  <c:v>1.1599999999999999</c:v>
                </c:pt>
                <c:pt idx="1161">
                  <c:v>1.161</c:v>
                </c:pt>
                <c:pt idx="1162">
                  <c:v>1.1619999999999999</c:v>
                </c:pt>
                <c:pt idx="1163">
                  <c:v>1.163</c:v>
                </c:pt>
                <c:pt idx="1164">
                  <c:v>1.1639999999999999</c:v>
                </c:pt>
                <c:pt idx="1165">
                  <c:v>1.165</c:v>
                </c:pt>
                <c:pt idx="1166">
                  <c:v>1.1659999999999999</c:v>
                </c:pt>
                <c:pt idx="1167">
                  <c:v>1.167</c:v>
                </c:pt>
                <c:pt idx="1168">
                  <c:v>1.1679999999999999</c:v>
                </c:pt>
                <c:pt idx="1169">
                  <c:v>1.169</c:v>
                </c:pt>
                <c:pt idx="1170">
                  <c:v>1.17</c:v>
                </c:pt>
                <c:pt idx="1171">
                  <c:v>1.171</c:v>
                </c:pt>
                <c:pt idx="1172">
                  <c:v>1.1719999999999999</c:v>
                </c:pt>
                <c:pt idx="1173">
                  <c:v>1.173</c:v>
                </c:pt>
                <c:pt idx="1174">
                  <c:v>1.1739999999999999</c:v>
                </c:pt>
                <c:pt idx="1175">
                  <c:v>1.175</c:v>
                </c:pt>
                <c:pt idx="1176">
                  <c:v>1.1759999999999999</c:v>
                </c:pt>
                <c:pt idx="1177">
                  <c:v>1.177</c:v>
                </c:pt>
                <c:pt idx="1178">
                  <c:v>1.1779999999999999</c:v>
                </c:pt>
                <c:pt idx="1179">
                  <c:v>1.179</c:v>
                </c:pt>
                <c:pt idx="1180">
                  <c:v>1.18</c:v>
                </c:pt>
                <c:pt idx="1181">
                  <c:v>1.181</c:v>
                </c:pt>
                <c:pt idx="1182">
                  <c:v>1.1819999999999999</c:v>
                </c:pt>
                <c:pt idx="1183">
                  <c:v>1.1830000000000001</c:v>
                </c:pt>
                <c:pt idx="1184">
                  <c:v>1.1839999999999999</c:v>
                </c:pt>
                <c:pt idx="1185">
                  <c:v>1.1850000000000001</c:v>
                </c:pt>
                <c:pt idx="1186">
                  <c:v>1.1859999999999999</c:v>
                </c:pt>
                <c:pt idx="1187">
                  <c:v>1.1870000000000001</c:v>
                </c:pt>
                <c:pt idx="1188">
                  <c:v>1.1879999999999999</c:v>
                </c:pt>
                <c:pt idx="1189">
                  <c:v>1.1890000000000001</c:v>
                </c:pt>
                <c:pt idx="1190">
                  <c:v>1.19</c:v>
                </c:pt>
                <c:pt idx="1191">
                  <c:v>1.1910000000000001</c:v>
                </c:pt>
                <c:pt idx="1192">
                  <c:v>1.1919999999999999</c:v>
                </c:pt>
                <c:pt idx="1193">
                  <c:v>1.1930000000000001</c:v>
                </c:pt>
                <c:pt idx="1194">
                  <c:v>1.194</c:v>
                </c:pt>
                <c:pt idx="1195">
                  <c:v>1.1950000000000001</c:v>
                </c:pt>
                <c:pt idx="1196">
                  <c:v>1.196</c:v>
                </c:pt>
                <c:pt idx="1197">
                  <c:v>1.1970000000000001</c:v>
                </c:pt>
                <c:pt idx="1198">
                  <c:v>1.198</c:v>
                </c:pt>
                <c:pt idx="1199">
                  <c:v>1.1990000000000001</c:v>
                </c:pt>
                <c:pt idx="1200">
                  <c:v>1.2</c:v>
                </c:pt>
                <c:pt idx="1201">
                  <c:v>1.2010000000000001</c:v>
                </c:pt>
                <c:pt idx="1202">
                  <c:v>1.202</c:v>
                </c:pt>
                <c:pt idx="1203">
                  <c:v>1.2030000000000001</c:v>
                </c:pt>
                <c:pt idx="1204">
                  <c:v>1.204</c:v>
                </c:pt>
                <c:pt idx="1205">
                  <c:v>1.2050000000000001</c:v>
                </c:pt>
                <c:pt idx="1206">
                  <c:v>1.206</c:v>
                </c:pt>
                <c:pt idx="1207">
                  <c:v>1.2070000000000001</c:v>
                </c:pt>
                <c:pt idx="1208">
                  <c:v>1.208</c:v>
                </c:pt>
                <c:pt idx="1209">
                  <c:v>1.2090000000000001</c:v>
                </c:pt>
                <c:pt idx="1210">
                  <c:v>1.21</c:v>
                </c:pt>
                <c:pt idx="1211">
                  <c:v>1.2110000000000001</c:v>
                </c:pt>
                <c:pt idx="1212">
                  <c:v>1.212</c:v>
                </c:pt>
                <c:pt idx="1213">
                  <c:v>1.2130000000000001</c:v>
                </c:pt>
                <c:pt idx="1214">
                  <c:v>1.214</c:v>
                </c:pt>
                <c:pt idx="1215">
                  <c:v>1.2150000000000001</c:v>
                </c:pt>
                <c:pt idx="1216">
                  <c:v>1.216</c:v>
                </c:pt>
                <c:pt idx="1217">
                  <c:v>1.2170000000000001</c:v>
                </c:pt>
                <c:pt idx="1218">
                  <c:v>1.218</c:v>
                </c:pt>
                <c:pt idx="1219">
                  <c:v>1.2190000000000001</c:v>
                </c:pt>
                <c:pt idx="1220">
                  <c:v>1.22</c:v>
                </c:pt>
                <c:pt idx="1221">
                  <c:v>1.2210000000000001</c:v>
                </c:pt>
                <c:pt idx="1222">
                  <c:v>1.222</c:v>
                </c:pt>
                <c:pt idx="1223">
                  <c:v>1.2230000000000001</c:v>
                </c:pt>
                <c:pt idx="1224">
                  <c:v>1.224</c:v>
                </c:pt>
                <c:pt idx="1225">
                  <c:v>1.2250000000000001</c:v>
                </c:pt>
                <c:pt idx="1226">
                  <c:v>1.226</c:v>
                </c:pt>
                <c:pt idx="1227">
                  <c:v>1.2270000000000001</c:v>
                </c:pt>
                <c:pt idx="1228">
                  <c:v>1.228</c:v>
                </c:pt>
                <c:pt idx="1229">
                  <c:v>1.2290000000000001</c:v>
                </c:pt>
                <c:pt idx="1230">
                  <c:v>1.23</c:v>
                </c:pt>
                <c:pt idx="1231">
                  <c:v>1.2310000000000001</c:v>
                </c:pt>
                <c:pt idx="1232">
                  <c:v>1.232</c:v>
                </c:pt>
                <c:pt idx="1233">
                  <c:v>1.2330000000000001</c:v>
                </c:pt>
                <c:pt idx="1234">
                  <c:v>1.234</c:v>
                </c:pt>
                <c:pt idx="1235">
                  <c:v>1.2350000000000001</c:v>
                </c:pt>
                <c:pt idx="1236">
                  <c:v>1.236</c:v>
                </c:pt>
                <c:pt idx="1237">
                  <c:v>1.2370000000000001</c:v>
                </c:pt>
                <c:pt idx="1238">
                  <c:v>1.238</c:v>
                </c:pt>
                <c:pt idx="1239">
                  <c:v>1.2390000000000001</c:v>
                </c:pt>
                <c:pt idx="1240">
                  <c:v>1.24</c:v>
                </c:pt>
                <c:pt idx="1241">
                  <c:v>1.2410000000000001</c:v>
                </c:pt>
                <c:pt idx="1242">
                  <c:v>1.242</c:v>
                </c:pt>
                <c:pt idx="1243">
                  <c:v>1.2430000000000001</c:v>
                </c:pt>
                <c:pt idx="1244">
                  <c:v>1.244</c:v>
                </c:pt>
                <c:pt idx="1245">
                  <c:v>1.2450000000000001</c:v>
                </c:pt>
                <c:pt idx="1246">
                  <c:v>1.246</c:v>
                </c:pt>
                <c:pt idx="1247">
                  <c:v>1.2470000000000001</c:v>
                </c:pt>
                <c:pt idx="1248">
                  <c:v>1.248</c:v>
                </c:pt>
                <c:pt idx="1249">
                  <c:v>1.2490000000000001</c:v>
                </c:pt>
                <c:pt idx="1250">
                  <c:v>1.25</c:v>
                </c:pt>
                <c:pt idx="1251">
                  <c:v>1.2509999999999999</c:v>
                </c:pt>
                <c:pt idx="1252">
                  <c:v>1.252</c:v>
                </c:pt>
                <c:pt idx="1253">
                  <c:v>1.2529999999999999</c:v>
                </c:pt>
                <c:pt idx="1254">
                  <c:v>1.254</c:v>
                </c:pt>
                <c:pt idx="1255">
                  <c:v>1.2549999999999999</c:v>
                </c:pt>
                <c:pt idx="1256">
                  <c:v>1.256</c:v>
                </c:pt>
                <c:pt idx="1257">
                  <c:v>1.2569999999999999</c:v>
                </c:pt>
                <c:pt idx="1258">
                  <c:v>1.258</c:v>
                </c:pt>
                <c:pt idx="1259">
                  <c:v>1.2589999999999999</c:v>
                </c:pt>
                <c:pt idx="1260">
                  <c:v>1.26</c:v>
                </c:pt>
                <c:pt idx="1261">
                  <c:v>1.2609999999999999</c:v>
                </c:pt>
                <c:pt idx="1262">
                  <c:v>1.262</c:v>
                </c:pt>
                <c:pt idx="1263">
                  <c:v>1.2629999999999999</c:v>
                </c:pt>
                <c:pt idx="1264">
                  <c:v>1.264</c:v>
                </c:pt>
                <c:pt idx="1265">
                  <c:v>1.2649999999999999</c:v>
                </c:pt>
                <c:pt idx="1266">
                  <c:v>1.266</c:v>
                </c:pt>
                <c:pt idx="1267">
                  <c:v>1.2669999999999999</c:v>
                </c:pt>
                <c:pt idx="1268">
                  <c:v>1.268</c:v>
                </c:pt>
                <c:pt idx="1269">
                  <c:v>1.2689999999999999</c:v>
                </c:pt>
                <c:pt idx="1270">
                  <c:v>1.27</c:v>
                </c:pt>
                <c:pt idx="1271">
                  <c:v>1.2709999999999999</c:v>
                </c:pt>
                <c:pt idx="1272">
                  <c:v>1.272</c:v>
                </c:pt>
                <c:pt idx="1273">
                  <c:v>1.2729999999999999</c:v>
                </c:pt>
                <c:pt idx="1274">
                  <c:v>1.274</c:v>
                </c:pt>
                <c:pt idx="1275">
                  <c:v>1.2749999999999999</c:v>
                </c:pt>
                <c:pt idx="1276">
                  <c:v>1.276</c:v>
                </c:pt>
                <c:pt idx="1277">
                  <c:v>1.2769999999999999</c:v>
                </c:pt>
                <c:pt idx="1278">
                  <c:v>1.278</c:v>
                </c:pt>
                <c:pt idx="1279">
                  <c:v>1.2789999999999999</c:v>
                </c:pt>
                <c:pt idx="1280">
                  <c:v>1.28</c:v>
                </c:pt>
                <c:pt idx="1281">
                  <c:v>1.2809999999999999</c:v>
                </c:pt>
                <c:pt idx="1282">
                  <c:v>1.282</c:v>
                </c:pt>
                <c:pt idx="1283">
                  <c:v>1.2829999999999999</c:v>
                </c:pt>
                <c:pt idx="1284">
                  <c:v>1.284</c:v>
                </c:pt>
                <c:pt idx="1285">
                  <c:v>1.2849999999999999</c:v>
                </c:pt>
                <c:pt idx="1286">
                  <c:v>1.286</c:v>
                </c:pt>
                <c:pt idx="1287">
                  <c:v>1.2869999999999999</c:v>
                </c:pt>
                <c:pt idx="1288">
                  <c:v>1.288</c:v>
                </c:pt>
                <c:pt idx="1289">
                  <c:v>1.2889999999999999</c:v>
                </c:pt>
                <c:pt idx="1290">
                  <c:v>1.29</c:v>
                </c:pt>
                <c:pt idx="1291">
                  <c:v>1.2909999999999999</c:v>
                </c:pt>
                <c:pt idx="1292">
                  <c:v>1.292</c:v>
                </c:pt>
                <c:pt idx="1293">
                  <c:v>1.2929999999999999</c:v>
                </c:pt>
                <c:pt idx="1294">
                  <c:v>1.294</c:v>
                </c:pt>
                <c:pt idx="1295">
                  <c:v>1.2949999999999999</c:v>
                </c:pt>
                <c:pt idx="1296">
                  <c:v>1.296</c:v>
                </c:pt>
                <c:pt idx="1297">
                  <c:v>1.2969999999999999</c:v>
                </c:pt>
                <c:pt idx="1298">
                  <c:v>1.298</c:v>
                </c:pt>
                <c:pt idx="1299">
                  <c:v>1.2989999999999999</c:v>
                </c:pt>
                <c:pt idx="1300">
                  <c:v>1.3</c:v>
                </c:pt>
                <c:pt idx="1301">
                  <c:v>1.3009999999999999</c:v>
                </c:pt>
                <c:pt idx="1302">
                  <c:v>1.302</c:v>
                </c:pt>
                <c:pt idx="1303">
                  <c:v>1.3029999999999999</c:v>
                </c:pt>
                <c:pt idx="1304">
                  <c:v>1.304</c:v>
                </c:pt>
                <c:pt idx="1305">
                  <c:v>1.3049999999999999</c:v>
                </c:pt>
                <c:pt idx="1306">
                  <c:v>1.306</c:v>
                </c:pt>
                <c:pt idx="1307">
                  <c:v>1.3069999999999999</c:v>
                </c:pt>
                <c:pt idx="1308">
                  <c:v>1.3080000000000001</c:v>
                </c:pt>
                <c:pt idx="1309">
                  <c:v>1.3089999999999999</c:v>
                </c:pt>
                <c:pt idx="1310">
                  <c:v>1.31</c:v>
                </c:pt>
                <c:pt idx="1311">
                  <c:v>1.3109999999999999</c:v>
                </c:pt>
                <c:pt idx="1312">
                  <c:v>1.3120000000000001</c:v>
                </c:pt>
                <c:pt idx="1313">
                  <c:v>1.3129999999999999</c:v>
                </c:pt>
                <c:pt idx="1314">
                  <c:v>1.3140000000000001</c:v>
                </c:pt>
                <c:pt idx="1315">
                  <c:v>1.3149999999999999</c:v>
                </c:pt>
                <c:pt idx="1316">
                  <c:v>1.3160000000000001</c:v>
                </c:pt>
                <c:pt idx="1317">
                  <c:v>1.3169999999999999</c:v>
                </c:pt>
                <c:pt idx="1318">
                  <c:v>1.3180000000000001</c:v>
                </c:pt>
                <c:pt idx="1319">
                  <c:v>1.319</c:v>
                </c:pt>
                <c:pt idx="1320">
                  <c:v>1.32</c:v>
                </c:pt>
                <c:pt idx="1321">
                  <c:v>1.321</c:v>
                </c:pt>
                <c:pt idx="1322">
                  <c:v>1.3220000000000001</c:v>
                </c:pt>
                <c:pt idx="1323">
                  <c:v>1.323</c:v>
                </c:pt>
                <c:pt idx="1324">
                  <c:v>1.3240000000000001</c:v>
                </c:pt>
                <c:pt idx="1325">
                  <c:v>1.325</c:v>
                </c:pt>
                <c:pt idx="1326">
                  <c:v>1.3260000000000001</c:v>
                </c:pt>
                <c:pt idx="1327">
                  <c:v>1.327</c:v>
                </c:pt>
                <c:pt idx="1328">
                  <c:v>1.3280000000000001</c:v>
                </c:pt>
                <c:pt idx="1329">
                  <c:v>1.329</c:v>
                </c:pt>
                <c:pt idx="1330">
                  <c:v>1.33</c:v>
                </c:pt>
                <c:pt idx="1331">
                  <c:v>1.331</c:v>
                </c:pt>
                <c:pt idx="1332">
                  <c:v>1.3320000000000001</c:v>
                </c:pt>
                <c:pt idx="1333">
                  <c:v>1.333</c:v>
                </c:pt>
                <c:pt idx="1334">
                  <c:v>1.3340000000000001</c:v>
                </c:pt>
                <c:pt idx="1335">
                  <c:v>1.335</c:v>
                </c:pt>
                <c:pt idx="1336">
                  <c:v>1.3360000000000001</c:v>
                </c:pt>
                <c:pt idx="1337">
                  <c:v>1.337</c:v>
                </c:pt>
                <c:pt idx="1338">
                  <c:v>1.3380000000000001</c:v>
                </c:pt>
                <c:pt idx="1339">
                  <c:v>1.339</c:v>
                </c:pt>
                <c:pt idx="1340">
                  <c:v>1.34</c:v>
                </c:pt>
                <c:pt idx="1341">
                  <c:v>1.341</c:v>
                </c:pt>
                <c:pt idx="1342">
                  <c:v>1.3420000000000001</c:v>
                </c:pt>
                <c:pt idx="1343">
                  <c:v>1.343</c:v>
                </c:pt>
                <c:pt idx="1344">
                  <c:v>1.3440000000000001</c:v>
                </c:pt>
                <c:pt idx="1345">
                  <c:v>1.345</c:v>
                </c:pt>
                <c:pt idx="1346">
                  <c:v>1.3460000000000001</c:v>
                </c:pt>
                <c:pt idx="1347">
                  <c:v>1.347</c:v>
                </c:pt>
                <c:pt idx="1348">
                  <c:v>1.3480000000000001</c:v>
                </c:pt>
                <c:pt idx="1349">
                  <c:v>1.349</c:v>
                </c:pt>
                <c:pt idx="1350">
                  <c:v>1.35</c:v>
                </c:pt>
                <c:pt idx="1351">
                  <c:v>1.351</c:v>
                </c:pt>
                <c:pt idx="1352">
                  <c:v>1.3520000000000001</c:v>
                </c:pt>
                <c:pt idx="1353">
                  <c:v>1.353</c:v>
                </c:pt>
                <c:pt idx="1354">
                  <c:v>1.3540000000000001</c:v>
                </c:pt>
                <c:pt idx="1355">
                  <c:v>1.355</c:v>
                </c:pt>
                <c:pt idx="1356">
                  <c:v>1.3560000000000001</c:v>
                </c:pt>
                <c:pt idx="1357">
                  <c:v>1.357</c:v>
                </c:pt>
                <c:pt idx="1358">
                  <c:v>1.3580000000000001</c:v>
                </c:pt>
                <c:pt idx="1359">
                  <c:v>1.359</c:v>
                </c:pt>
                <c:pt idx="1360">
                  <c:v>1.36</c:v>
                </c:pt>
                <c:pt idx="1361">
                  <c:v>1.361</c:v>
                </c:pt>
                <c:pt idx="1362">
                  <c:v>1.3620000000000001</c:v>
                </c:pt>
                <c:pt idx="1363">
                  <c:v>1.363</c:v>
                </c:pt>
                <c:pt idx="1364">
                  <c:v>1.3640000000000001</c:v>
                </c:pt>
                <c:pt idx="1365">
                  <c:v>1.365</c:v>
                </c:pt>
                <c:pt idx="1366">
                  <c:v>1.3660000000000001</c:v>
                </c:pt>
                <c:pt idx="1367">
                  <c:v>1.367</c:v>
                </c:pt>
                <c:pt idx="1368">
                  <c:v>1.3680000000000001</c:v>
                </c:pt>
                <c:pt idx="1369">
                  <c:v>1.369</c:v>
                </c:pt>
                <c:pt idx="1370">
                  <c:v>1.37</c:v>
                </c:pt>
                <c:pt idx="1371">
                  <c:v>1.371</c:v>
                </c:pt>
                <c:pt idx="1372">
                  <c:v>1.3720000000000001</c:v>
                </c:pt>
                <c:pt idx="1373">
                  <c:v>1.373</c:v>
                </c:pt>
                <c:pt idx="1374">
                  <c:v>1.3740000000000001</c:v>
                </c:pt>
                <c:pt idx="1375">
                  <c:v>1.375</c:v>
                </c:pt>
                <c:pt idx="1376">
                  <c:v>1.3759999999999999</c:v>
                </c:pt>
                <c:pt idx="1377">
                  <c:v>1.377</c:v>
                </c:pt>
                <c:pt idx="1378">
                  <c:v>1.3779999999999999</c:v>
                </c:pt>
                <c:pt idx="1379">
                  <c:v>1.379</c:v>
                </c:pt>
                <c:pt idx="1380">
                  <c:v>1.38</c:v>
                </c:pt>
                <c:pt idx="1381">
                  <c:v>1.381</c:v>
                </c:pt>
                <c:pt idx="1382">
                  <c:v>1.3819999999999999</c:v>
                </c:pt>
                <c:pt idx="1383">
                  <c:v>1.383</c:v>
                </c:pt>
                <c:pt idx="1384">
                  <c:v>1.3839999999999999</c:v>
                </c:pt>
                <c:pt idx="1385">
                  <c:v>1.385</c:v>
                </c:pt>
                <c:pt idx="1386">
                  <c:v>1.3859999999999999</c:v>
                </c:pt>
                <c:pt idx="1387">
                  <c:v>1.387</c:v>
                </c:pt>
                <c:pt idx="1388">
                  <c:v>1.3879999999999999</c:v>
                </c:pt>
                <c:pt idx="1389">
                  <c:v>1.389</c:v>
                </c:pt>
                <c:pt idx="1390">
                  <c:v>1.39</c:v>
                </c:pt>
                <c:pt idx="1391">
                  <c:v>1.391</c:v>
                </c:pt>
                <c:pt idx="1392">
                  <c:v>1.3919999999999999</c:v>
                </c:pt>
                <c:pt idx="1393">
                  <c:v>1.393</c:v>
                </c:pt>
                <c:pt idx="1394">
                  <c:v>1.3939999999999999</c:v>
                </c:pt>
                <c:pt idx="1395">
                  <c:v>1.395</c:v>
                </c:pt>
                <c:pt idx="1396">
                  <c:v>1.3959999999999999</c:v>
                </c:pt>
                <c:pt idx="1397">
                  <c:v>1.397</c:v>
                </c:pt>
                <c:pt idx="1398">
                  <c:v>1.3979999999999999</c:v>
                </c:pt>
                <c:pt idx="1399">
                  <c:v>1.399</c:v>
                </c:pt>
                <c:pt idx="1400">
                  <c:v>1.4</c:v>
                </c:pt>
                <c:pt idx="1401">
                  <c:v>1.401</c:v>
                </c:pt>
                <c:pt idx="1402">
                  <c:v>1.4019999999999999</c:v>
                </c:pt>
                <c:pt idx="1403">
                  <c:v>1.403</c:v>
                </c:pt>
                <c:pt idx="1404">
                  <c:v>1.4039999999999999</c:v>
                </c:pt>
                <c:pt idx="1405">
                  <c:v>1.405</c:v>
                </c:pt>
                <c:pt idx="1406">
                  <c:v>1.4059999999999999</c:v>
                </c:pt>
                <c:pt idx="1407">
                  <c:v>1.407</c:v>
                </c:pt>
                <c:pt idx="1408">
                  <c:v>1.4079999999999999</c:v>
                </c:pt>
                <c:pt idx="1409">
                  <c:v>1.409</c:v>
                </c:pt>
                <c:pt idx="1410">
                  <c:v>1.41</c:v>
                </c:pt>
                <c:pt idx="1411">
                  <c:v>1.411</c:v>
                </c:pt>
                <c:pt idx="1412">
                  <c:v>1.4119999999999999</c:v>
                </c:pt>
                <c:pt idx="1413">
                  <c:v>1.413</c:v>
                </c:pt>
                <c:pt idx="1414">
                  <c:v>1.4139999999999999</c:v>
                </c:pt>
                <c:pt idx="1415">
                  <c:v>1.415</c:v>
                </c:pt>
                <c:pt idx="1416">
                  <c:v>1.4159999999999999</c:v>
                </c:pt>
                <c:pt idx="1417">
                  <c:v>1.417</c:v>
                </c:pt>
                <c:pt idx="1418">
                  <c:v>1.4179999999999999</c:v>
                </c:pt>
                <c:pt idx="1419">
                  <c:v>1.419</c:v>
                </c:pt>
                <c:pt idx="1420">
                  <c:v>1.42</c:v>
                </c:pt>
                <c:pt idx="1421">
                  <c:v>1.421</c:v>
                </c:pt>
                <c:pt idx="1422">
                  <c:v>1.4219999999999999</c:v>
                </c:pt>
                <c:pt idx="1423">
                  <c:v>1.423</c:v>
                </c:pt>
                <c:pt idx="1424">
                  <c:v>1.4239999999999999</c:v>
                </c:pt>
                <c:pt idx="1425">
                  <c:v>1.425</c:v>
                </c:pt>
                <c:pt idx="1426">
                  <c:v>1.4259999999999999</c:v>
                </c:pt>
                <c:pt idx="1427">
                  <c:v>1.427</c:v>
                </c:pt>
                <c:pt idx="1428">
                  <c:v>1.4279999999999999</c:v>
                </c:pt>
                <c:pt idx="1429">
                  <c:v>1.429</c:v>
                </c:pt>
                <c:pt idx="1430">
                  <c:v>1.43</c:v>
                </c:pt>
                <c:pt idx="1431">
                  <c:v>1.431</c:v>
                </c:pt>
                <c:pt idx="1432">
                  <c:v>1.4319999999999999</c:v>
                </c:pt>
                <c:pt idx="1433">
                  <c:v>1.4330000000000001</c:v>
                </c:pt>
                <c:pt idx="1434">
                  <c:v>1.4339999999999999</c:v>
                </c:pt>
                <c:pt idx="1435">
                  <c:v>1.4350000000000001</c:v>
                </c:pt>
                <c:pt idx="1436">
                  <c:v>1.4359999999999999</c:v>
                </c:pt>
                <c:pt idx="1437">
                  <c:v>1.4370000000000001</c:v>
                </c:pt>
                <c:pt idx="1438">
                  <c:v>1.4379999999999999</c:v>
                </c:pt>
                <c:pt idx="1439">
                  <c:v>1.4390000000000001</c:v>
                </c:pt>
                <c:pt idx="1440">
                  <c:v>1.44</c:v>
                </c:pt>
                <c:pt idx="1441">
                  <c:v>1.4410000000000001</c:v>
                </c:pt>
                <c:pt idx="1442">
                  <c:v>1.4419999999999999</c:v>
                </c:pt>
                <c:pt idx="1443">
                  <c:v>1.4430000000000001</c:v>
                </c:pt>
                <c:pt idx="1444">
                  <c:v>1.444</c:v>
                </c:pt>
                <c:pt idx="1445">
                  <c:v>1.4450000000000001</c:v>
                </c:pt>
                <c:pt idx="1446">
                  <c:v>1.446</c:v>
                </c:pt>
                <c:pt idx="1447">
                  <c:v>1.4470000000000001</c:v>
                </c:pt>
                <c:pt idx="1448">
                  <c:v>1.448</c:v>
                </c:pt>
                <c:pt idx="1449">
                  <c:v>1.4490000000000001</c:v>
                </c:pt>
                <c:pt idx="1450">
                  <c:v>1.45</c:v>
                </c:pt>
                <c:pt idx="1451">
                  <c:v>1.4510000000000001</c:v>
                </c:pt>
                <c:pt idx="1452">
                  <c:v>1.452</c:v>
                </c:pt>
                <c:pt idx="1453">
                  <c:v>1.4530000000000001</c:v>
                </c:pt>
                <c:pt idx="1454">
                  <c:v>1.454</c:v>
                </c:pt>
                <c:pt idx="1455">
                  <c:v>1.4550000000000001</c:v>
                </c:pt>
                <c:pt idx="1456">
                  <c:v>1.456</c:v>
                </c:pt>
                <c:pt idx="1457">
                  <c:v>1.4570000000000001</c:v>
                </c:pt>
                <c:pt idx="1458">
                  <c:v>1.458</c:v>
                </c:pt>
                <c:pt idx="1459">
                  <c:v>1.4590000000000001</c:v>
                </c:pt>
                <c:pt idx="1460">
                  <c:v>1.46</c:v>
                </c:pt>
                <c:pt idx="1461">
                  <c:v>1.4610000000000001</c:v>
                </c:pt>
                <c:pt idx="1462">
                  <c:v>1.462</c:v>
                </c:pt>
                <c:pt idx="1463">
                  <c:v>1.4630000000000001</c:v>
                </c:pt>
                <c:pt idx="1464">
                  <c:v>1.464</c:v>
                </c:pt>
                <c:pt idx="1465">
                  <c:v>1.4650000000000001</c:v>
                </c:pt>
                <c:pt idx="1466">
                  <c:v>1.466</c:v>
                </c:pt>
                <c:pt idx="1467">
                  <c:v>1.4670000000000001</c:v>
                </c:pt>
                <c:pt idx="1468">
                  <c:v>1.468</c:v>
                </c:pt>
                <c:pt idx="1469">
                  <c:v>1.4690000000000001</c:v>
                </c:pt>
                <c:pt idx="1470">
                  <c:v>1.47</c:v>
                </c:pt>
                <c:pt idx="1471">
                  <c:v>1.4710000000000001</c:v>
                </c:pt>
                <c:pt idx="1472">
                  <c:v>1.472</c:v>
                </c:pt>
                <c:pt idx="1473">
                  <c:v>1.4730000000000001</c:v>
                </c:pt>
                <c:pt idx="1474">
                  <c:v>1.474</c:v>
                </c:pt>
                <c:pt idx="1475">
                  <c:v>1.4750000000000001</c:v>
                </c:pt>
                <c:pt idx="1476">
                  <c:v>1.476</c:v>
                </c:pt>
                <c:pt idx="1477">
                  <c:v>1.4770000000000001</c:v>
                </c:pt>
                <c:pt idx="1478">
                  <c:v>1.478</c:v>
                </c:pt>
                <c:pt idx="1479">
                  <c:v>1.4790000000000001</c:v>
                </c:pt>
                <c:pt idx="1480">
                  <c:v>1.48</c:v>
                </c:pt>
                <c:pt idx="1481">
                  <c:v>1.4810000000000001</c:v>
                </c:pt>
                <c:pt idx="1482">
                  <c:v>1.482</c:v>
                </c:pt>
                <c:pt idx="1483">
                  <c:v>1.4830000000000001</c:v>
                </c:pt>
                <c:pt idx="1484">
                  <c:v>1.484</c:v>
                </c:pt>
                <c:pt idx="1485">
                  <c:v>1.4850000000000001</c:v>
                </c:pt>
                <c:pt idx="1486">
                  <c:v>1.486</c:v>
                </c:pt>
                <c:pt idx="1487">
                  <c:v>1.4870000000000001</c:v>
                </c:pt>
                <c:pt idx="1488">
                  <c:v>1.488</c:v>
                </c:pt>
                <c:pt idx="1489">
                  <c:v>1.4890000000000001</c:v>
                </c:pt>
                <c:pt idx="1490">
                  <c:v>1.49</c:v>
                </c:pt>
                <c:pt idx="1491">
                  <c:v>1.4910000000000001</c:v>
                </c:pt>
                <c:pt idx="1492">
                  <c:v>1.492</c:v>
                </c:pt>
                <c:pt idx="1493">
                  <c:v>1.4930000000000001</c:v>
                </c:pt>
                <c:pt idx="1494">
                  <c:v>1.494</c:v>
                </c:pt>
                <c:pt idx="1495">
                  <c:v>1.4950000000000001</c:v>
                </c:pt>
                <c:pt idx="1496">
                  <c:v>1.496</c:v>
                </c:pt>
                <c:pt idx="1497">
                  <c:v>1.4970000000000001</c:v>
                </c:pt>
                <c:pt idx="1498">
                  <c:v>1.498</c:v>
                </c:pt>
                <c:pt idx="1499">
                  <c:v>1.4990000000000001</c:v>
                </c:pt>
                <c:pt idx="1500">
                  <c:v>1.5</c:v>
                </c:pt>
                <c:pt idx="1501">
                  <c:v>1.5009999999999999</c:v>
                </c:pt>
                <c:pt idx="1502">
                  <c:v>1.502</c:v>
                </c:pt>
                <c:pt idx="1503">
                  <c:v>1.5029999999999999</c:v>
                </c:pt>
                <c:pt idx="1504">
                  <c:v>1.504</c:v>
                </c:pt>
                <c:pt idx="1505">
                  <c:v>1.5049999999999999</c:v>
                </c:pt>
                <c:pt idx="1506">
                  <c:v>1.506</c:v>
                </c:pt>
                <c:pt idx="1507">
                  <c:v>1.5069999999999999</c:v>
                </c:pt>
                <c:pt idx="1508">
                  <c:v>1.508</c:v>
                </c:pt>
                <c:pt idx="1509">
                  <c:v>1.5089999999999999</c:v>
                </c:pt>
                <c:pt idx="1510">
                  <c:v>1.51</c:v>
                </c:pt>
                <c:pt idx="1511">
                  <c:v>1.5109999999999999</c:v>
                </c:pt>
                <c:pt idx="1512">
                  <c:v>1.512</c:v>
                </c:pt>
                <c:pt idx="1513">
                  <c:v>1.5129999999999999</c:v>
                </c:pt>
                <c:pt idx="1514">
                  <c:v>1.514</c:v>
                </c:pt>
                <c:pt idx="1515">
                  <c:v>1.5149999999999999</c:v>
                </c:pt>
                <c:pt idx="1516">
                  <c:v>1.516</c:v>
                </c:pt>
                <c:pt idx="1517">
                  <c:v>1.5169999999999999</c:v>
                </c:pt>
                <c:pt idx="1518">
                  <c:v>1.518</c:v>
                </c:pt>
                <c:pt idx="1519">
                  <c:v>1.5189999999999999</c:v>
                </c:pt>
                <c:pt idx="1520">
                  <c:v>1.52</c:v>
                </c:pt>
                <c:pt idx="1521">
                  <c:v>1.5209999999999999</c:v>
                </c:pt>
                <c:pt idx="1522">
                  <c:v>1.522</c:v>
                </c:pt>
                <c:pt idx="1523">
                  <c:v>1.5229999999999999</c:v>
                </c:pt>
                <c:pt idx="1524">
                  <c:v>1.524</c:v>
                </c:pt>
                <c:pt idx="1525">
                  <c:v>1.5249999999999999</c:v>
                </c:pt>
                <c:pt idx="1526">
                  <c:v>1.526</c:v>
                </c:pt>
                <c:pt idx="1527">
                  <c:v>1.5269999999999999</c:v>
                </c:pt>
                <c:pt idx="1528">
                  <c:v>1.528</c:v>
                </c:pt>
                <c:pt idx="1529">
                  <c:v>1.5289999999999999</c:v>
                </c:pt>
                <c:pt idx="1530">
                  <c:v>1.53</c:v>
                </c:pt>
                <c:pt idx="1531">
                  <c:v>1.5309999999999999</c:v>
                </c:pt>
                <c:pt idx="1532">
                  <c:v>1.532</c:v>
                </c:pt>
                <c:pt idx="1533">
                  <c:v>1.5329999999999999</c:v>
                </c:pt>
                <c:pt idx="1534">
                  <c:v>1.534</c:v>
                </c:pt>
                <c:pt idx="1535">
                  <c:v>1.5349999999999999</c:v>
                </c:pt>
                <c:pt idx="1536">
                  <c:v>1.536</c:v>
                </c:pt>
                <c:pt idx="1537">
                  <c:v>1.5369999999999999</c:v>
                </c:pt>
                <c:pt idx="1538">
                  <c:v>1.538</c:v>
                </c:pt>
                <c:pt idx="1539">
                  <c:v>1.5389999999999999</c:v>
                </c:pt>
                <c:pt idx="1540">
                  <c:v>1.54</c:v>
                </c:pt>
                <c:pt idx="1541">
                  <c:v>1.5409999999999999</c:v>
                </c:pt>
                <c:pt idx="1542">
                  <c:v>1.542</c:v>
                </c:pt>
                <c:pt idx="1543">
                  <c:v>1.5429999999999999</c:v>
                </c:pt>
                <c:pt idx="1544">
                  <c:v>1.544</c:v>
                </c:pt>
                <c:pt idx="1545">
                  <c:v>1.5449999999999999</c:v>
                </c:pt>
                <c:pt idx="1546">
                  <c:v>1.546</c:v>
                </c:pt>
                <c:pt idx="1547">
                  <c:v>1.5469999999999999</c:v>
                </c:pt>
                <c:pt idx="1548">
                  <c:v>1.548</c:v>
                </c:pt>
                <c:pt idx="1549">
                  <c:v>1.5489999999999999</c:v>
                </c:pt>
                <c:pt idx="1550">
                  <c:v>1.55</c:v>
                </c:pt>
                <c:pt idx="1551">
                  <c:v>1.5509999999999999</c:v>
                </c:pt>
                <c:pt idx="1552">
                  <c:v>1.552</c:v>
                </c:pt>
                <c:pt idx="1553">
                  <c:v>1.5529999999999999</c:v>
                </c:pt>
                <c:pt idx="1554">
                  <c:v>1.554</c:v>
                </c:pt>
                <c:pt idx="1555">
                  <c:v>1.5549999999999999</c:v>
                </c:pt>
                <c:pt idx="1556">
                  <c:v>1.556</c:v>
                </c:pt>
                <c:pt idx="1557">
                  <c:v>1.5569999999999999</c:v>
                </c:pt>
                <c:pt idx="1558">
                  <c:v>1.5580000000000001</c:v>
                </c:pt>
                <c:pt idx="1559">
                  <c:v>1.5589999999999999</c:v>
                </c:pt>
                <c:pt idx="1560">
                  <c:v>1.56</c:v>
                </c:pt>
                <c:pt idx="1561">
                  <c:v>1.5609999999999999</c:v>
                </c:pt>
                <c:pt idx="1562">
                  <c:v>1.5620000000000001</c:v>
                </c:pt>
                <c:pt idx="1563">
                  <c:v>1.5629999999999999</c:v>
                </c:pt>
                <c:pt idx="1564">
                  <c:v>1.5640000000000001</c:v>
                </c:pt>
                <c:pt idx="1565">
                  <c:v>1.5649999999999999</c:v>
                </c:pt>
                <c:pt idx="1566">
                  <c:v>1.5660000000000001</c:v>
                </c:pt>
                <c:pt idx="1567">
                  <c:v>1.5669999999999999</c:v>
                </c:pt>
                <c:pt idx="1568">
                  <c:v>1.5680000000000001</c:v>
                </c:pt>
                <c:pt idx="1569">
                  <c:v>1.569</c:v>
                </c:pt>
                <c:pt idx="1570">
                  <c:v>1.57</c:v>
                </c:pt>
                <c:pt idx="1571">
                  <c:v>1.571</c:v>
                </c:pt>
                <c:pt idx="1572">
                  <c:v>1.5720000000000001</c:v>
                </c:pt>
                <c:pt idx="1573">
                  <c:v>1.573</c:v>
                </c:pt>
                <c:pt idx="1574">
                  <c:v>1.5740000000000001</c:v>
                </c:pt>
                <c:pt idx="1575">
                  <c:v>1.575</c:v>
                </c:pt>
                <c:pt idx="1576">
                  <c:v>1.5760000000000001</c:v>
                </c:pt>
                <c:pt idx="1577">
                  <c:v>1.577</c:v>
                </c:pt>
                <c:pt idx="1578">
                  <c:v>1.5780000000000001</c:v>
                </c:pt>
                <c:pt idx="1579">
                  <c:v>1.579</c:v>
                </c:pt>
                <c:pt idx="1580">
                  <c:v>1.58</c:v>
                </c:pt>
                <c:pt idx="1581">
                  <c:v>1.581</c:v>
                </c:pt>
                <c:pt idx="1582">
                  <c:v>1.5820000000000001</c:v>
                </c:pt>
                <c:pt idx="1583">
                  <c:v>1.583</c:v>
                </c:pt>
                <c:pt idx="1584">
                  <c:v>1.5840000000000001</c:v>
                </c:pt>
                <c:pt idx="1585">
                  <c:v>1.585</c:v>
                </c:pt>
                <c:pt idx="1586">
                  <c:v>1.5860000000000001</c:v>
                </c:pt>
                <c:pt idx="1587">
                  <c:v>1.587</c:v>
                </c:pt>
                <c:pt idx="1588">
                  <c:v>1.5880000000000001</c:v>
                </c:pt>
                <c:pt idx="1589">
                  <c:v>1.589</c:v>
                </c:pt>
                <c:pt idx="1590">
                  <c:v>1.59</c:v>
                </c:pt>
                <c:pt idx="1591">
                  <c:v>1.591</c:v>
                </c:pt>
                <c:pt idx="1592">
                  <c:v>1.5920000000000001</c:v>
                </c:pt>
                <c:pt idx="1593">
                  <c:v>1.593</c:v>
                </c:pt>
                <c:pt idx="1594">
                  <c:v>1.5940000000000001</c:v>
                </c:pt>
                <c:pt idx="1595">
                  <c:v>1.595</c:v>
                </c:pt>
                <c:pt idx="1596">
                  <c:v>1.5960000000000001</c:v>
                </c:pt>
                <c:pt idx="1597">
                  <c:v>1.597</c:v>
                </c:pt>
                <c:pt idx="1598">
                  <c:v>1.5980000000000001</c:v>
                </c:pt>
                <c:pt idx="1599">
                  <c:v>1.599</c:v>
                </c:pt>
                <c:pt idx="1600">
                  <c:v>1.6</c:v>
                </c:pt>
                <c:pt idx="1601">
                  <c:v>1.601</c:v>
                </c:pt>
                <c:pt idx="1602">
                  <c:v>1.6020000000000001</c:v>
                </c:pt>
                <c:pt idx="1603">
                  <c:v>1.603</c:v>
                </c:pt>
                <c:pt idx="1604">
                  <c:v>1.6040000000000001</c:v>
                </c:pt>
                <c:pt idx="1605">
                  <c:v>1.605</c:v>
                </c:pt>
                <c:pt idx="1606">
                  <c:v>1.6060000000000001</c:v>
                </c:pt>
                <c:pt idx="1607">
                  <c:v>1.607</c:v>
                </c:pt>
                <c:pt idx="1608">
                  <c:v>1.6080000000000001</c:v>
                </c:pt>
                <c:pt idx="1609">
                  <c:v>1.609</c:v>
                </c:pt>
                <c:pt idx="1610">
                  <c:v>1.61</c:v>
                </c:pt>
                <c:pt idx="1611">
                  <c:v>1.611</c:v>
                </c:pt>
                <c:pt idx="1612">
                  <c:v>1.6120000000000001</c:v>
                </c:pt>
                <c:pt idx="1613">
                  <c:v>1.613</c:v>
                </c:pt>
                <c:pt idx="1614">
                  <c:v>1.6140000000000001</c:v>
                </c:pt>
                <c:pt idx="1615">
                  <c:v>1.615</c:v>
                </c:pt>
                <c:pt idx="1616">
                  <c:v>1.6160000000000001</c:v>
                </c:pt>
                <c:pt idx="1617">
                  <c:v>1.617</c:v>
                </c:pt>
                <c:pt idx="1618">
                  <c:v>1.6180000000000001</c:v>
                </c:pt>
                <c:pt idx="1619">
                  <c:v>1.619</c:v>
                </c:pt>
                <c:pt idx="1620">
                  <c:v>1.62</c:v>
                </c:pt>
                <c:pt idx="1621">
                  <c:v>1.621</c:v>
                </c:pt>
                <c:pt idx="1622">
                  <c:v>1.6220000000000001</c:v>
                </c:pt>
                <c:pt idx="1623">
                  <c:v>1.623</c:v>
                </c:pt>
                <c:pt idx="1624">
                  <c:v>1.6240000000000001</c:v>
                </c:pt>
                <c:pt idx="1625">
                  <c:v>1.625</c:v>
                </c:pt>
                <c:pt idx="1626">
                  <c:v>1.6259999999999999</c:v>
                </c:pt>
                <c:pt idx="1627">
                  <c:v>1.627</c:v>
                </c:pt>
                <c:pt idx="1628">
                  <c:v>1.6279999999999999</c:v>
                </c:pt>
                <c:pt idx="1629">
                  <c:v>1.629</c:v>
                </c:pt>
                <c:pt idx="1630">
                  <c:v>1.63</c:v>
                </c:pt>
                <c:pt idx="1631">
                  <c:v>1.631</c:v>
                </c:pt>
                <c:pt idx="1632">
                  <c:v>1.6319999999999999</c:v>
                </c:pt>
                <c:pt idx="1633">
                  <c:v>1.633</c:v>
                </c:pt>
                <c:pt idx="1634">
                  <c:v>1.6339999999999999</c:v>
                </c:pt>
                <c:pt idx="1635">
                  <c:v>1.635</c:v>
                </c:pt>
                <c:pt idx="1636">
                  <c:v>1.6359999999999999</c:v>
                </c:pt>
                <c:pt idx="1637">
                  <c:v>1.637</c:v>
                </c:pt>
                <c:pt idx="1638">
                  <c:v>1.6379999999999999</c:v>
                </c:pt>
                <c:pt idx="1639">
                  <c:v>1.639</c:v>
                </c:pt>
                <c:pt idx="1640">
                  <c:v>1.64</c:v>
                </c:pt>
                <c:pt idx="1641">
                  <c:v>1.641</c:v>
                </c:pt>
                <c:pt idx="1642">
                  <c:v>1.6419999999999999</c:v>
                </c:pt>
                <c:pt idx="1643">
                  <c:v>1.643</c:v>
                </c:pt>
                <c:pt idx="1644">
                  <c:v>1.6439999999999999</c:v>
                </c:pt>
                <c:pt idx="1645">
                  <c:v>1.645</c:v>
                </c:pt>
                <c:pt idx="1646">
                  <c:v>1.6459999999999999</c:v>
                </c:pt>
                <c:pt idx="1647">
                  <c:v>1.647</c:v>
                </c:pt>
                <c:pt idx="1648">
                  <c:v>1.6479999999999999</c:v>
                </c:pt>
                <c:pt idx="1649">
                  <c:v>1.649</c:v>
                </c:pt>
                <c:pt idx="1650">
                  <c:v>1.65</c:v>
                </c:pt>
                <c:pt idx="1651">
                  <c:v>1.651</c:v>
                </c:pt>
                <c:pt idx="1652">
                  <c:v>1.6519999999999999</c:v>
                </c:pt>
                <c:pt idx="1653">
                  <c:v>1.653</c:v>
                </c:pt>
                <c:pt idx="1654">
                  <c:v>1.6539999999999999</c:v>
                </c:pt>
                <c:pt idx="1655">
                  <c:v>1.655</c:v>
                </c:pt>
                <c:pt idx="1656">
                  <c:v>1.6559999999999999</c:v>
                </c:pt>
                <c:pt idx="1657">
                  <c:v>1.657</c:v>
                </c:pt>
                <c:pt idx="1658">
                  <c:v>1.6579999999999999</c:v>
                </c:pt>
                <c:pt idx="1659">
                  <c:v>1.659</c:v>
                </c:pt>
                <c:pt idx="1660">
                  <c:v>1.66</c:v>
                </c:pt>
                <c:pt idx="1661">
                  <c:v>1.661</c:v>
                </c:pt>
                <c:pt idx="1662">
                  <c:v>1.6619999999999999</c:v>
                </c:pt>
                <c:pt idx="1663">
                  <c:v>1.663</c:v>
                </c:pt>
                <c:pt idx="1664">
                  <c:v>1.6639999999999999</c:v>
                </c:pt>
                <c:pt idx="1665">
                  <c:v>1.665</c:v>
                </c:pt>
                <c:pt idx="1666">
                  <c:v>1.6659999999999999</c:v>
                </c:pt>
                <c:pt idx="1667">
                  <c:v>1.667</c:v>
                </c:pt>
                <c:pt idx="1668">
                  <c:v>1.6679999999999999</c:v>
                </c:pt>
                <c:pt idx="1669">
                  <c:v>1.669</c:v>
                </c:pt>
                <c:pt idx="1670">
                  <c:v>1.67</c:v>
                </c:pt>
                <c:pt idx="1671">
                  <c:v>1.671</c:v>
                </c:pt>
                <c:pt idx="1672">
                  <c:v>1.6719999999999999</c:v>
                </c:pt>
                <c:pt idx="1673">
                  <c:v>1.673</c:v>
                </c:pt>
                <c:pt idx="1674">
                  <c:v>1.6739999999999999</c:v>
                </c:pt>
                <c:pt idx="1675">
                  <c:v>1.675</c:v>
                </c:pt>
                <c:pt idx="1676">
                  <c:v>1.6759999999999999</c:v>
                </c:pt>
                <c:pt idx="1677">
                  <c:v>1.677</c:v>
                </c:pt>
                <c:pt idx="1678">
                  <c:v>1.6779999999999999</c:v>
                </c:pt>
                <c:pt idx="1679">
                  <c:v>1.679</c:v>
                </c:pt>
                <c:pt idx="1680">
                  <c:v>1.68</c:v>
                </c:pt>
                <c:pt idx="1681">
                  <c:v>1.681</c:v>
                </c:pt>
                <c:pt idx="1682">
                  <c:v>1.6819999999999999</c:v>
                </c:pt>
                <c:pt idx="1683">
                  <c:v>1.6830000000000001</c:v>
                </c:pt>
                <c:pt idx="1684">
                  <c:v>1.6839999999999999</c:v>
                </c:pt>
                <c:pt idx="1685">
                  <c:v>1.6850000000000001</c:v>
                </c:pt>
                <c:pt idx="1686">
                  <c:v>1.6859999999999999</c:v>
                </c:pt>
                <c:pt idx="1687">
                  <c:v>1.6870000000000001</c:v>
                </c:pt>
                <c:pt idx="1688">
                  <c:v>1.6879999999999999</c:v>
                </c:pt>
                <c:pt idx="1689">
                  <c:v>1.6890000000000001</c:v>
                </c:pt>
                <c:pt idx="1690">
                  <c:v>1.69</c:v>
                </c:pt>
                <c:pt idx="1691">
                  <c:v>1.6910000000000001</c:v>
                </c:pt>
                <c:pt idx="1692">
                  <c:v>1.6919999999999999</c:v>
                </c:pt>
                <c:pt idx="1693">
                  <c:v>1.6930000000000001</c:v>
                </c:pt>
                <c:pt idx="1694">
                  <c:v>1.694</c:v>
                </c:pt>
                <c:pt idx="1695">
                  <c:v>1.6950000000000001</c:v>
                </c:pt>
                <c:pt idx="1696">
                  <c:v>1.696</c:v>
                </c:pt>
                <c:pt idx="1697">
                  <c:v>1.6970000000000001</c:v>
                </c:pt>
                <c:pt idx="1698">
                  <c:v>1.698</c:v>
                </c:pt>
                <c:pt idx="1699">
                  <c:v>1.6990000000000001</c:v>
                </c:pt>
                <c:pt idx="1700">
                  <c:v>1.7</c:v>
                </c:pt>
                <c:pt idx="1701">
                  <c:v>1.7010000000000001</c:v>
                </c:pt>
                <c:pt idx="1702">
                  <c:v>1.702</c:v>
                </c:pt>
                <c:pt idx="1703">
                  <c:v>1.7030000000000001</c:v>
                </c:pt>
                <c:pt idx="1704">
                  <c:v>1.704</c:v>
                </c:pt>
                <c:pt idx="1705">
                  <c:v>1.7050000000000001</c:v>
                </c:pt>
                <c:pt idx="1706">
                  <c:v>1.706</c:v>
                </c:pt>
                <c:pt idx="1707">
                  <c:v>1.7070000000000001</c:v>
                </c:pt>
                <c:pt idx="1708">
                  <c:v>1.708</c:v>
                </c:pt>
                <c:pt idx="1709">
                  <c:v>1.7090000000000001</c:v>
                </c:pt>
                <c:pt idx="1710">
                  <c:v>1.71</c:v>
                </c:pt>
                <c:pt idx="1711">
                  <c:v>1.7110000000000001</c:v>
                </c:pt>
                <c:pt idx="1712">
                  <c:v>1.712</c:v>
                </c:pt>
                <c:pt idx="1713">
                  <c:v>1.7130000000000001</c:v>
                </c:pt>
                <c:pt idx="1714">
                  <c:v>1.714</c:v>
                </c:pt>
                <c:pt idx="1715">
                  <c:v>1.7150000000000001</c:v>
                </c:pt>
                <c:pt idx="1716">
                  <c:v>1.716</c:v>
                </c:pt>
                <c:pt idx="1717">
                  <c:v>1.7170000000000001</c:v>
                </c:pt>
                <c:pt idx="1718">
                  <c:v>1.718</c:v>
                </c:pt>
                <c:pt idx="1719">
                  <c:v>1.7190000000000001</c:v>
                </c:pt>
                <c:pt idx="1720">
                  <c:v>1.72</c:v>
                </c:pt>
                <c:pt idx="1721">
                  <c:v>1.7210000000000001</c:v>
                </c:pt>
                <c:pt idx="1722">
                  <c:v>1.722</c:v>
                </c:pt>
                <c:pt idx="1723">
                  <c:v>1.7230000000000001</c:v>
                </c:pt>
                <c:pt idx="1724">
                  <c:v>1.724</c:v>
                </c:pt>
                <c:pt idx="1725">
                  <c:v>1.7250000000000001</c:v>
                </c:pt>
                <c:pt idx="1726">
                  <c:v>1.726</c:v>
                </c:pt>
                <c:pt idx="1727">
                  <c:v>1.7270000000000001</c:v>
                </c:pt>
                <c:pt idx="1728">
                  <c:v>1.728</c:v>
                </c:pt>
                <c:pt idx="1729">
                  <c:v>1.7290000000000001</c:v>
                </c:pt>
                <c:pt idx="1730">
                  <c:v>1.73</c:v>
                </c:pt>
                <c:pt idx="1731">
                  <c:v>1.7310000000000001</c:v>
                </c:pt>
                <c:pt idx="1732">
                  <c:v>1.732</c:v>
                </c:pt>
                <c:pt idx="1733">
                  <c:v>1.7330000000000001</c:v>
                </c:pt>
                <c:pt idx="1734">
                  <c:v>1.734</c:v>
                </c:pt>
                <c:pt idx="1735">
                  <c:v>1.7350000000000001</c:v>
                </c:pt>
                <c:pt idx="1736">
                  <c:v>1.736</c:v>
                </c:pt>
                <c:pt idx="1737">
                  <c:v>1.7370000000000001</c:v>
                </c:pt>
                <c:pt idx="1738">
                  <c:v>1.738</c:v>
                </c:pt>
                <c:pt idx="1739">
                  <c:v>1.7390000000000001</c:v>
                </c:pt>
                <c:pt idx="1740">
                  <c:v>1.74</c:v>
                </c:pt>
                <c:pt idx="1741">
                  <c:v>1.7410000000000001</c:v>
                </c:pt>
                <c:pt idx="1742">
                  <c:v>1.742</c:v>
                </c:pt>
                <c:pt idx="1743">
                  <c:v>1.7430000000000001</c:v>
                </c:pt>
                <c:pt idx="1744">
                  <c:v>1.744</c:v>
                </c:pt>
                <c:pt idx="1745">
                  <c:v>1.7450000000000001</c:v>
                </c:pt>
                <c:pt idx="1746">
                  <c:v>1.746</c:v>
                </c:pt>
                <c:pt idx="1747">
                  <c:v>1.7470000000000001</c:v>
                </c:pt>
                <c:pt idx="1748">
                  <c:v>1.748</c:v>
                </c:pt>
                <c:pt idx="1749">
                  <c:v>1.7490000000000001</c:v>
                </c:pt>
                <c:pt idx="1750">
                  <c:v>1.75</c:v>
                </c:pt>
                <c:pt idx="1751">
                  <c:v>1.7509999999999999</c:v>
                </c:pt>
                <c:pt idx="1752">
                  <c:v>1.752</c:v>
                </c:pt>
                <c:pt idx="1753">
                  <c:v>1.7529999999999999</c:v>
                </c:pt>
                <c:pt idx="1754">
                  <c:v>1.754</c:v>
                </c:pt>
                <c:pt idx="1755">
                  <c:v>1.7549999999999999</c:v>
                </c:pt>
                <c:pt idx="1756">
                  <c:v>1.756</c:v>
                </c:pt>
                <c:pt idx="1757">
                  <c:v>1.7569999999999999</c:v>
                </c:pt>
                <c:pt idx="1758">
                  <c:v>1.758</c:v>
                </c:pt>
                <c:pt idx="1759">
                  <c:v>1.7589999999999999</c:v>
                </c:pt>
                <c:pt idx="1760">
                  <c:v>1.76</c:v>
                </c:pt>
                <c:pt idx="1761">
                  <c:v>1.7609999999999999</c:v>
                </c:pt>
                <c:pt idx="1762">
                  <c:v>1.762</c:v>
                </c:pt>
                <c:pt idx="1763">
                  <c:v>1.7629999999999999</c:v>
                </c:pt>
                <c:pt idx="1764">
                  <c:v>1.764</c:v>
                </c:pt>
                <c:pt idx="1765">
                  <c:v>1.7649999999999999</c:v>
                </c:pt>
                <c:pt idx="1766">
                  <c:v>1.766</c:v>
                </c:pt>
                <c:pt idx="1767">
                  <c:v>1.7669999999999999</c:v>
                </c:pt>
                <c:pt idx="1768">
                  <c:v>1.768</c:v>
                </c:pt>
                <c:pt idx="1769">
                  <c:v>1.7689999999999999</c:v>
                </c:pt>
                <c:pt idx="1770">
                  <c:v>1.77</c:v>
                </c:pt>
                <c:pt idx="1771">
                  <c:v>1.7709999999999999</c:v>
                </c:pt>
                <c:pt idx="1772">
                  <c:v>1.772</c:v>
                </c:pt>
                <c:pt idx="1773">
                  <c:v>1.7729999999999999</c:v>
                </c:pt>
                <c:pt idx="1774">
                  <c:v>1.774</c:v>
                </c:pt>
                <c:pt idx="1775">
                  <c:v>1.7749999999999999</c:v>
                </c:pt>
                <c:pt idx="1776">
                  <c:v>1.776</c:v>
                </c:pt>
                <c:pt idx="1777">
                  <c:v>1.7769999999999999</c:v>
                </c:pt>
                <c:pt idx="1778">
                  <c:v>1.778</c:v>
                </c:pt>
                <c:pt idx="1779">
                  <c:v>1.7789999999999999</c:v>
                </c:pt>
                <c:pt idx="1780">
                  <c:v>1.78</c:v>
                </c:pt>
                <c:pt idx="1781">
                  <c:v>1.7809999999999999</c:v>
                </c:pt>
                <c:pt idx="1782">
                  <c:v>1.782</c:v>
                </c:pt>
                <c:pt idx="1783">
                  <c:v>1.7829999999999999</c:v>
                </c:pt>
                <c:pt idx="1784">
                  <c:v>1.784</c:v>
                </c:pt>
                <c:pt idx="1785">
                  <c:v>1.7849999999999999</c:v>
                </c:pt>
                <c:pt idx="1786">
                  <c:v>1.786</c:v>
                </c:pt>
                <c:pt idx="1787">
                  <c:v>1.7869999999999999</c:v>
                </c:pt>
                <c:pt idx="1788">
                  <c:v>1.788</c:v>
                </c:pt>
                <c:pt idx="1789">
                  <c:v>1.7889999999999999</c:v>
                </c:pt>
                <c:pt idx="1790">
                  <c:v>1.79</c:v>
                </c:pt>
                <c:pt idx="1791">
                  <c:v>1.7909999999999999</c:v>
                </c:pt>
                <c:pt idx="1792">
                  <c:v>1.792</c:v>
                </c:pt>
                <c:pt idx="1793">
                  <c:v>1.7929999999999999</c:v>
                </c:pt>
                <c:pt idx="1794">
                  <c:v>1.794</c:v>
                </c:pt>
                <c:pt idx="1795">
                  <c:v>1.7949999999999999</c:v>
                </c:pt>
                <c:pt idx="1796">
                  <c:v>1.796</c:v>
                </c:pt>
                <c:pt idx="1797">
                  <c:v>1.7969999999999999</c:v>
                </c:pt>
                <c:pt idx="1798">
                  <c:v>1.798</c:v>
                </c:pt>
                <c:pt idx="1799">
                  <c:v>1.7989999999999999</c:v>
                </c:pt>
                <c:pt idx="1800">
                  <c:v>1.8</c:v>
                </c:pt>
                <c:pt idx="1801">
                  <c:v>1.8009999999999999</c:v>
                </c:pt>
                <c:pt idx="1802">
                  <c:v>1.802</c:v>
                </c:pt>
                <c:pt idx="1803">
                  <c:v>1.8029999999999999</c:v>
                </c:pt>
                <c:pt idx="1804">
                  <c:v>1.804</c:v>
                </c:pt>
                <c:pt idx="1805">
                  <c:v>1.8049999999999999</c:v>
                </c:pt>
                <c:pt idx="1806">
                  <c:v>1.806</c:v>
                </c:pt>
                <c:pt idx="1807">
                  <c:v>1.8069999999999999</c:v>
                </c:pt>
                <c:pt idx="1808">
                  <c:v>1.8080000000000001</c:v>
                </c:pt>
                <c:pt idx="1809">
                  <c:v>1.8089999999999999</c:v>
                </c:pt>
                <c:pt idx="1810">
                  <c:v>1.81</c:v>
                </c:pt>
                <c:pt idx="1811">
                  <c:v>1.8109999999999999</c:v>
                </c:pt>
                <c:pt idx="1812">
                  <c:v>1.8120000000000001</c:v>
                </c:pt>
                <c:pt idx="1813">
                  <c:v>1.8129999999999999</c:v>
                </c:pt>
                <c:pt idx="1814">
                  <c:v>1.8140000000000001</c:v>
                </c:pt>
                <c:pt idx="1815">
                  <c:v>1.8149999999999999</c:v>
                </c:pt>
                <c:pt idx="1816">
                  <c:v>1.8160000000000001</c:v>
                </c:pt>
                <c:pt idx="1817">
                  <c:v>1.8169999999999999</c:v>
                </c:pt>
                <c:pt idx="1818">
                  <c:v>1.8180000000000001</c:v>
                </c:pt>
                <c:pt idx="1819">
                  <c:v>1.819</c:v>
                </c:pt>
                <c:pt idx="1820">
                  <c:v>1.82</c:v>
                </c:pt>
                <c:pt idx="1821">
                  <c:v>1.821</c:v>
                </c:pt>
                <c:pt idx="1822">
                  <c:v>1.8220000000000001</c:v>
                </c:pt>
                <c:pt idx="1823">
                  <c:v>1.823</c:v>
                </c:pt>
                <c:pt idx="1824">
                  <c:v>1.8240000000000001</c:v>
                </c:pt>
                <c:pt idx="1825">
                  <c:v>1.825</c:v>
                </c:pt>
                <c:pt idx="1826">
                  <c:v>1.8260000000000001</c:v>
                </c:pt>
                <c:pt idx="1827">
                  <c:v>1.827</c:v>
                </c:pt>
                <c:pt idx="1828">
                  <c:v>1.8280000000000001</c:v>
                </c:pt>
                <c:pt idx="1829">
                  <c:v>1.829</c:v>
                </c:pt>
                <c:pt idx="1830">
                  <c:v>1.83</c:v>
                </c:pt>
                <c:pt idx="1831">
                  <c:v>1.831</c:v>
                </c:pt>
                <c:pt idx="1832">
                  <c:v>1.8320000000000001</c:v>
                </c:pt>
                <c:pt idx="1833">
                  <c:v>1.833</c:v>
                </c:pt>
                <c:pt idx="1834">
                  <c:v>1.8340000000000001</c:v>
                </c:pt>
                <c:pt idx="1835">
                  <c:v>1.835</c:v>
                </c:pt>
                <c:pt idx="1836">
                  <c:v>1.8360000000000001</c:v>
                </c:pt>
                <c:pt idx="1837">
                  <c:v>1.837</c:v>
                </c:pt>
                <c:pt idx="1838">
                  <c:v>1.8380000000000001</c:v>
                </c:pt>
                <c:pt idx="1839">
                  <c:v>1.839</c:v>
                </c:pt>
                <c:pt idx="1840">
                  <c:v>1.84</c:v>
                </c:pt>
                <c:pt idx="1841">
                  <c:v>1.841</c:v>
                </c:pt>
                <c:pt idx="1842">
                  <c:v>1.8420000000000001</c:v>
                </c:pt>
                <c:pt idx="1843">
                  <c:v>1.843</c:v>
                </c:pt>
                <c:pt idx="1844">
                  <c:v>1.8440000000000001</c:v>
                </c:pt>
                <c:pt idx="1845">
                  <c:v>1.845</c:v>
                </c:pt>
                <c:pt idx="1846">
                  <c:v>1.8460000000000001</c:v>
                </c:pt>
                <c:pt idx="1847">
                  <c:v>1.847</c:v>
                </c:pt>
                <c:pt idx="1848">
                  <c:v>1.8480000000000001</c:v>
                </c:pt>
                <c:pt idx="1849">
                  <c:v>1.849</c:v>
                </c:pt>
                <c:pt idx="1850">
                  <c:v>1.85</c:v>
                </c:pt>
                <c:pt idx="1851">
                  <c:v>1.851</c:v>
                </c:pt>
                <c:pt idx="1852">
                  <c:v>1.8520000000000001</c:v>
                </c:pt>
                <c:pt idx="1853">
                  <c:v>1.853</c:v>
                </c:pt>
                <c:pt idx="1854">
                  <c:v>1.8540000000000001</c:v>
                </c:pt>
                <c:pt idx="1855">
                  <c:v>1.855</c:v>
                </c:pt>
                <c:pt idx="1856">
                  <c:v>1.8560000000000001</c:v>
                </c:pt>
                <c:pt idx="1857">
                  <c:v>1.857</c:v>
                </c:pt>
                <c:pt idx="1858">
                  <c:v>1.8580000000000001</c:v>
                </c:pt>
                <c:pt idx="1859">
                  <c:v>1.859</c:v>
                </c:pt>
                <c:pt idx="1860">
                  <c:v>1.86</c:v>
                </c:pt>
                <c:pt idx="1861">
                  <c:v>1.861</c:v>
                </c:pt>
                <c:pt idx="1862">
                  <c:v>1.8620000000000001</c:v>
                </c:pt>
                <c:pt idx="1863">
                  <c:v>1.863</c:v>
                </c:pt>
                <c:pt idx="1864">
                  <c:v>1.8640000000000001</c:v>
                </c:pt>
                <c:pt idx="1865">
                  <c:v>1.865</c:v>
                </c:pt>
                <c:pt idx="1866">
                  <c:v>1.8660000000000001</c:v>
                </c:pt>
                <c:pt idx="1867">
                  <c:v>1.867</c:v>
                </c:pt>
                <c:pt idx="1868">
                  <c:v>1.8680000000000001</c:v>
                </c:pt>
                <c:pt idx="1869">
                  <c:v>1.869</c:v>
                </c:pt>
                <c:pt idx="1870">
                  <c:v>1.87</c:v>
                </c:pt>
                <c:pt idx="1871">
                  <c:v>1.871</c:v>
                </c:pt>
                <c:pt idx="1872">
                  <c:v>1.8720000000000001</c:v>
                </c:pt>
                <c:pt idx="1873">
                  <c:v>1.873</c:v>
                </c:pt>
                <c:pt idx="1874">
                  <c:v>1.8740000000000001</c:v>
                </c:pt>
                <c:pt idx="1875">
                  <c:v>1.875</c:v>
                </c:pt>
                <c:pt idx="1876">
                  <c:v>1.8759999999999999</c:v>
                </c:pt>
                <c:pt idx="1877">
                  <c:v>1.877</c:v>
                </c:pt>
                <c:pt idx="1878">
                  <c:v>1.8779999999999999</c:v>
                </c:pt>
                <c:pt idx="1879">
                  <c:v>1.879</c:v>
                </c:pt>
                <c:pt idx="1880">
                  <c:v>1.88</c:v>
                </c:pt>
                <c:pt idx="1881">
                  <c:v>1.881</c:v>
                </c:pt>
                <c:pt idx="1882">
                  <c:v>1.8819999999999999</c:v>
                </c:pt>
                <c:pt idx="1883">
                  <c:v>1.883</c:v>
                </c:pt>
                <c:pt idx="1884">
                  <c:v>1.8839999999999999</c:v>
                </c:pt>
                <c:pt idx="1885">
                  <c:v>1.885</c:v>
                </c:pt>
                <c:pt idx="1886">
                  <c:v>1.8859999999999999</c:v>
                </c:pt>
                <c:pt idx="1887">
                  <c:v>1.887</c:v>
                </c:pt>
                <c:pt idx="1888">
                  <c:v>1.8879999999999999</c:v>
                </c:pt>
                <c:pt idx="1889">
                  <c:v>1.889</c:v>
                </c:pt>
                <c:pt idx="1890">
                  <c:v>1.89</c:v>
                </c:pt>
                <c:pt idx="1891">
                  <c:v>1.891</c:v>
                </c:pt>
                <c:pt idx="1892">
                  <c:v>1.8919999999999999</c:v>
                </c:pt>
                <c:pt idx="1893">
                  <c:v>1.893</c:v>
                </c:pt>
                <c:pt idx="1894">
                  <c:v>1.8939999999999999</c:v>
                </c:pt>
                <c:pt idx="1895">
                  <c:v>1.895</c:v>
                </c:pt>
                <c:pt idx="1896">
                  <c:v>1.8959999999999999</c:v>
                </c:pt>
                <c:pt idx="1897">
                  <c:v>1.897</c:v>
                </c:pt>
                <c:pt idx="1898">
                  <c:v>1.8979999999999999</c:v>
                </c:pt>
                <c:pt idx="1899">
                  <c:v>1.899</c:v>
                </c:pt>
                <c:pt idx="1900">
                  <c:v>1.9</c:v>
                </c:pt>
                <c:pt idx="1901">
                  <c:v>1.901</c:v>
                </c:pt>
                <c:pt idx="1902">
                  <c:v>1.9019999999999999</c:v>
                </c:pt>
                <c:pt idx="1903">
                  <c:v>1.903</c:v>
                </c:pt>
                <c:pt idx="1904">
                  <c:v>1.9039999999999999</c:v>
                </c:pt>
                <c:pt idx="1905">
                  <c:v>1.905</c:v>
                </c:pt>
                <c:pt idx="1906">
                  <c:v>1.9059999999999999</c:v>
                </c:pt>
                <c:pt idx="1907">
                  <c:v>1.907</c:v>
                </c:pt>
                <c:pt idx="1908">
                  <c:v>1.9079999999999999</c:v>
                </c:pt>
                <c:pt idx="1909">
                  <c:v>1.909</c:v>
                </c:pt>
                <c:pt idx="1910">
                  <c:v>1.91</c:v>
                </c:pt>
                <c:pt idx="1911">
                  <c:v>1.911</c:v>
                </c:pt>
                <c:pt idx="1912">
                  <c:v>1.9119999999999999</c:v>
                </c:pt>
                <c:pt idx="1913">
                  <c:v>1.913</c:v>
                </c:pt>
                <c:pt idx="1914">
                  <c:v>1.9139999999999999</c:v>
                </c:pt>
                <c:pt idx="1915">
                  <c:v>1.915</c:v>
                </c:pt>
                <c:pt idx="1916">
                  <c:v>1.9159999999999999</c:v>
                </c:pt>
                <c:pt idx="1917">
                  <c:v>1.917</c:v>
                </c:pt>
                <c:pt idx="1918">
                  <c:v>1.9179999999999999</c:v>
                </c:pt>
                <c:pt idx="1919">
                  <c:v>1.919</c:v>
                </c:pt>
                <c:pt idx="1920">
                  <c:v>1.92</c:v>
                </c:pt>
                <c:pt idx="1921">
                  <c:v>1.921</c:v>
                </c:pt>
                <c:pt idx="1922">
                  <c:v>1.9219999999999999</c:v>
                </c:pt>
                <c:pt idx="1923">
                  <c:v>1.923</c:v>
                </c:pt>
                <c:pt idx="1924">
                  <c:v>1.9239999999999999</c:v>
                </c:pt>
                <c:pt idx="1925">
                  <c:v>1.925</c:v>
                </c:pt>
                <c:pt idx="1926">
                  <c:v>1.9259999999999999</c:v>
                </c:pt>
                <c:pt idx="1927">
                  <c:v>1.927</c:v>
                </c:pt>
                <c:pt idx="1928">
                  <c:v>1.9279999999999999</c:v>
                </c:pt>
                <c:pt idx="1929">
                  <c:v>1.929</c:v>
                </c:pt>
                <c:pt idx="1930">
                  <c:v>1.93</c:v>
                </c:pt>
                <c:pt idx="1931">
                  <c:v>1.931</c:v>
                </c:pt>
                <c:pt idx="1932">
                  <c:v>1.9319999999999999</c:v>
                </c:pt>
                <c:pt idx="1933">
                  <c:v>1.9330000000000001</c:v>
                </c:pt>
                <c:pt idx="1934">
                  <c:v>1.9339999999999999</c:v>
                </c:pt>
                <c:pt idx="1935">
                  <c:v>1.9350000000000001</c:v>
                </c:pt>
                <c:pt idx="1936">
                  <c:v>1.9359999999999999</c:v>
                </c:pt>
                <c:pt idx="1937">
                  <c:v>1.9370000000000001</c:v>
                </c:pt>
                <c:pt idx="1938">
                  <c:v>1.9379999999999999</c:v>
                </c:pt>
                <c:pt idx="1939">
                  <c:v>1.9390000000000001</c:v>
                </c:pt>
                <c:pt idx="1940">
                  <c:v>1.94</c:v>
                </c:pt>
                <c:pt idx="1941">
                  <c:v>1.9410000000000001</c:v>
                </c:pt>
                <c:pt idx="1942">
                  <c:v>1.9419999999999999</c:v>
                </c:pt>
                <c:pt idx="1943">
                  <c:v>1.9430000000000001</c:v>
                </c:pt>
                <c:pt idx="1944">
                  <c:v>1.944</c:v>
                </c:pt>
                <c:pt idx="1945">
                  <c:v>1.9450000000000001</c:v>
                </c:pt>
                <c:pt idx="1946">
                  <c:v>1.946</c:v>
                </c:pt>
                <c:pt idx="1947">
                  <c:v>1.9470000000000001</c:v>
                </c:pt>
                <c:pt idx="1948">
                  <c:v>1.948</c:v>
                </c:pt>
                <c:pt idx="1949">
                  <c:v>1.9490000000000001</c:v>
                </c:pt>
                <c:pt idx="1950">
                  <c:v>1.95</c:v>
                </c:pt>
                <c:pt idx="1951">
                  <c:v>1.9510000000000001</c:v>
                </c:pt>
                <c:pt idx="1952">
                  <c:v>1.952</c:v>
                </c:pt>
                <c:pt idx="1953">
                  <c:v>1.9530000000000001</c:v>
                </c:pt>
                <c:pt idx="1954">
                  <c:v>1.954</c:v>
                </c:pt>
                <c:pt idx="1955">
                  <c:v>1.9550000000000001</c:v>
                </c:pt>
                <c:pt idx="1956">
                  <c:v>1.956</c:v>
                </c:pt>
                <c:pt idx="1957">
                  <c:v>1.9570000000000001</c:v>
                </c:pt>
                <c:pt idx="1958">
                  <c:v>1.958</c:v>
                </c:pt>
                <c:pt idx="1959">
                  <c:v>1.9590000000000001</c:v>
                </c:pt>
                <c:pt idx="1960">
                  <c:v>1.96</c:v>
                </c:pt>
                <c:pt idx="1961">
                  <c:v>1.9610000000000001</c:v>
                </c:pt>
                <c:pt idx="1962">
                  <c:v>1.962</c:v>
                </c:pt>
                <c:pt idx="1963">
                  <c:v>1.9630000000000001</c:v>
                </c:pt>
                <c:pt idx="1964">
                  <c:v>1.964</c:v>
                </c:pt>
                <c:pt idx="1965">
                  <c:v>1.9650000000000001</c:v>
                </c:pt>
                <c:pt idx="1966">
                  <c:v>1.966</c:v>
                </c:pt>
                <c:pt idx="1967">
                  <c:v>1.9670000000000001</c:v>
                </c:pt>
                <c:pt idx="1968">
                  <c:v>1.968</c:v>
                </c:pt>
                <c:pt idx="1969">
                  <c:v>1.9690000000000001</c:v>
                </c:pt>
                <c:pt idx="1970">
                  <c:v>1.97</c:v>
                </c:pt>
                <c:pt idx="1971">
                  <c:v>1.9710000000000001</c:v>
                </c:pt>
                <c:pt idx="1972">
                  <c:v>1.972</c:v>
                </c:pt>
                <c:pt idx="1973">
                  <c:v>1.9730000000000001</c:v>
                </c:pt>
                <c:pt idx="1974">
                  <c:v>1.974</c:v>
                </c:pt>
                <c:pt idx="1975">
                  <c:v>1.9750000000000001</c:v>
                </c:pt>
                <c:pt idx="1976">
                  <c:v>1.976</c:v>
                </c:pt>
                <c:pt idx="1977">
                  <c:v>1.9770000000000001</c:v>
                </c:pt>
                <c:pt idx="1978">
                  <c:v>1.978</c:v>
                </c:pt>
                <c:pt idx="1979">
                  <c:v>1.9790000000000001</c:v>
                </c:pt>
                <c:pt idx="1980">
                  <c:v>1.98</c:v>
                </c:pt>
                <c:pt idx="1981">
                  <c:v>1.9810000000000001</c:v>
                </c:pt>
                <c:pt idx="1982">
                  <c:v>1.982</c:v>
                </c:pt>
                <c:pt idx="1983">
                  <c:v>1.9830000000000001</c:v>
                </c:pt>
                <c:pt idx="1984">
                  <c:v>1.984</c:v>
                </c:pt>
                <c:pt idx="1985">
                  <c:v>1.9850000000000001</c:v>
                </c:pt>
                <c:pt idx="1986">
                  <c:v>1.986</c:v>
                </c:pt>
                <c:pt idx="1987">
                  <c:v>1.9870000000000001</c:v>
                </c:pt>
                <c:pt idx="1988">
                  <c:v>1.988</c:v>
                </c:pt>
                <c:pt idx="1989">
                  <c:v>1.9890000000000001</c:v>
                </c:pt>
                <c:pt idx="1990">
                  <c:v>1.99</c:v>
                </c:pt>
                <c:pt idx="1991">
                  <c:v>1.9910000000000001</c:v>
                </c:pt>
                <c:pt idx="1992">
                  <c:v>1.992</c:v>
                </c:pt>
                <c:pt idx="1993">
                  <c:v>1.9930000000000001</c:v>
                </c:pt>
                <c:pt idx="1994">
                  <c:v>1.994</c:v>
                </c:pt>
                <c:pt idx="1995">
                  <c:v>1.9950000000000001</c:v>
                </c:pt>
                <c:pt idx="1996">
                  <c:v>1.996</c:v>
                </c:pt>
                <c:pt idx="1997">
                  <c:v>1.9970000000000001</c:v>
                </c:pt>
                <c:pt idx="1998">
                  <c:v>1.998</c:v>
                </c:pt>
                <c:pt idx="1999">
                  <c:v>1.9990000000000001</c:v>
                </c:pt>
                <c:pt idx="2000">
                  <c:v>2</c:v>
                </c:pt>
                <c:pt idx="2001">
                  <c:v>2.0009999999999999</c:v>
                </c:pt>
                <c:pt idx="2002">
                  <c:v>2.0019999999999998</c:v>
                </c:pt>
                <c:pt idx="2003">
                  <c:v>2.0030000000000001</c:v>
                </c:pt>
                <c:pt idx="2004">
                  <c:v>2.004</c:v>
                </c:pt>
                <c:pt idx="2005">
                  <c:v>2.0049999999999999</c:v>
                </c:pt>
                <c:pt idx="2006">
                  <c:v>2.0059999999999998</c:v>
                </c:pt>
                <c:pt idx="2007">
                  <c:v>2.0070000000000001</c:v>
                </c:pt>
                <c:pt idx="2008">
                  <c:v>2.008</c:v>
                </c:pt>
                <c:pt idx="2009">
                  <c:v>2.0089999999999999</c:v>
                </c:pt>
                <c:pt idx="2010">
                  <c:v>2.0099999999999998</c:v>
                </c:pt>
                <c:pt idx="2011">
                  <c:v>2.0110000000000001</c:v>
                </c:pt>
                <c:pt idx="2012">
                  <c:v>2.012</c:v>
                </c:pt>
                <c:pt idx="2013">
                  <c:v>2.0129999999999999</c:v>
                </c:pt>
                <c:pt idx="2014">
                  <c:v>2.0139999999999998</c:v>
                </c:pt>
                <c:pt idx="2015">
                  <c:v>2.0150000000000001</c:v>
                </c:pt>
                <c:pt idx="2016">
                  <c:v>2.016</c:v>
                </c:pt>
                <c:pt idx="2017">
                  <c:v>2.0169999999999999</c:v>
                </c:pt>
                <c:pt idx="2018">
                  <c:v>2.0179999999999998</c:v>
                </c:pt>
                <c:pt idx="2019">
                  <c:v>2.0190000000000001</c:v>
                </c:pt>
                <c:pt idx="2020">
                  <c:v>2.02</c:v>
                </c:pt>
                <c:pt idx="2021">
                  <c:v>2.0209999999999999</c:v>
                </c:pt>
                <c:pt idx="2022">
                  <c:v>2.0219999999999998</c:v>
                </c:pt>
                <c:pt idx="2023">
                  <c:v>2.0230000000000001</c:v>
                </c:pt>
                <c:pt idx="2024">
                  <c:v>2.024</c:v>
                </c:pt>
                <c:pt idx="2025">
                  <c:v>2.0249999999999999</c:v>
                </c:pt>
                <c:pt idx="2026">
                  <c:v>2.0259999999999998</c:v>
                </c:pt>
                <c:pt idx="2027">
                  <c:v>2.0270000000000001</c:v>
                </c:pt>
                <c:pt idx="2028">
                  <c:v>2.028</c:v>
                </c:pt>
                <c:pt idx="2029">
                  <c:v>2.0289999999999999</c:v>
                </c:pt>
                <c:pt idx="2030">
                  <c:v>2.0299999999999998</c:v>
                </c:pt>
                <c:pt idx="2031">
                  <c:v>2.0310000000000001</c:v>
                </c:pt>
                <c:pt idx="2032">
                  <c:v>2.032</c:v>
                </c:pt>
                <c:pt idx="2033">
                  <c:v>2.0329999999999999</c:v>
                </c:pt>
                <c:pt idx="2034">
                  <c:v>2.0339999999999998</c:v>
                </c:pt>
                <c:pt idx="2035">
                  <c:v>2.0350000000000001</c:v>
                </c:pt>
                <c:pt idx="2036">
                  <c:v>2.036</c:v>
                </c:pt>
                <c:pt idx="2037">
                  <c:v>2.0369999999999999</c:v>
                </c:pt>
                <c:pt idx="2038">
                  <c:v>2.0379999999999998</c:v>
                </c:pt>
                <c:pt idx="2039">
                  <c:v>2.0390000000000001</c:v>
                </c:pt>
                <c:pt idx="2040">
                  <c:v>2.04</c:v>
                </c:pt>
                <c:pt idx="2041">
                  <c:v>2.0409999999999999</c:v>
                </c:pt>
                <c:pt idx="2042">
                  <c:v>2.0419999999999998</c:v>
                </c:pt>
                <c:pt idx="2043">
                  <c:v>2.0430000000000001</c:v>
                </c:pt>
                <c:pt idx="2044">
                  <c:v>2.044</c:v>
                </c:pt>
                <c:pt idx="2045">
                  <c:v>2.0449999999999999</c:v>
                </c:pt>
                <c:pt idx="2046">
                  <c:v>2.0459999999999998</c:v>
                </c:pt>
                <c:pt idx="2047">
                  <c:v>2.0470000000000002</c:v>
                </c:pt>
                <c:pt idx="2048">
                  <c:v>2.048</c:v>
                </c:pt>
                <c:pt idx="2049">
                  <c:v>2.0489999999999999</c:v>
                </c:pt>
                <c:pt idx="2050">
                  <c:v>2.0499999999999998</c:v>
                </c:pt>
                <c:pt idx="2051">
                  <c:v>2.0510000000000002</c:v>
                </c:pt>
                <c:pt idx="2052">
                  <c:v>2.052</c:v>
                </c:pt>
                <c:pt idx="2053">
                  <c:v>2.0529999999999999</c:v>
                </c:pt>
                <c:pt idx="2054">
                  <c:v>2.0539999999999998</c:v>
                </c:pt>
                <c:pt idx="2055">
                  <c:v>2.0550000000000002</c:v>
                </c:pt>
                <c:pt idx="2056">
                  <c:v>2.056</c:v>
                </c:pt>
                <c:pt idx="2057">
                  <c:v>2.0569999999999999</c:v>
                </c:pt>
                <c:pt idx="2058">
                  <c:v>2.0579999999999998</c:v>
                </c:pt>
                <c:pt idx="2059">
                  <c:v>2.0590000000000002</c:v>
                </c:pt>
                <c:pt idx="2060">
                  <c:v>2.06</c:v>
                </c:pt>
                <c:pt idx="2061">
                  <c:v>2.0609999999999999</c:v>
                </c:pt>
                <c:pt idx="2062">
                  <c:v>2.0619999999999998</c:v>
                </c:pt>
                <c:pt idx="2063">
                  <c:v>2.0630000000000002</c:v>
                </c:pt>
                <c:pt idx="2064">
                  <c:v>2.0640000000000001</c:v>
                </c:pt>
                <c:pt idx="2065">
                  <c:v>2.0649999999999999</c:v>
                </c:pt>
                <c:pt idx="2066">
                  <c:v>2.0659999999999998</c:v>
                </c:pt>
                <c:pt idx="2067">
                  <c:v>2.0670000000000002</c:v>
                </c:pt>
                <c:pt idx="2068">
                  <c:v>2.0680000000000001</c:v>
                </c:pt>
                <c:pt idx="2069">
                  <c:v>2.069</c:v>
                </c:pt>
                <c:pt idx="2070">
                  <c:v>2.0699999999999998</c:v>
                </c:pt>
                <c:pt idx="2071">
                  <c:v>2.0710000000000002</c:v>
                </c:pt>
                <c:pt idx="2072">
                  <c:v>2.0720000000000001</c:v>
                </c:pt>
                <c:pt idx="2073">
                  <c:v>2.073</c:v>
                </c:pt>
                <c:pt idx="2074">
                  <c:v>2.0739999999999998</c:v>
                </c:pt>
                <c:pt idx="2075">
                  <c:v>2.0750000000000002</c:v>
                </c:pt>
                <c:pt idx="2076">
                  <c:v>2.0760000000000001</c:v>
                </c:pt>
                <c:pt idx="2077">
                  <c:v>2.077</c:v>
                </c:pt>
                <c:pt idx="2078">
                  <c:v>2.0779999999999998</c:v>
                </c:pt>
                <c:pt idx="2079">
                  <c:v>2.0790000000000002</c:v>
                </c:pt>
                <c:pt idx="2080">
                  <c:v>2.08</c:v>
                </c:pt>
                <c:pt idx="2081">
                  <c:v>2.081</c:v>
                </c:pt>
                <c:pt idx="2082">
                  <c:v>2.0819999999999999</c:v>
                </c:pt>
                <c:pt idx="2083">
                  <c:v>2.0830000000000002</c:v>
                </c:pt>
                <c:pt idx="2084">
                  <c:v>2.0840000000000001</c:v>
                </c:pt>
                <c:pt idx="2085">
                  <c:v>2.085</c:v>
                </c:pt>
                <c:pt idx="2086">
                  <c:v>2.0859999999999999</c:v>
                </c:pt>
                <c:pt idx="2087">
                  <c:v>2.0870000000000002</c:v>
                </c:pt>
                <c:pt idx="2088">
                  <c:v>2.0880000000000001</c:v>
                </c:pt>
                <c:pt idx="2089">
                  <c:v>2.089</c:v>
                </c:pt>
                <c:pt idx="2090">
                  <c:v>2.09</c:v>
                </c:pt>
                <c:pt idx="2091">
                  <c:v>2.0910000000000002</c:v>
                </c:pt>
                <c:pt idx="2092">
                  <c:v>2.0920000000000001</c:v>
                </c:pt>
                <c:pt idx="2093">
                  <c:v>2.093</c:v>
                </c:pt>
                <c:pt idx="2094">
                  <c:v>2.0939999999999999</c:v>
                </c:pt>
                <c:pt idx="2095">
                  <c:v>2.0950000000000002</c:v>
                </c:pt>
                <c:pt idx="2096">
                  <c:v>2.0960000000000001</c:v>
                </c:pt>
                <c:pt idx="2097">
                  <c:v>2.097</c:v>
                </c:pt>
                <c:pt idx="2098">
                  <c:v>2.0979999999999999</c:v>
                </c:pt>
                <c:pt idx="2099">
                  <c:v>2.0990000000000002</c:v>
                </c:pt>
                <c:pt idx="2100">
                  <c:v>2.1</c:v>
                </c:pt>
                <c:pt idx="2101">
                  <c:v>2.101</c:v>
                </c:pt>
                <c:pt idx="2102">
                  <c:v>2.1019999999999999</c:v>
                </c:pt>
                <c:pt idx="2103">
                  <c:v>2.1030000000000002</c:v>
                </c:pt>
                <c:pt idx="2104">
                  <c:v>2.1040000000000001</c:v>
                </c:pt>
                <c:pt idx="2105">
                  <c:v>2.105</c:v>
                </c:pt>
                <c:pt idx="2106">
                  <c:v>2.1059999999999999</c:v>
                </c:pt>
                <c:pt idx="2107">
                  <c:v>2.1070000000000002</c:v>
                </c:pt>
                <c:pt idx="2108">
                  <c:v>2.1080000000000001</c:v>
                </c:pt>
                <c:pt idx="2109">
                  <c:v>2.109</c:v>
                </c:pt>
                <c:pt idx="2110">
                  <c:v>2.11</c:v>
                </c:pt>
                <c:pt idx="2111">
                  <c:v>2.1110000000000002</c:v>
                </c:pt>
                <c:pt idx="2112">
                  <c:v>2.1120000000000001</c:v>
                </c:pt>
                <c:pt idx="2113">
                  <c:v>2.113</c:v>
                </c:pt>
                <c:pt idx="2114">
                  <c:v>2.1139999999999999</c:v>
                </c:pt>
                <c:pt idx="2115">
                  <c:v>2.1150000000000002</c:v>
                </c:pt>
                <c:pt idx="2116">
                  <c:v>2.1160000000000001</c:v>
                </c:pt>
                <c:pt idx="2117">
                  <c:v>2.117</c:v>
                </c:pt>
                <c:pt idx="2118">
                  <c:v>2.1179999999999999</c:v>
                </c:pt>
                <c:pt idx="2119">
                  <c:v>2.1190000000000002</c:v>
                </c:pt>
                <c:pt idx="2120">
                  <c:v>2.12</c:v>
                </c:pt>
                <c:pt idx="2121">
                  <c:v>2.121</c:v>
                </c:pt>
                <c:pt idx="2122">
                  <c:v>2.1219999999999999</c:v>
                </c:pt>
                <c:pt idx="2123">
                  <c:v>2.1230000000000002</c:v>
                </c:pt>
                <c:pt idx="2124">
                  <c:v>2.1240000000000001</c:v>
                </c:pt>
                <c:pt idx="2125">
                  <c:v>2.125</c:v>
                </c:pt>
                <c:pt idx="2126">
                  <c:v>2.1259999999999999</c:v>
                </c:pt>
                <c:pt idx="2127">
                  <c:v>2.1269999999999998</c:v>
                </c:pt>
                <c:pt idx="2128">
                  <c:v>2.1280000000000001</c:v>
                </c:pt>
                <c:pt idx="2129">
                  <c:v>2.129</c:v>
                </c:pt>
                <c:pt idx="2130">
                  <c:v>2.13</c:v>
                </c:pt>
                <c:pt idx="2131">
                  <c:v>2.1309999999999998</c:v>
                </c:pt>
                <c:pt idx="2132">
                  <c:v>2.1320000000000001</c:v>
                </c:pt>
                <c:pt idx="2133">
                  <c:v>2.133</c:v>
                </c:pt>
                <c:pt idx="2134">
                  <c:v>2.1339999999999999</c:v>
                </c:pt>
                <c:pt idx="2135">
                  <c:v>2.1349999999999998</c:v>
                </c:pt>
                <c:pt idx="2136">
                  <c:v>2.1360000000000001</c:v>
                </c:pt>
                <c:pt idx="2137">
                  <c:v>2.137</c:v>
                </c:pt>
                <c:pt idx="2138">
                  <c:v>2.1379999999999999</c:v>
                </c:pt>
                <c:pt idx="2139">
                  <c:v>2.1389999999999998</c:v>
                </c:pt>
                <c:pt idx="2140">
                  <c:v>2.14</c:v>
                </c:pt>
                <c:pt idx="2141">
                  <c:v>2.141</c:v>
                </c:pt>
                <c:pt idx="2142">
                  <c:v>2.1419999999999999</c:v>
                </c:pt>
                <c:pt idx="2143">
                  <c:v>2.1429999999999998</c:v>
                </c:pt>
                <c:pt idx="2144">
                  <c:v>2.1440000000000001</c:v>
                </c:pt>
                <c:pt idx="2145">
                  <c:v>2.145</c:v>
                </c:pt>
                <c:pt idx="2146">
                  <c:v>2.1459999999999999</c:v>
                </c:pt>
                <c:pt idx="2147">
                  <c:v>2.1469999999999998</c:v>
                </c:pt>
                <c:pt idx="2148">
                  <c:v>2.1480000000000001</c:v>
                </c:pt>
                <c:pt idx="2149">
                  <c:v>2.149</c:v>
                </c:pt>
                <c:pt idx="2150">
                  <c:v>2.15</c:v>
                </c:pt>
                <c:pt idx="2151">
                  <c:v>2.1509999999999998</c:v>
                </c:pt>
                <c:pt idx="2152">
                  <c:v>2.1520000000000001</c:v>
                </c:pt>
                <c:pt idx="2153">
                  <c:v>2.153</c:v>
                </c:pt>
                <c:pt idx="2154">
                  <c:v>2.1539999999999999</c:v>
                </c:pt>
                <c:pt idx="2155">
                  <c:v>2.1549999999999998</c:v>
                </c:pt>
                <c:pt idx="2156">
                  <c:v>2.1560000000000001</c:v>
                </c:pt>
                <c:pt idx="2157">
                  <c:v>2.157</c:v>
                </c:pt>
                <c:pt idx="2158">
                  <c:v>2.1579999999999999</c:v>
                </c:pt>
                <c:pt idx="2159">
                  <c:v>2.1589999999999998</c:v>
                </c:pt>
                <c:pt idx="2160">
                  <c:v>2.16</c:v>
                </c:pt>
                <c:pt idx="2161">
                  <c:v>2.161</c:v>
                </c:pt>
                <c:pt idx="2162">
                  <c:v>2.1619999999999999</c:v>
                </c:pt>
                <c:pt idx="2163">
                  <c:v>2.1629999999999998</c:v>
                </c:pt>
                <c:pt idx="2164">
                  <c:v>2.1640000000000001</c:v>
                </c:pt>
                <c:pt idx="2165">
                  <c:v>2.165</c:v>
                </c:pt>
                <c:pt idx="2166">
                  <c:v>2.1659999999999999</c:v>
                </c:pt>
                <c:pt idx="2167">
                  <c:v>2.1669999999999998</c:v>
                </c:pt>
                <c:pt idx="2168">
                  <c:v>2.1680000000000001</c:v>
                </c:pt>
                <c:pt idx="2169">
                  <c:v>2.169</c:v>
                </c:pt>
                <c:pt idx="2170">
                  <c:v>2.17</c:v>
                </c:pt>
                <c:pt idx="2171">
                  <c:v>2.1709999999999998</c:v>
                </c:pt>
                <c:pt idx="2172">
                  <c:v>2.1720000000000002</c:v>
                </c:pt>
                <c:pt idx="2173">
                  <c:v>2.173</c:v>
                </c:pt>
                <c:pt idx="2174">
                  <c:v>2.1739999999999999</c:v>
                </c:pt>
                <c:pt idx="2175">
                  <c:v>2.1749999999999998</c:v>
                </c:pt>
                <c:pt idx="2176">
                  <c:v>2.1760000000000002</c:v>
                </c:pt>
                <c:pt idx="2177">
                  <c:v>2.177</c:v>
                </c:pt>
                <c:pt idx="2178">
                  <c:v>2.1779999999999999</c:v>
                </c:pt>
                <c:pt idx="2179">
                  <c:v>2.1789999999999998</c:v>
                </c:pt>
                <c:pt idx="2180">
                  <c:v>2.1800000000000002</c:v>
                </c:pt>
                <c:pt idx="2181">
                  <c:v>2.181</c:v>
                </c:pt>
                <c:pt idx="2182">
                  <c:v>2.1819999999999999</c:v>
                </c:pt>
                <c:pt idx="2183">
                  <c:v>2.1829999999999998</c:v>
                </c:pt>
                <c:pt idx="2184">
                  <c:v>2.1840000000000002</c:v>
                </c:pt>
                <c:pt idx="2185">
                  <c:v>2.1850000000000001</c:v>
                </c:pt>
                <c:pt idx="2186">
                  <c:v>2.1859999999999999</c:v>
                </c:pt>
                <c:pt idx="2187">
                  <c:v>2.1869999999999998</c:v>
                </c:pt>
                <c:pt idx="2188">
                  <c:v>2.1880000000000002</c:v>
                </c:pt>
                <c:pt idx="2189">
                  <c:v>2.1890000000000001</c:v>
                </c:pt>
                <c:pt idx="2190">
                  <c:v>2.19</c:v>
                </c:pt>
                <c:pt idx="2191">
                  <c:v>2.1909999999999998</c:v>
                </c:pt>
                <c:pt idx="2192">
                  <c:v>2.1920000000000002</c:v>
                </c:pt>
                <c:pt idx="2193">
                  <c:v>2.1930000000000001</c:v>
                </c:pt>
                <c:pt idx="2194">
                  <c:v>2.194</c:v>
                </c:pt>
                <c:pt idx="2195">
                  <c:v>2.1949999999999998</c:v>
                </c:pt>
                <c:pt idx="2196">
                  <c:v>2.1960000000000002</c:v>
                </c:pt>
                <c:pt idx="2197">
                  <c:v>2.1970000000000001</c:v>
                </c:pt>
                <c:pt idx="2198">
                  <c:v>2.198</c:v>
                </c:pt>
                <c:pt idx="2199">
                  <c:v>2.1989999999999998</c:v>
                </c:pt>
                <c:pt idx="2200">
                  <c:v>2.2000000000000002</c:v>
                </c:pt>
                <c:pt idx="2201">
                  <c:v>2.2010000000000001</c:v>
                </c:pt>
                <c:pt idx="2202">
                  <c:v>2.202</c:v>
                </c:pt>
                <c:pt idx="2203">
                  <c:v>2.2029999999999998</c:v>
                </c:pt>
                <c:pt idx="2204">
                  <c:v>2.2040000000000002</c:v>
                </c:pt>
                <c:pt idx="2205">
                  <c:v>2.2050000000000001</c:v>
                </c:pt>
                <c:pt idx="2206">
                  <c:v>2.206</c:v>
                </c:pt>
                <c:pt idx="2207">
                  <c:v>2.2069999999999999</c:v>
                </c:pt>
                <c:pt idx="2208">
                  <c:v>2.2080000000000002</c:v>
                </c:pt>
                <c:pt idx="2209">
                  <c:v>2.2090000000000001</c:v>
                </c:pt>
                <c:pt idx="2210">
                  <c:v>2.21</c:v>
                </c:pt>
                <c:pt idx="2211">
                  <c:v>2.2109999999999999</c:v>
                </c:pt>
                <c:pt idx="2212">
                  <c:v>2.2120000000000002</c:v>
                </c:pt>
                <c:pt idx="2213">
                  <c:v>2.2130000000000001</c:v>
                </c:pt>
                <c:pt idx="2214">
                  <c:v>2.214</c:v>
                </c:pt>
                <c:pt idx="2215">
                  <c:v>2.2149999999999999</c:v>
                </c:pt>
                <c:pt idx="2216">
                  <c:v>2.2160000000000002</c:v>
                </c:pt>
                <c:pt idx="2217">
                  <c:v>2.2170000000000001</c:v>
                </c:pt>
                <c:pt idx="2218">
                  <c:v>2.218</c:v>
                </c:pt>
                <c:pt idx="2219">
                  <c:v>2.2189999999999999</c:v>
                </c:pt>
                <c:pt idx="2220">
                  <c:v>2.2200000000000002</c:v>
                </c:pt>
                <c:pt idx="2221">
                  <c:v>2.2210000000000001</c:v>
                </c:pt>
                <c:pt idx="2222">
                  <c:v>2.222</c:v>
                </c:pt>
                <c:pt idx="2223">
                  <c:v>2.2229999999999999</c:v>
                </c:pt>
                <c:pt idx="2224">
                  <c:v>2.2240000000000002</c:v>
                </c:pt>
                <c:pt idx="2225">
                  <c:v>2.2250000000000001</c:v>
                </c:pt>
                <c:pt idx="2226">
                  <c:v>2.226</c:v>
                </c:pt>
                <c:pt idx="2227">
                  <c:v>2.2269999999999999</c:v>
                </c:pt>
                <c:pt idx="2228">
                  <c:v>2.2280000000000002</c:v>
                </c:pt>
                <c:pt idx="2229">
                  <c:v>2.2290000000000001</c:v>
                </c:pt>
                <c:pt idx="2230">
                  <c:v>2.23</c:v>
                </c:pt>
                <c:pt idx="2231">
                  <c:v>2.2309999999999999</c:v>
                </c:pt>
                <c:pt idx="2232">
                  <c:v>2.2320000000000002</c:v>
                </c:pt>
                <c:pt idx="2233">
                  <c:v>2.2330000000000001</c:v>
                </c:pt>
                <c:pt idx="2234">
                  <c:v>2.234</c:v>
                </c:pt>
                <c:pt idx="2235">
                  <c:v>2.2349999999999999</c:v>
                </c:pt>
                <c:pt idx="2236">
                  <c:v>2.2360000000000002</c:v>
                </c:pt>
                <c:pt idx="2237">
                  <c:v>2.2370000000000001</c:v>
                </c:pt>
                <c:pt idx="2238">
                  <c:v>2.238</c:v>
                </c:pt>
                <c:pt idx="2239">
                  <c:v>2.2389999999999999</c:v>
                </c:pt>
                <c:pt idx="2240">
                  <c:v>2.2400000000000002</c:v>
                </c:pt>
                <c:pt idx="2241">
                  <c:v>2.2410000000000001</c:v>
                </c:pt>
                <c:pt idx="2242">
                  <c:v>2.242</c:v>
                </c:pt>
                <c:pt idx="2243">
                  <c:v>2.2429999999999999</c:v>
                </c:pt>
                <c:pt idx="2244">
                  <c:v>2.2440000000000002</c:v>
                </c:pt>
                <c:pt idx="2245">
                  <c:v>2.2450000000000001</c:v>
                </c:pt>
                <c:pt idx="2246">
                  <c:v>2.246</c:v>
                </c:pt>
                <c:pt idx="2247">
                  <c:v>2.2469999999999999</c:v>
                </c:pt>
                <c:pt idx="2248">
                  <c:v>2.2480000000000002</c:v>
                </c:pt>
                <c:pt idx="2249">
                  <c:v>2.2490000000000001</c:v>
                </c:pt>
                <c:pt idx="2250">
                  <c:v>2.25</c:v>
                </c:pt>
                <c:pt idx="2251">
                  <c:v>2.2509999999999999</c:v>
                </c:pt>
                <c:pt idx="2252">
                  <c:v>2.2519999999999998</c:v>
                </c:pt>
                <c:pt idx="2253">
                  <c:v>2.2530000000000001</c:v>
                </c:pt>
                <c:pt idx="2254">
                  <c:v>2.254</c:v>
                </c:pt>
                <c:pt idx="2255">
                  <c:v>2.2549999999999999</c:v>
                </c:pt>
                <c:pt idx="2256">
                  <c:v>2.2559999999999998</c:v>
                </c:pt>
                <c:pt idx="2257">
                  <c:v>2.2570000000000001</c:v>
                </c:pt>
                <c:pt idx="2258">
                  <c:v>2.258</c:v>
                </c:pt>
                <c:pt idx="2259">
                  <c:v>2.2589999999999999</c:v>
                </c:pt>
                <c:pt idx="2260">
                  <c:v>2.2599999999999998</c:v>
                </c:pt>
                <c:pt idx="2261">
                  <c:v>2.2610000000000001</c:v>
                </c:pt>
                <c:pt idx="2262">
                  <c:v>2.262</c:v>
                </c:pt>
                <c:pt idx="2263">
                  <c:v>2.2629999999999999</c:v>
                </c:pt>
                <c:pt idx="2264">
                  <c:v>2.2639999999999998</c:v>
                </c:pt>
                <c:pt idx="2265">
                  <c:v>2.2650000000000001</c:v>
                </c:pt>
                <c:pt idx="2266">
                  <c:v>2.266</c:v>
                </c:pt>
                <c:pt idx="2267">
                  <c:v>2.2669999999999999</c:v>
                </c:pt>
                <c:pt idx="2268">
                  <c:v>2.2679999999999998</c:v>
                </c:pt>
                <c:pt idx="2269">
                  <c:v>2.2690000000000001</c:v>
                </c:pt>
                <c:pt idx="2270">
                  <c:v>2.27</c:v>
                </c:pt>
                <c:pt idx="2271">
                  <c:v>2.2709999999999999</c:v>
                </c:pt>
                <c:pt idx="2272">
                  <c:v>2.2719999999999998</c:v>
                </c:pt>
                <c:pt idx="2273">
                  <c:v>2.2730000000000001</c:v>
                </c:pt>
                <c:pt idx="2274">
                  <c:v>2.274</c:v>
                </c:pt>
                <c:pt idx="2275">
                  <c:v>2.2749999999999999</c:v>
                </c:pt>
                <c:pt idx="2276">
                  <c:v>2.2759999999999998</c:v>
                </c:pt>
                <c:pt idx="2277">
                  <c:v>2.2770000000000001</c:v>
                </c:pt>
                <c:pt idx="2278">
                  <c:v>2.278</c:v>
                </c:pt>
                <c:pt idx="2279">
                  <c:v>2.2789999999999999</c:v>
                </c:pt>
                <c:pt idx="2280">
                  <c:v>2.2799999999999998</c:v>
                </c:pt>
                <c:pt idx="2281">
                  <c:v>2.2810000000000001</c:v>
                </c:pt>
                <c:pt idx="2282">
                  <c:v>2.282</c:v>
                </c:pt>
                <c:pt idx="2283">
                  <c:v>2.2829999999999999</c:v>
                </c:pt>
                <c:pt idx="2284">
                  <c:v>2.2839999999999998</c:v>
                </c:pt>
                <c:pt idx="2285">
                  <c:v>2.2850000000000001</c:v>
                </c:pt>
                <c:pt idx="2286">
                  <c:v>2.286</c:v>
                </c:pt>
                <c:pt idx="2287">
                  <c:v>2.2869999999999999</c:v>
                </c:pt>
                <c:pt idx="2288">
                  <c:v>2.2879999999999998</c:v>
                </c:pt>
                <c:pt idx="2289">
                  <c:v>2.2890000000000001</c:v>
                </c:pt>
                <c:pt idx="2290">
                  <c:v>2.29</c:v>
                </c:pt>
                <c:pt idx="2291">
                  <c:v>2.2909999999999999</c:v>
                </c:pt>
                <c:pt idx="2292">
                  <c:v>2.2919999999999998</c:v>
                </c:pt>
                <c:pt idx="2293">
                  <c:v>2.2930000000000001</c:v>
                </c:pt>
                <c:pt idx="2294">
                  <c:v>2.294</c:v>
                </c:pt>
                <c:pt idx="2295">
                  <c:v>2.2949999999999999</c:v>
                </c:pt>
                <c:pt idx="2296">
                  <c:v>2.2959999999999998</c:v>
                </c:pt>
                <c:pt idx="2297">
                  <c:v>2.2970000000000002</c:v>
                </c:pt>
                <c:pt idx="2298">
                  <c:v>2.298</c:v>
                </c:pt>
                <c:pt idx="2299">
                  <c:v>2.2989999999999999</c:v>
                </c:pt>
                <c:pt idx="2300">
                  <c:v>2.2999999999999998</c:v>
                </c:pt>
                <c:pt idx="2301">
                  <c:v>2.3010000000000002</c:v>
                </c:pt>
                <c:pt idx="2302">
                  <c:v>2.302</c:v>
                </c:pt>
                <c:pt idx="2303">
                  <c:v>2.3029999999999999</c:v>
                </c:pt>
                <c:pt idx="2304">
                  <c:v>2.3039999999999998</c:v>
                </c:pt>
                <c:pt idx="2305">
                  <c:v>2.3050000000000002</c:v>
                </c:pt>
                <c:pt idx="2306">
                  <c:v>2.306</c:v>
                </c:pt>
                <c:pt idx="2307">
                  <c:v>2.3069999999999999</c:v>
                </c:pt>
                <c:pt idx="2308">
                  <c:v>2.3079999999999998</c:v>
                </c:pt>
                <c:pt idx="2309">
                  <c:v>2.3090000000000002</c:v>
                </c:pt>
                <c:pt idx="2310">
                  <c:v>2.31</c:v>
                </c:pt>
                <c:pt idx="2311">
                  <c:v>2.3109999999999999</c:v>
                </c:pt>
                <c:pt idx="2312">
                  <c:v>2.3119999999999998</c:v>
                </c:pt>
                <c:pt idx="2313">
                  <c:v>2.3130000000000002</c:v>
                </c:pt>
                <c:pt idx="2314">
                  <c:v>2.3140000000000001</c:v>
                </c:pt>
                <c:pt idx="2315">
                  <c:v>2.3149999999999999</c:v>
                </c:pt>
                <c:pt idx="2316">
                  <c:v>2.3159999999999998</c:v>
                </c:pt>
                <c:pt idx="2317">
                  <c:v>2.3170000000000002</c:v>
                </c:pt>
                <c:pt idx="2318">
                  <c:v>2.3180000000000001</c:v>
                </c:pt>
                <c:pt idx="2319">
                  <c:v>2.319</c:v>
                </c:pt>
                <c:pt idx="2320">
                  <c:v>2.3199999999999998</c:v>
                </c:pt>
                <c:pt idx="2321">
                  <c:v>2.3210000000000002</c:v>
                </c:pt>
                <c:pt idx="2322">
                  <c:v>2.3220000000000001</c:v>
                </c:pt>
                <c:pt idx="2323">
                  <c:v>2.323</c:v>
                </c:pt>
                <c:pt idx="2324">
                  <c:v>2.3239999999999998</c:v>
                </c:pt>
                <c:pt idx="2325">
                  <c:v>2.3250000000000002</c:v>
                </c:pt>
                <c:pt idx="2326">
                  <c:v>2.3260000000000001</c:v>
                </c:pt>
                <c:pt idx="2327">
                  <c:v>2.327</c:v>
                </c:pt>
                <c:pt idx="2328">
                  <c:v>2.3279999999999998</c:v>
                </c:pt>
                <c:pt idx="2329">
                  <c:v>2.3290000000000002</c:v>
                </c:pt>
                <c:pt idx="2330">
                  <c:v>2.33</c:v>
                </c:pt>
                <c:pt idx="2331">
                  <c:v>2.331</c:v>
                </c:pt>
                <c:pt idx="2332">
                  <c:v>2.3319999999999999</c:v>
                </c:pt>
                <c:pt idx="2333">
                  <c:v>2.3330000000000002</c:v>
                </c:pt>
                <c:pt idx="2334">
                  <c:v>2.3340000000000001</c:v>
                </c:pt>
                <c:pt idx="2335">
                  <c:v>2.335</c:v>
                </c:pt>
                <c:pt idx="2336">
                  <c:v>2.3359999999999999</c:v>
                </c:pt>
                <c:pt idx="2337">
                  <c:v>2.3370000000000002</c:v>
                </c:pt>
                <c:pt idx="2338">
                  <c:v>2.3380000000000001</c:v>
                </c:pt>
                <c:pt idx="2339">
                  <c:v>2.339</c:v>
                </c:pt>
                <c:pt idx="2340">
                  <c:v>2.34</c:v>
                </c:pt>
                <c:pt idx="2341">
                  <c:v>2.3410000000000002</c:v>
                </c:pt>
                <c:pt idx="2342">
                  <c:v>2.3420000000000001</c:v>
                </c:pt>
                <c:pt idx="2343">
                  <c:v>2.343</c:v>
                </c:pt>
                <c:pt idx="2344">
                  <c:v>2.3439999999999999</c:v>
                </c:pt>
                <c:pt idx="2345">
                  <c:v>2.3450000000000002</c:v>
                </c:pt>
                <c:pt idx="2346">
                  <c:v>2.3460000000000001</c:v>
                </c:pt>
                <c:pt idx="2347">
                  <c:v>2.347</c:v>
                </c:pt>
                <c:pt idx="2348">
                  <c:v>2.3479999999999999</c:v>
                </c:pt>
                <c:pt idx="2349">
                  <c:v>2.3490000000000002</c:v>
                </c:pt>
                <c:pt idx="2350">
                  <c:v>2.35</c:v>
                </c:pt>
                <c:pt idx="2351">
                  <c:v>2.351</c:v>
                </c:pt>
                <c:pt idx="2352">
                  <c:v>2.3519999999999999</c:v>
                </c:pt>
                <c:pt idx="2353">
                  <c:v>2.3530000000000002</c:v>
                </c:pt>
                <c:pt idx="2354">
                  <c:v>2.3540000000000001</c:v>
                </c:pt>
                <c:pt idx="2355">
                  <c:v>2.355</c:v>
                </c:pt>
                <c:pt idx="2356">
                  <c:v>2.3559999999999999</c:v>
                </c:pt>
                <c:pt idx="2357">
                  <c:v>2.3570000000000002</c:v>
                </c:pt>
                <c:pt idx="2358">
                  <c:v>2.3580000000000001</c:v>
                </c:pt>
                <c:pt idx="2359">
                  <c:v>2.359</c:v>
                </c:pt>
                <c:pt idx="2360">
                  <c:v>2.36</c:v>
                </c:pt>
                <c:pt idx="2361">
                  <c:v>2.3610000000000002</c:v>
                </c:pt>
                <c:pt idx="2362">
                  <c:v>2.3620000000000001</c:v>
                </c:pt>
                <c:pt idx="2363">
                  <c:v>2.363</c:v>
                </c:pt>
                <c:pt idx="2364">
                  <c:v>2.3639999999999999</c:v>
                </c:pt>
                <c:pt idx="2365">
                  <c:v>2.3650000000000002</c:v>
                </c:pt>
                <c:pt idx="2366">
                  <c:v>2.3660000000000001</c:v>
                </c:pt>
                <c:pt idx="2367">
                  <c:v>2.367</c:v>
                </c:pt>
                <c:pt idx="2368">
                  <c:v>2.3679999999999999</c:v>
                </c:pt>
                <c:pt idx="2369">
                  <c:v>2.3690000000000002</c:v>
                </c:pt>
                <c:pt idx="2370">
                  <c:v>2.37</c:v>
                </c:pt>
                <c:pt idx="2371">
                  <c:v>2.371</c:v>
                </c:pt>
                <c:pt idx="2372">
                  <c:v>2.3719999999999999</c:v>
                </c:pt>
                <c:pt idx="2373">
                  <c:v>2.3730000000000002</c:v>
                </c:pt>
                <c:pt idx="2374">
                  <c:v>2.3740000000000001</c:v>
                </c:pt>
                <c:pt idx="2375">
                  <c:v>2.375</c:v>
                </c:pt>
                <c:pt idx="2376">
                  <c:v>2.3759999999999999</c:v>
                </c:pt>
                <c:pt idx="2377">
                  <c:v>2.3769999999999998</c:v>
                </c:pt>
                <c:pt idx="2378">
                  <c:v>2.3780000000000001</c:v>
                </c:pt>
                <c:pt idx="2379">
                  <c:v>2.379</c:v>
                </c:pt>
                <c:pt idx="2380">
                  <c:v>2.38</c:v>
                </c:pt>
                <c:pt idx="2381">
                  <c:v>2.3809999999999998</c:v>
                </c:pt>
                <c:pt idx="2382">
                  <c:v>2.3820000000000001</c:v>
                </c:pt>
                <c:pt idx="2383">
                  <c:v>2.383</c:v>
                </c:pt>
                <c:pt idx="2384">
                  <c:v>2.3839999999999999</c:v>
                </c:pt>
                <c:pt idx="2385">
                  <c:v>2.3849999999999998</c:v>
                </c:pt>
                <c:pt idx="2386">
                  <c:v>2.3860000000000001</c:v>
                </c:pt>
                <c:pt idx="2387">
                  <c:v>2.387</c:v>
                </c:pt>
                <c:pt idx="2388">
                  <c:v>2.3879999999999999</c:v>
                </c:pt>
                <c:pt idx="2389">
                  <c:v>2.3889999999999998</c:v>
                </c:pt>
                <c:pt idx="2390">
                  <c:v>2.39</c:v>
                </c:pt>
                <c:pt idx="2391">
                  <c:v>2.391</c:v>
                </c:pt>
                <c:pt idx="2392">
                  <c:v>2.3919999999999999</c:v>
                </c:pt>
                <c:pt idx="2393">
                  <c:v>2.3929999999999998</c:v>
                </c:pt>
                <c:pt idx="2394">
                  <c:v>2.3940000000000001</c:v>
                </c:pt>
                <c:pt idx="2395">
                  <c:v>2.395</c:v>
                </c:pt>
                <c:pt idx="2396">
                  <c:v>2.3959999999999999</c:v>
                </c:pt>
                <c:pt idx="2397">
                  <c:v>2.3969999999999998</c:v>
                </c:pt>
                <c:pt idx="2398">
                  <c:v>2.3980000000000001</c:v>
                </c:pt>
                <c:pt idx="2399">
                  <c:v>2.399</c:v>
                </c:pt>
                <c:pt idx="2400">
                  <c:v>2.4</c:v>
                </c:pt>
                <c:pt idx="2401">
                  <c:v>2.4009999999999998</c:v>
                </c:pt>
                <c:pt idx="2402">
                  <c:v>2.4020000000000001</c:v>
                </c:pt>
                <c:pt idx="2403">
                  <c:v>2.403</c:v>
                </c:pt>
                <c:pt idx="2404">
                  <c:v>2.4039999999999999</c:v>
                </c:pt>
                <c:pt idx="2405">
                  <c:v>2.4049999999999998</c:v>
                </c:pt>
                <c:pt idx="2406">
                  <c:v>2.4060000000000001</c:v>
                </c:pt>
                <c:pt idx="2407">
                  <c:v>2.407</c:v>
                </c:pt>
                <c:pt idx="2408">
                  <c:v>2.4079999999999999</c:v>
                </c:pt>
                <c:pt idx="2409">
                  <c:v>2.4089999999999998</c:v>
                </c:pt>
                <c:pt idx="2410">
                  <c:v>2.41</c:v>
                </c:pt>
                <c:pt idx="2411">
                  <c:v>2.411</c:v>
                </c:pt>
                <c:pt idx="2412">
                  <c:v>2.4119999999999999</c:v>
                </c:pt>
                <c:pt idx="2413">
                  <c:v>2.4129999999999998</c:v>
                </c:pt>
                <c:pt idx="2414">
                  <c:v>2.4140000000000001</c:v>
                </c:pt>
                <c:pt idx="2415">
                  <c:v>2.415</c:v>
                </c:pt>
                <c:pt idx="2416">
                  <c:v>2.4159999999999999</c:v>
                </c:pt>
                <c:pt idx="2417">
                  <c:v>2.4169999999999998</c:v>
                </c:pt>
                <c:pt idx="2418">
                  <c:v>2.4180000000000001</c:v>
                </c:pt>
                <c:pt idx="2419">
                  <c:v>2.419</c:v>
                </c:pt>
                <c:pt idx="2420">
                  <c:v>2.42</c:v>
                </c:pt>
                <c:pt idx="2421">
                  <c:v>2.4209999999999998</c:v>
                </c:pt>
                <c:pt idx="2422">
                  <c:v>2.4220000000000002</c:v>
                </c:pt>
                <c:pt idx="2423">
                  <c:v>2.423</c:v>
                </c:pt>
                <c:pt idx="2424">
                  <c:v>2.4239999999999999</c:v>
                </c:pt>
                <c:pt idx="2425">
                  <c:v>2.4249999999999998</c:v>
                </c:pt>
                <c:pt idx="2426">
                  <c:v>2.4260000000000002</c:v>
                </c:pt>
                <c:pt idx="2427">
                  <c:v>2.427</c:v>
                </c:pt>
                <c:pt idx="2428">
                  <c:v>2.4279999999999999</c:v>
                </c:pt>
                <c:pt idx="2429">
                  <c:v>2.4289999999999998</c:v>
                </c:pt>
                <c:pt idx="2430">
                  <c:v>2.4300000000000002</c:v>
                </c:pt>
                <c:pt idx="2431">
                  <c:v>2.431</c:v>
                </c:pt>
                <c:pt idx="2432">
                  <c:v>2.4319999999999999</c:v>
                </c:pt>
                <c:pt idx="2433">
                  <c:v>2.4329999999999998</c:v>
                </c:pt>
                <c:pt idx="2434">
                  <c:v>2.4340000000000002</c:v>
                </c:pt>
                <c:pt idx="2435">
                  <c:v>2.4350000000000001</c:v>
                </c:pt>
                <c:pt idx="2436">
                  <c:v>2.4359999999999999</c:v>
                </c:pt>
                <c:pt idx="2437">
                  <c:v>2.4369999999999998</c:v>
                </c:pt>
                <c:pt idx="2438">
                  <c:v>2.4380000000000002</c:v>
                </c:pt>
                <c:pt idx="2439">
                  <c:v>2.4390000000000001</c:v>
                </c:pt>
                <c:pt idx="2440">
                  <c:v>2.44</c:v>
                </c:pt>
                <c:pt idx="2441">
                  <c:v>2.4409999999999998</c:v>
                </c:pt>
                <c:pt idx="2442">
                  <c:v>2.4420000000000002</c:v>
                </c:pt>
                <c:pt idx="2443">
                  <c:v>2.4430000000000001</c:v>
                </c:pt>
                <c:pt idx="2444">
                  <c:v>2.444</c:v>
                </c:pt>
                <c:pt idx="2445">
                  <c:v>2.4449999999999998</c:v>
                </c:pt>
                <c:pt idx="2446">
                  <c:v>2.4460000000000002</c:v>
                </c:pt>
                <c:pt idx="2447">
                  <c:v>2.4470000000000001</c:v>
                </c:pt>
                <c:pt idx="2448">
                  <c:v>2.448</c:v>
                </c:pt>
                <c:pt idx="2449">
                  <c:v>2.4489999999999998</c:v>
                </c:pt>
                <c:pt idx="2450">
                  <c:v>2.4500000000000002</c:v>
                </c:pt>
                <c:pt idx="2451">
                  <c:v>2.4510000000000001</c:v>
                </c:pt>
                <c:pt idx="2452">
                  <c:v>2.452</c:v>
                </c:pt>
                <c:pt idx="2453">
                  <c:v>2.4529999999999998</c:v>
                </c:pt>
                <c:pt idx="2454">
                  <c:v>2.4540000000000002</c:v>
                </c:pt>
                <c:pt idx="2455">
                  <c:v>2.4550000000000001</c:v>
                </c:pt>
                <c:pt idx="2456">
                  <c:v>2.456</c:v>
                </c:pt>
                <c:pt idx="2457">
                  <c:v>2.4569999999999999</c:v>
                </c:pt>
                <c:pt idx="2458">
                  <c:v>2.4580000000000002</c:v>
                </c:pt>
                <c:pt idx="2459">
                  <c:v>2.4590000000000001</c:v>
                </c:pt>
                <c:pt idx="2460">
                  <c:v>2.46</c:v>
                </c:pt>
                <c:pt idx="2461">
                  <c:v>2.4609999999999999</c:v>
                </c:pt>
                <c:pt idx="2462">
                  <c:v>2.4620000000000002</c:v>
                </c:pt>
                <c:pt idx="2463">
                  <c:v>2.4630000000000001</c:v>
                </c:pt>
                <c:pt idx="2464">
                  <c:v>2.464</c:v>
                </c:pt>
                <c:pt idx="2465">
                  <c:v>2.4649999999999999</c:v>
                </c:pt>
                <c:pt idx="2466">
                  <c:v>2.4660000000000002</c:v>
                </c:pt>
                <c:pt idx="2467">
                  <c:v>2.4670000000000001</c:v>
                </c:pt>
                <c:pt idx="2468">
                  <c:v>2.468</c:v>
                </c:pt>
                <c:pt idx="2469">
                  <c:v>2.4689999999999999</c:v>
                </c:pt>
                <c:pt idx="2470">
                  <c:v>2.4700000000000002</c:v>
                </c:pt>
                <c:pt idx="2471">
                  <c:v>2.4710000000000001</c:v>
                </c:pt>
                <c:pt idx="2472">
                  <c:v>2.472</c:v>
                </c:pt>
                <c:pt idx="2473">
                  <c:v>2.4729999999999999</c:v>
                </c:pt>
                <c:pt idx="2474">
                  <c:v>2.4740000000000002</c:v>
                </c:pt>
                <c:pt idx="2475">
                  <c:v>2.4750000000000001</c:v>
                </c:pt>
                <c:pt idx="2476">
                  <c:v>2.476</c:v>
                </c:pt>
                <c:pt idx="2477">
                  <c:v>2.4769999999999999</c:v>
                </c:pt>
                <c:pt idx="2478">
                  <c:v>2.4780000000000002</c:v>
                </c:pt>
                <c:pt idx="2479">
                  <c:v>2.4790000000000001</c:v>
                </c:pt>
                <c:pt idx="2480">
                  <c:v>2.48</c:v>
                </c:pt>
                <c:pt idx="2481">
                  <c:v>2.4809999999999999</c:v>
                </c:pt>
                <c:pt idx="2482">
                  <c:v>2.4820000000000002</c:v>
                </c:pt>
                <c:pt idx="2483">
                  <c:v>2.4830000000000001</c:v>
                </c:pt>
                <c:pt idx="2484">
                  <c:v>2.484</c:v>
                </c:pt>
                <c:pt idx="2485">
                  <c:v>2.4849999999999999</c:v>
                </c:pt>
                <c:pt idx="2486">
                  <c:v>2.4860000000000002</c:v>
                </c:pt>
                <c:pt idx="2487">
                  <c:v>2.4870000000000001</c:v>
                </c:pt>
                <c:pt idx="2488">
                  <c:v>2.488</c:v>
                </c:pt>
                <c:pt idx="2489">
                  <c:v>2.4889999999999999</c:v>
                </c:pt>
                <c:pt idx="2490">
                  <c:v>2.4900000000000002</c:v>
                </c:pt>
                <c:pt idx="2491">
                  <c:v>2.4910000000000001</c:v>
                </c:pt>
                <c:pt idx="2492">
                  <c:v>2.492</c:v>
                </c:pt>
                <c:pt idx="2493">
                  <c:v>2.4929999999999999</c:v>
                </c:pt>
                <c:pt idx="2494">
                  <c:v>2.4940000000000002</c:v>
                </c:pt>
                <c:pt idx="2495">
                  <c:v>2.4950000000000001</c:v>
                </c:pt>
                <c:pt idx="2496">
                  <c:v>2.496</c:v>
                </c:pt>
                <c:pt idx="2497">
                  <c:v>2.4969999999999999</c:v>
                </c:pt>
                <c:pt idx="2498">
                  <c:v>2.4980000000000002</c:v>
                </c:pt>
                <c:pt idx="2499">
                  <c:v>2.4990000000000001</c:v>
                </c:pt>
              </c:numCache>
            </c:numRef>
          </c:xVal>
          <c:yVal>
            <c:numRef>
              <c:f>'Keavy CMJ1'!$B$2:$B$2501</c:f>
              <c:numCache>
                <c:formatCode>General</c:formatCode>
                <c:ptCount val="2500"/>
                <c:pt idx="0">
                  <c:v>215.52</c:v>
                </c:pt>
                <c:pt idx="1">
                  <c:v>215.32</c:v>
                </c:pt>
                <c:pt idx="2">
                  <c:v>215.3</c:v>
                </c:pt>
                <c:pt idx="3">
                  <c:v>215.7</c:v>
                </c:pt>
                <c:pt idx="4">
                  <c:v>215.28</c:v>
                </c:pt>
                <c:pt idx="5">
                  <c:v>215.5</c:v>
                </c:pt>
                <c:pt idx="6">
                  <c:v>215.56</c:v>
                </c:pt>
                <c:pt idx="7">
                  <c:v>215.86</c:v>
                </c:pt>
                <c:pt idx="8">
                  <c:v>215.7</c:v>
                </c:pt>
                <c:pt idx="9">
                  <c:v>215.57</c:v>
                </c:pt>
                <c:pt idx="10">
                  <c:v>215.4</c:v>
                </c:pt>
                <c:pt idx="11">
                  <c:v>216.24</c:v>
                </c:pt>
                <c:pt idx="12">
                  <c:v>215.74</c:v>
                </c:pt>
                <c:pt idx="13">
                  <c:v>216.04</c:v>
                </c:pt>
                <c:pt idx="14">
                  <c:v>215.87</c:v>
                </c:pt>
                <c:pt idx="15">
                  <c:v>215.85000000000002</c:v>
                </c:pt>
                <c:pt idx="16">
                  <c:v>216.08</c:v>
                </c:pt>
                <c:pt idx="17">
                  <c:v>216.03</c:v>
                </c:pt>
                <c:pt idx="18">
                  <c:v>216.11</c:v>
                </c:pt>
                <c:pt idx="19">
                  <c:v>216.06</c:v>
                </c:pt>
                <c:pt idx="20">
                  <c:v>216.34</c:v>
                </c:pt>
                <c:pt idx="21">
                  <c:v>216.19</c:v>
                </c:pt>
                <c:pt idx="22">
                  <c:v>215.89</c:v>
                </c:pt>
                <c:pt idx="23">
                  <c:v>215.78</c:v>
                </c:pt>
                <c:pt idx="24">
                  <c:v>216.56</c:v>
                </c:pt>
                <c:pt idx="25">
                  <c:v>215.87</c:v>
                </c:pt>
                <c:pt idx="26">
                  <c:v>216.39</c:v>
                </c:pt>
                <c:pt idx="27">
                  <c:v>215.7</c:v>
                </c:pt>
                <c:pt idx="28">
                  <c:v>215.81</c:v>
                </c:pt>
                <c:pt idx="29">
                  <c:v>216.11</c:v>
                </c:pt>
                <c:pt idx="30">
                  <c:v>215.81</c:v>
                </c:pt>
                <c:pt idx="31">
                  <c:v>216.59</c:v>
                </c:pt>
                <c:pt idx="32">
                  <c:v>216.52</c:v>
                </c:pt>
                <c:pt idx="33">
                  <c:v>216.06</c:v>
                </c:pt>
                <c:pt idx="34">
                  <c:v>216.16000000000003</c:v>
                </c:pt>
                <c:pt idx="35">
                  <c:v>216.13</c:v>
                </c:pt>
                <c:pt idx="36">
                  <c:v>216.07</c:v>
                </c:pt>
                <c:pt idx="37">
                  <c:v>216.66000000000003</c:v>
                </c:pt>
                <c:pt idx="38">
                  <c:v>216.2</c:v>
                </c:pt>
                <c:pt idx="39">
                  <c:v>215.75</c:v>
                </c:pt>
                <c:pt idx="40">
                  <c:v>215.22</c:v>
                </c:pt>
                <c:pt idx="41">
                  <c:v>216.21</c:v>
                </c:pt>
                <c:pt idx="42">
                  <c:v>216.03</c:v>
                </c:pt>
                <c:pt idx="43">
                  <c:v>216.1</c:v>
                </c:pt>
                <c:pt idx="44">
                  <c:v>216</c:v>
                </c:pt>
                <c:pt idx="45">
                  <c:v>215.93</c:v>
                </c:pt>
                <c:pt idx="46">
                  <c:v>215.95</c:v>
                </c:pt>
                <c:pt idx="47">
                  <c:v>216.32999999999998</c:v>
                </c:pt>
                <c:pt idx="48">
                  <c:v>215.97</c:v>
                </c:pt>
                <c:pt idx="49">
                  <c:v>215.75</c:v>
                </c:pt>
                <c:pt idx="50">
                  <c:v>216.66</c:v>
                </c:pt>
                <c:pt idx="51">
                  <c:v>216.26</c:v>
                </c:pt>
                <c:pt idx="52">
                  <c:v>216</c:v>
                </c:pt>
                <c:pt idx="53">
                  <c:v>216.72</c:v>
                </c:pt>
                <c:pt idx="54">
                  <c:v>216.12</c:v>
                </c:pt>
                <c:pt idx="55">
                  <c:v>215.70999999999998</c:v>
                </c:pt>
                <c:pt idx="56">
                  <c:v>216.27999999999997</c:v>
                </c:pt>
                <c:pt idx="57">
                  <c:v>216.1</c:v>
                </c:pt>
                <c:pt idx="58">
                  <c:v>216.67</c:v>
                </c:pt>
                <c:pt idx="59">
                  <c:v>215.95999999999998</c:v>
                </c:pt>
                <c:pt idx="60">
                  <c:v>215.92000000000002</c:v>
                </c:pt>
                <c:pt idx="61">
                  <c:v>216.07999999999998</c:v>
                </c:pt>
                <c:pt idx="62">
                  <c:v>215.92000000000002</c:v>
                </c:pt>
                <c:pt idx="63">
                  <c:v>216.16</c:v>
                </c:pt>
                <c:pt idx="64">
                  <c:v>216.28</c:v>
                </c:pt>
                <c:pt idx="65">
                  <c:v>215.86</c:v>
                </c:pt>
                <c:pt idx="66">
                  <c:v>215.70999999999998</c:v>
                </c:pt>
                <c:pt idx="67">
                  <c:v>215.95999999999998</c:v>
                </c:pt>
                <c:pt idx="68">
                  <c:v>215.61</c:v>
                </c:pt>
                <c:pt idx="69">
                  <c:v>215.97</c:v>
                </c:pt>
                <c:pt idx="70">
                  <c:v>216.20999999999998</c:v>
                </c:pt>
                <c:pt idx="71">
                  <c:v>216.14999999999998</c:v>
                </c:pt>
                <c:pt idx="72">
                  <c:v>216.74</c:v>
                </c:pt>
                <c:pt idx="73">
                  <c:v>215.82</c:v>
                </c:pt>
                <c:pt idx="74">
                  <c:v>216.39</c:v>
                </c:pt>
                <c:pt idx="75">
                  <c:v>215.39</c:v>
                </c:pt>
                <c:pt idx="76">
                  <c:v>215.99</c:v>
                </c:pt>
                <c:pt idx="77">
                  <c:v>215.6</c:v>
                </c:pt>
                <c:pt idx="78">
                  <c:v>215.51999999999998</c:v>
                </c:pt>
                <c:pt idx="79">
                  <c:v>215.89999999999998</c:v>
                </c:pt>
                <c:pt idx="80">
                  <c:v>215.70999999999998</c:v>
                </c:pt>
                <c:pt idx="81">
                  <c:v>215.92000000000002</c:v>
                </c:pt>
                <c:pt idx="82">
                  <c:v>215.88</c:v>
                </c:pt>
                <c:pt idx="83">
                  <c:v>215.97</c:v>
                </c:pt>
                <c:pt idx="84">
                  <c:v>215.55</c:v>
                </c:pt>
                <c:pt idx="85">
                  <c:v>216.01</c:v>
                </c:pt>
                <c:pt idx="86">
                  <c:v>216.07999999999998</c:v>
                </c:pt>
                <c:pt idx="87">
                  <c:v>215.76</c:v>
                </c:pt>
                <c:pt idx="88">
                  <c:v>215.51</c:v>
                </c:pt>
                <c:pt idx="89">
                  <c:v>215.75</c:v>
                </c:pt>
                <c:pt idx="90">
                  <c:v>215.75</c:v>
                </c:pt>
                <c:pt idx="91">
                  <c:v>215.81</c:v>
                </c:pt>
                <c:pt idx="92">
                  <c:v>215.62</c:v>
                </c:pt>
                <c:pt idx="93">
                  <c:v>215.92000000000002</c:v>
                </c:pt>
                <c:pt idx="94">
                  <c:v>215.11</c:v>
                </c:pt>
                <c:pt idx="95">
                  <c:v>215.29</c:v>
                </c:pt>
                <c:pt idx="96">
                  <c:v>215.57999999999998</c:v>
                </c:pt>
                <c:pt idx="97">
                  <c:v>215.35000000000002</c:v>
                </c:pt>
                <c:pt idx="98">
                  <c:v>215.42000000000002</c:v>
                </c:pt>
                <c:pt idx="99">
                  <c:v>215.69</c:v>
                </c:pt>
                <c:pt idx="100">
                  <c:v>215.8</c:v>
                </c:pt>
                <c:pt idx="101">
                  <c:v>215.32</c:v>
                </c:pt>
                <c:pt idx="102">
                  <c:v>215.01999999999998</c:v>
                </c:pt>
                <c:pt idx="103">
                  <c:v>215.88</c:v>
                </c:pt>
                <c:pt idx="104">
                  <c:v>215.63</c:v>
                </c:pt>
                <c:pt idx="105">
                  <c:v>215.92000000000002</c:v>
                </c:pt>
                <c:pt idx="106">
                  <c:v>214.89</c:v>
                </c:pt>
                <c:pt idx="107">
                  <c:v>214.88</c:v>
                </c:pt>
                <c:pt idx="108">
                  <c:v>215.78</c:v>
                </c:pt>
                <c:pt idx="109">
                  <c:v>215.18</c:v>
                </c:pt>
                <c:pt idx="110">
                  <c:v>215.69</c:v>
                </c:pt>
                <c:pt idx="111">
                  <c:v>215.16</c:v>
                </c:pt>
                <c:pt idx="112">
                  <c:v>215.36</c:v>
                </c:pt>
                <c:pt idx="113">
                  <c:v>215.74</c:v>
                </c:pt>
                <c:pt idx="114">
                  <c:v>215.19</c:v>
                </c:pt>
                <c:pt idx="115">
                  <c:v>214.79000000000002</c:v>
                </c:pt>
                <c:pt idx="116">
                  <c:v>215.76</c:v>
                </c:pt>
                <c:pt idx="117">
                  <c:v>215.57</c:v>
                </c:pt>
                <c:pt idx="118">
                  <c:v>215.04000000000002</c:v>
                </c:pt>
                <c:pt idx="119">
                  <c:v>216.07</c:v>
                </c:pt>
                <c:pt idx="120">
                  <c:v>215.13</c:v>
                </c:pt>
                <c:pt idx="121">
                  <c:v>214.91000000000003</c:v>
                </c:pt>
                <c:pt idx="122">
                  <c:v>215.23000000000002</c:v>
                </c:pt>
                <c:pt idx="123">
                  <c:v>215.75</c:v>
                </c:pt>
                <c:pt idx="124">
                  <c:v>215.79000000000002</c:v>
                </c:pt>
                <c:pt idx="125">
                  <c:v>215.48000000000002</c:v>
                </c:pt>
                <c:pt idx="126">
                  <c:v>215.34</c:v>
                </c:pt>
                <c:pt idx="127">
                  <c:v>214.77</c:v>
                </c:pt>
                <c:pt idx="128">
                  <c:v>215.53</c:v>
                </c:pt>
                <c:pt idx="129">
                  <c:v>215.43</c:v>
                </c:pt>
                <c:pt idx="130">
                  <c:v>215.11</c:v>
                </c:pt>
                <c:pt idx="131">
                  <c:v>215.82999999999998</c:v>
                </c:pt>
                <c:pt idx="132">
                  <c:v>215.49</c:v>
                </c:pt>
                <c:pt idx="133">
                  <c:v>215.32</c:v>
                </c:pt>
                <c:pt idx="134">
                  <c:v>215.44</c:v>
                </c:pt>
                <c:pt idx="135">
                  <c:v>215.79000000000002</c:v>
                </c:pt>
                <c:pt idx="136">
                  <c:v>214.93</c:v>
                </c:pt>
                <c:pt idx="137">
                  <c:v>215.42000000000002</c:v>
                </c:pt>
                <c:pt idx="138">
                  <c:v>215.57999999999998</c:v>
                </c:pt>
                <c:pt idx="139">
                  <c:v>215.52</c:v>
                </c:pt>
                <c:pt idx="140">
                  <c:v>215.82</c:v>
                </c:pt>
                <c:pt idx="141">
                  <c:v>216.09</c:v>
                </c:pt>
                <c:pt idx="142">
                  <c:v>215.57</c:v>
                </c:pt>
                <c:pt idx="143">
                  <c:v>215.39</c:v>
                </c:pt>
                <c:pt idx="144">
                  <c:v>216.12</c:v>
                </c:pt>
                <c:pt idx="145">
                  <c:v>215.79000000000002</c:v>
                </c:pt>
                <c:pt idx="146">
                  <c:v>215.23000000000002</c:v>
                </c:pt>
                <c:pt idx="147">
                  <c:v>214.93</c:v>
                </c:pt>
                <c:pt idx="148">
                  <c:v>216.02</c:v>
                </c:pt>
                <c:pt idx="149">
                  <c:v>215.53</c:v>
                </c:pt>
                <c:pt idx="150">
                  <c:v>215.81</c:v>
                </c:pt>
                <c:pt idx="151">
                  <c:v>215.41</c:v>
                </c:pt>
                <c:pt idx="152">
                  <c:v>215.64</c:v>
                </c:pt>
                <c:pt idx="153">
                  <c:v>215.48000000000002</c:v>
                </c:pt>
                <c:pt idx="154">
                  <c:v>215.3</c:v>
                </c:pt>
                <c:pt idx="155">
                  <c:v>215.57</c:v>
                </c:pt>
                <c:pt idx="156">
                  <c:v>215.45</c:v>
                </c:pt>
                <c:pt idx="157">
                  <c:v>215.82</c:v>
                </c:pt>
                <c:pt idx="158">
                  <c:v>215.55</c:v>
                </c:pt>
                <c:pt idx="159">
                  <c:v>215.39</c:v>
                </c:pt>
                <c:pt idx="160">
                  <c:v>215.92000000000002</c:v>
                </c:pt>
                <c:pt idx="161">
                  <c:v>216.44</c:v>
                </c:pt>
                <c:pt idx="162">
                  <c:v>215.87</c:v>
                </c:pt>
                <c:pt idx="163">
                  <c:v>215.21</c:v>
                </c:pt>
                <c:pt idx="164">
                  <c:v>215.55</c:v>
                </c:pt>
                <c:pt idx="165">
                  <c:v>215.76999999999998</c:v>
                </c:pt>
                <c:pt idx="166">
                  <c:v>216.03</c:v>
                </c:pt>
                <c:pt idx="167">
                  <c:v>215.8</c:v>
                </c:pt>
                <c:pt idx="168">
                  <c:v>216.38</c:v>
                </c:pt>
                <c:pt idx="169">
                  <c:v>215.19</c:v>
                </c:pt>
                <c:pt idx="170">
                  <c:v>215.91</c:v>
                </c:pt>
                <c:pt idx="171">
                  <c:v>215.76999999999998</c:v>
                </c:pt>
                <c:pt idx="172">
                  <c:v>215.7</c:v>
                </c:pt>
                <c:pt idx="173">
                  <c:v>215.55</c:v>
                </c:pt>
                <c:pt idx="174">
                  <c:v>215.51</c:v>
                </c:pt>
                <c:pt idx="175">
                  <c:v>216.09</c:v>
                </c:pt>
                <c:pt idx="176">
                  <c:v>216.01</c:v>
                </c:pt>
                <c:pt idx="177">
                  <c:v>215.97</c:v>
                </c:pt>
                <c:pt idx="178">
                  <c:v>215.84</c:v>
                </c:pt>
                <c:pt idx="179">
                  <c:v>216.42000000000002</c:v>
                </c:pt>
                <c:pt idx="180">
                  <c:v>215.64</c:v>
                </c:pt>
                <c:pt idx="181">
                  <c:v>215.73000000000002</c:v>
                </c:pt>
                <c:pt idx="182">
                  <c:v>215.70999999999998</c:v>
                </c:pt>
                <c:pt idx="183">
                  <c:v>215.79000000000002</c:v>
                </c:pt>
                <c:pt idx="184">
                  <c:v>215.65</c:v>
                </c:pt>
                <c:pt idx="185">
                  <c:v>215.82999999999998</c:v>
                </c:pt>
                <c:pt idx="186">
                  <c:v>216.36</c:v>
                </c:pt>
                <c:pt idx="187">
                  <c:v>215.87</c:v>
                </c:pt>
                <c:pt idx="188">
                  <c:v>216.12</c:v>
                </c:pt>
                <c:pt idx="189">
                  <c:v>216.25</c:v>
                </c:pt>
                <c:pt idx="190">
                  <c:v>216.32999999999998</c:v>
                </c:pt>
                <c:pt idx="191">
                  <c:v>216.13</c:v>
                </c:pt>
                <c:pt idx="192">
                  <c:v>215.64</c:v>
                </c:pt>
                <c:pt idx="193">
                  <c:v>215.77</c:v>
                </c:pt>
                <c:pt idx="194">
                  <c:v>215.82999999999998</c:v>
                </c:pt>
                <c:pt idx="195">
                  <c:v>216.63</c:v>
                </c:pt>
                <c:pt idx="196">
                  <c:v>215.81</c:v>
                </c:pt>
                <c:pt idx="197">
                  <c:v>216.3</c:v>
                </c:pt>
                <c:pt idx="198">
                  <c:v>216.12</c:v>
                </c:pt>
                <c:pt idx="199">
                  <c:v>215.81</c:v>
                </c:pt>
                <c:pt idx="200">
                  <c:v>216.32</c:v>
                </c:pt>
                <c:pt idx="201">
                  <c:v>216.3</c:v>
                </c:pt>
                <c:pt idx="202">
                  <c:v>215.96</c:v>
                </c:pt>
                <c:pt idx="203">
                  <c:v>216.01999999999998</c:v>
                </c:pt>
                <c:pt idx="204">
                  <c:v>215.60000000000002</c:v>
                </c:pt>
                <c:pt idx="205">
                  <c:v>216.18</c:v>
                </c:pt>
                <c:pt idx="206">
                  <c:v>216.2</c:v>
                </c:pt>
                <c:pt idx="207">
                  <c:v>216</c:v>
                </c:pt>
                <c:pt idx="208">
                  <c:v>215.9</c:v>
                </c:pt>
                <c:pt idx="209">
                  <c:v>215.9</c:v>
                </c:pt>
                <c:pt idx="210">
                  <c:v>216.15</c:v>
                </c:pt>
                <c:pt idx="211">
                  <c:v>215.84</c:v>
                </c:pt>
                <c:pt idx="212">
                  <c:v>215.72</c:v>
                </c:pt>
                <c:pt idx="213">
                  <c:v>215.61</c:v>
                </c:pt>
                <c:pt idx="214">
                  <c:v>216.09</c:v>
                </c:pt>
                <c:pt idx="215">
                  <c:v>216.29</c:v>
                </c:pt>
                <c:pt idx="216">
                  <c:v>216.07999999999998</c:v>
                </c:pt>
                <c:pt idx="217">
                  <c:v>216.18</c:v>
                </c:pt>
                <c:pt idx="218">
                  <c:v>216.03</c:v>
                </c:pt>
                <c:pt idx="219">
                  <c:v>216.2</c:v>
                </c:pt>
                <c:pt idx="220">
                  <c:v>215.94</c:v>
                </c:pt>
                <c:pt idx="221">
                  <c:v>216.54000000000002</c:v>
                </c:pt>
                <c:pt idx="222">
                  <c:v>216.53</c:v>
                </c:pt>
                <c:pt idx="223">
                  <c:v>216.44</c:v>
                </c:pt>
                <c:pt idx="224">
                  <c:v>216.56</c:v>
                </c:pt>
                <c:pt idx="225">
                  <c:v>216.06</c:v>
                </c:pt>
                <c:pt idx="226">
                  <c:v>215.92000000000002</c:v>
                </c:pt>
                <c:pt idx="227">
                  <c:v>216.26999999999998</c:v>
                </c:pt>
                <c:pt idx="228">
                  <c:v>215.57</c:v>
                </c:pt>
                <c:pt idx="229">
                  <c:v>216.26</c:v>
                </c:pt>
                <c:pt idx="230">
                  <c:v>215.75</c:v>
                </c:pt>
                <c:pt idx="231">
                  <c:v>216.25</c:v>
                </c:pt>
                <c:pt idx="232">
                  <c:v>216.76999999999998</c:v>
                </c:pt>
                <c:pt idx="233">
                  <c:v>216.43</c:v>
                </c:pt>
                <c:pt idx="234">
                  <c:v>216.70999999999998</c:v>
                </c:pt>
                <c:pt idx="235">
                  <c:v>216.19</c:v>
                </c:pt>
                <c:pt idx="236">
                  <c:v>216.42000000000002</c:v>
                </c:pt>
                <c:pt idx="237">
                  <c:v>216.21</c:v>
                </c:pt>
                <c:pt idx="238">
                  <c:v>216.56</c:v>
                </c:pt>
                <c:pt idx="239">
                  <c:v>217.08999999999997</c:v>
                </c:pt>
                <c:pt idx="240">
                  <c:v>216.15</c:v>
                </c:pt>
                <c:pt idx="241">
                  <c:v>216.2</c:v>
                </c:pt>
                <c:pt idx="242">
                  <c:v>216.56</c:v>
                </c:pt>
                <c:pt idx="243">
                  <c:v>215.89</c:v>
                </c:pt>
                <c:pt idx="244">
                  <c:v>216.5</c:v>
                </c:pt>
                <c:pt idx="245">
                  <c:v>216.48</c:v>
                </c:pt>
                <c:pt idx="246">
                  <c:v>216.38</c:v>
                </c:pt>
                <c:pt idx="247">
                  <c:v>216.26</c:v>
                </c:pt>
                <c:pt idx="248">
                  <c:v>216.62</c:v>
                </c:pt>
                <c:pt idx="249">
                  <c:v>216.45</c:v>
                </c:pt>
                <c:pt idx="250">
                  <c:v>216.32999999999998</c:v>
                </c:pt>
                <c:pt idx="251">
                  <c:v>216.85</c:v>
                </c:pt>
                <c:pt idx="252">
                  <c:v>216.69</c:v>
                </c:pt>
                <c:pt idx="253">
                  <c:v>216.75</c:v>
                </c:pt>
                <c:pt idx="254">
                  <c:v>216.76999999999998</c:v>
                </c:pt>
                <c:pt idx="255">
                  <c:v>216.85</c:v>
                </c:pt>
                <c:pt idx="256">
                  <c:v>216.70999999999998</c:v>
                </c:pt>
                <c:pt idx="257">
                  <c:v>216.54</c:v>
                </c:pt>
                <c:pt idx="258">
                  <c:v>216.13</c:v>
                </c:pt>
                <c:pt idx="259">
                  <c:v>216.55</c:v>
                </c:pt>
                <c:pt idx="260">
                  <c:v>216.17000000000002</c:v>
                </c:pt>
                <c:pt idx="261">
                  <c:v>216.7</c:v>
                </c:pt>
                <c:pt idx="262">
                  <c:v>216.36</c:v>
                </c:pt>
                <c:pt idx="263">
                  <c:v>217.43</c:v>
                </c:pt>
                <c:pt idx="264">
                  <c:v>216.2</c:v>
                </c:pt>
                <c:pt idx="265">
                  <c:v>216.39</c:v>
                </c:pt>
                <c:pt idx="266">
                  <c:v>216.84</c:v>
                </c:pt>
                <c:pt idx="267">
                  <c:v>216.8</c:v>
                </c:pt>
                <c:pt idx="268">
                  <c:v>216.78</c:v>
                </c:pt>
                <c:pt idx="269">
                  <c:v>216.64999999999998</c:v>
                </c:pt>
                <c:pt idx="270">
                  <c:v>217</c:v>
                </c:pt>
                <c:pt idx="271">
                  <c:v>216.32999999999998</c:v>
                </c:pt>
                <c:pt idx="272">
                  <c:v>216.47</c:v>
                </c:pt>
                <c:pt idx="273">
                  <c:v>216.53</c:v>
                </c:pt>
                <c:pt idx="274">
                  <c:v>215.92000000000002</c:v>
                </c:pt>
                <c:pt idx="275">
                  <c:v>215.99</c:v>
                </c:pt>
                <c:pt idx="276">
                  <c:v>216.32999999999998</c:v>
                </c:pt>
                <c:pt idx="277">
                  <c:v>216.48000000000002</c:v>
                </c:pt>
                <c:pt idx="278">
                  <c:v>216.22</c:v>
                </c:pt>
                <c:pt idx="279">
                  <c:v>216.61</c:v>
                </c:pt>
                <c:pt idx="280">
                  <c:v>216.54</c:v>
                </c:pt>
                <c:pt idx="281">
                  <c:v>216.49</c:v>
                </c:pt>
                <c:pt idx="282">
                  <c:v>216.39</c:v>
                </c:pt>
                <c:pt idx="283">
                  <c:v>216.75</c:v>
                </c:pt>
                <c:pt idx="284">
                  <c:v>216.44</c:v>
                </c:pt>
                <c:pt idx="285">
                  <c:v>216.45</c:v>
                </c:pt>
                <c:pt idx="286">
                  <c:v>216.72</c:v>
                </c:pt>
                <c:pt idx="287">
                  <c:v>216.82999999999998</c:v>
                </c:pt>
                <c:pt idx="288">
                  <c:v>216.48</c:v>
                </c:pt>
                <c:pt idx="289">
                  <c:v>216.45</c:v>
                </c:pt>
                <c:pt idx="290">
                  <c:v>216.1</c:v>
                </c:pt>
                <c:pt idx="291">
                  <c:v>216.68</c:v>
                </c:pt>
                <c:pt idx="292">
                  <c:v>216.83</c:v>
                </c:pt>
                <c:pt idx="293">
                  <c:v>216.37</c:v>
                </c:pt>
                <c:pt idx="294">
                  <c:v>216.64999999999998</c:v>
                </c:pt>
                <c:pt idx="295">
                  <c:v>217.09</c:v>
                </c:pt>
                <c:pt idx="296">
                  <c:v>217.32</c:v>
                </c:pt>
                <c:pt idx="297">
                  <c:v>216.97</c:v>
                </c:pt>
                <c:pt idx="298">
                  <c:v>217.35000000000002</c:v>
                </c:pt>
                <c:pt idx="299">
                  <c:v>216.7</c:v>
                </c:pt>
                <c:pt idx="300">
                  <c:v>217.33999999999997</c:v>
                </c:pt>
                <c:pt idx="301">
                  <c:v>217.57999999999998</c:v>
                </c:pt>
                <c:pt idx="302">
                  <c:v>217.03</c:v>
                </c:pt>
                <c:pt idx="303">
                  <c:v>217.31</c:v>
                </c:pt>
                <c:pt idx="304">
                  <c:v>218.14</c:v>
                </c:pt>
                <c:pt idx="305">
                  <c:v>218.54000000000002</c:v>
                </c:pt>
                <c:pt idx="306">
                  <c:v>217.56</c:v>
                </c:pt>
                <c:pt idx="307">
                  <c:v>217.94</c:v>
                </c:pt>
                <c:pt idx="308">
                  <c:v>218.37</c:v>
                </c:pt>
                <c:pt idx="309">
                  <c:v>218.7</c:v>
                </c:pt>
                <c:pt idx="310">
                  <c:v>218.43</c:v>
                </c:pt>
                <c:pt idx="311">
                  <c:v>218.45</c:v>
                </c:pt>
                <c:pt idx="312">
                  <c:v>218.25</c:v>
                </c:pt>
                <c:pt idx="313">
                  <c:v>218.51999999999998</c:v>
                </c:pt>
                <c:pt idx="314">
                  <c:v>218.61</c:v>
                </c:pt>
                <c:pt idx="315">
                  <c:v>219.18</c:v>
                </c:pt>
                <c:pt idx="316">
                  <c:v>219.66</c:v>
                </c:pt>
                <c:pt idx="317">
                  <c:v>219.45</c:v>
                </c:pt>
                <c:pt idx="318">
                  <c:v>219.22</c:v>
                </c:pt>
                <c:pt idx="319">
                  <c:v>219.43</c:v>
                </c:pt>
                <c:pt idx="320">
                  <c:v>219.60000000000002</c:v>
                </c:pt>
                <c:pt idx="321">
                  <c:v>219.32999999999998</c:v>
                </c:pt>
                <c:pt idx="322">
                  <c:v>220.57</c:v>
                </c:pt>
                <c:pt idx="323">
                  <c:v>220.49</c:v>
                </c:pt>
                <c:pt idx="324">
                  <c:v>220.2</c:v>
                </c:pt>
                <c:pt idx="325">
                  <c:v>220.84</c:v>
                </c:pt>
                <c:pt idx="326">
                  <c:v>220.57999999999998</c:v>
                </c:pt>
                <c:pt idx="327">
                  <c:v>220.94</c:v>
                </c:pt>
                <c:pt idx="328">
                  <c:v>221.01999999999998</c:v>
                </c:pt>
                <c:pt idx="329">
                  <c:v>221.45</c:v>
                </c:pt>
                <c:pt idx="330">
                  <c:v>221.16</c:v>
                </c:pt>
                <c:pt idx="331">
                  <c:v>221.85</c:v>
                </c:pt>
                <c:pt idx="332">
                  <c:v>221.79000000000002</c:v>
                </c:pt>
                <c:pt idx="333">
                  <c:v>222.25</c:v>
                </c:pt>
                <c:pt idx="334">
                  <c:v>221.45</c:v>
                </c:pt>
                <c:pt idx="335">
                  <c:v>222.15</c:v>
                </c:pt>
                <c:pt idx="336">
                  <c:v>222.2</c:v>
                </c:pt>
                <c:pt idx="337">
                  <c:v>222.57</c:v>
                </c:pt>
                <c:pt idx="338">
                  <c:v>222.81</c:v>
                </c:pt>
                <c:pt idx="339">
                  <c:v>222.93</c:v>
                </c:pt>
                <c:pt idx="340">
                  <c:v>222.45</c:v>
                </c:pt>
                <c:pt idx="341">
                  <c:v>222.38</c:v>
                </c:pt>
                <c:pt idx="342">
                  <c:v>222.64</c:v>
                </c:pt>
                <c:pt idx="343">
                  <c:v>222.84</c:v>
                </c:pt>
                <c:pt idx="344">
                  <c:v>223.07</c:v>
                </c:pt>
                <c:pt idx="345">
                  <c:v>223.25</c:v>
                </c:pt>
                <c:pt idx="346">
                  <c:v>223.6</c:v>
                </c:pt>
                <c:pt idx="347">
                  <c:v>223.01</c:v>
                </c:pt>
                <c:pt idx="348">
                  <c:v>223</c:v>
                </c:pt>
                <c:pt idx="349">
                  <c:v>223.43</c:v>
                </c:pt>
                <c:pt idx="350">
                  <c:v>222.51</c:v>
                </c:pt>
                <c:pt idx="351">
                  <c:v>223.09</c:v>
                </c:pt>
                <c:pt idx="352">
                  <c:v>223.07</c:v>
                </c:pt>
                <c:pt idx="353">
                  <c:v>223.05</c:v>
                </c:pt>
                <c:pt idx="354">
                  <c:v>223.79000000000002</c:v>
                </c:pt>
                <c:pt idx="355">
                  <c:v>223.89</c:v>
                </c:pt>
                <c:pt idx="356">
                  <c:v>223.76999999999998</c:v>
                </c:pt>
                <c:pt idx="357">
                  <c:v>223.44</c:v>
                </c:pt>
                <c:pt idx="358">
                  <c:v>223.18</c:v>
                </c:pt>
                <c:pt idx="359">
                  <c:v>223.25</c:v>
                </c:pt>
                <c:pt idx="360">
                  <c:v>223.23000000000002</c:v>
                </c:pt>
                <c:pt idx="361">
                  <c:v>223.25</c:v>
                </c:pt>
                <c:pt idx="362">
                  <c:v>223.48000000000002</c:v>
                </c:pt>
                <c:pt idx="363">
                  <c:v>222.28</c:v>
                </c:pt>
                <c:pt idx="364">
                  <c:v>222.57</c:v>
                </c:pt>
                <c:pt idx="365">
                  <c:v>223.12</c:v>
                </c:pt>
                <c:pt idx="366">
                  <c:v>222.88</c:v>
                </c:pt>
                <c:pt idx="367">
                  <c:v>222.82</c:v>
                </c:pt>
                <c:pt idx="368">
                  <c:v>222.94</c:v>
                </c:pt>
                <c:pt idx="369">
                  <c:v>222.69</c:v>
                </c:pt>
                <c:pt idx="370">
                  <c:v>221.91</c:v>
                </c:pt>
                <c:pt idx="371">
                  <c:v>222.34</c:v>
                </c:pt>
                <c:pt idx="372">
                  <c:v>222.6</c:v>
                </c:pt>
                <c:pt idx="373">
                  <c:v>222.23000000000002</c:v>
                </c:pt>
                <c:pt idx="374">
                  <c:v>221.65</c:v>
                </c:pt>
                <c:pt idx="375">
                  <c:v>221.87</c:v>
                </c:pt>
                <c:pt idx="376">
                  <c:v>221.27</c:v>
                </c:pt>
                <c:pt idx="377">
                  <c:v>221.60000000000002</c:v>
                </c:pt>
                <c:pt idx="378">
                  <c:v>220.7</c:v>
                </c:pt>
                <c:pt idx="379">
                  <c:v>221.3</c:v>
                </c:pt>
                <c:pt idx="380">
                  <c:v>221.56</c:v>
                </c:pt>
                <c:pt idx="381">
                  <c:v>220.62</c:v>
                </c:pt>
                <c:pt idx="382">
                  <c:v>220.45</c:v>
                </c:pt>
                <c:pt idx="383">
                  <c:v>220.02</c:v>
                </c:pt>
                <c:pt idx="384">
                  <c:v>220.57999999999998</c:v>
                </c:pt>
                <c:pt idx="385">
                  <c:v>220.32</c:v>
                </c:pt>
                <c:pt idx="386">
                  <c:v>220.10000000000002</c:v>
                </c:pt>
                <c:pt idx="387">
                  <c:v>219.66000000000003</c:v>
                </c:pt>
                <c:pt idx="388">
                  <c:v>219.4</c:v>
                </c:pt>
                <c:pt idx="389">
                  <c:v>218.57999999999998</c:v>
                </c:pt>
                <c:pt idx="390">
                  <c:v>219.29000000000002</c:v>
                </c:pt>
                <c:pt idx="391">
                  <c:v>219.11</c:v>
                </c:pt>
                <c:pt idx="392">
                  <c:v>218.8</c:v>
                </c:pt>
                <c:pt idx="393">
                  <c:v>218.81</c:v>
                </c:pt>
                <c:pt idx="394">
                  <c:v>219</c:v>
                </c:pt>
                <c:pt idx="395">
                  <c:v>218.5</c:v>
                </c:pt>
                <c:pt idx="396">
                  <c:v>218.25</c:v>
                </c:pt>
                <c:pt idx="397">
                  <c:v>218.51</c:v>
                </c:pt>
                <c:pt idx="398">
                  <c:v>218.35</c:v>
                </c:pt>
                <c:pt idx="399">
                  <c:v>218.22</c:v>
                </c:pt>
                <c:pt idx="400">
                  <c:v>218.16</c:v>
                </c:pt>
                <c:pt idx="401">
                  <c:v>217.66</c:v>
                </c:pt>
                <c:pt idx="402">
                  <c:v>217.62</c:v>
                </c:pt>
                <c:pt idx="403">
                  <c:v>217.66</c:v>
                </c:pt>
                <c:pt idx="404">
                  <c:v>218</c:v>
                </c:pt>
                <c:pt idx="405">
                  <c:v>218.18</c:v>
                </c:pt>
                <c:pt idx="406">
                  <c:v>217.16</c:v>
                </c:pt>
                <c:pt idx="407">
                  <c:v>216.93</c:v>
                </c:pt>
                <c:pt idx="408">
                  <c:v>216.68</c:v>
                </c:pt>
                <c:pt idx="409">
                  <c:v>216.91</c:v>
                </c:pt>
                <c:pt idx="410">
                  <c:v>216.32999999999998</c:v>
                </c:pt>
                <c:pt idx="411">
                  <c:v>216.13</c:v>
                </c:pt>
                <c:pt idx="412">
                  <c:v>216.45999999999998</c:v>
                </c:pt>
                <c:pt idx="413">
                  <c:v>216.75</c:v>
                </c:pt>
                <c:pt idx="414">
                  <c:v>215.8</c:v>
                </c:pt>
                <c:pt idx="415">
                  <c:v>216.53</c:v>
                </c:pt>
                <c:pt idx="416">
                  <c:v>215.94</c:v>
                </c:pt>
                <c:pt idx="417">
                  <c:v>216.02</c:v>
                </c:pt>
                <c:pt idx="418">
                  <c:v>216.2</c:v>
                </c:pt>
                <c:pt idx="419">
                  <c:v>215.72</c:v>
                </c:pt>
                <c:pt idx="420">
                  <c:v>216.01</c:v>
                </c:pt>
                <c:pt idx="421">
                  <c:v>215.4</c:v>
                </c:pt>
                <c:pt idx="422">
                  <c:v>216.04000000000002</c:v>
                </c:pt>
                <c:pt idx="423">
                  <c:v>215.5</c:v>
                </c:pt>
                <c:pt idx="424">
                  <c:v>215.72</c:v>
                </c:pt>
                <c:pt idx="425">
                  <c:v>215.34</c:v>
                </c:pt>
                <c:pt idx="426">
                  <c:v>215.04000000000002</c:v>
                </c:pt>
                <c:pt idx="427">
                  <c:v>215.01</c:v>
                </c:pt>
                <c:pt idx="428">
                  <c:v>214.97</c:v>
                </c:pt>
                <c:pt idx="429">
                  <c:v>214.94</c:v>
                </c:pt>
                <c:pt idx="430">
                  <c:v>215.11</c:v>
                </c:pt>
                <c:pt idx="431">
                  <c:v>214.69</c:v>
                </c:pt>
                <c:pt idx="432">
                  <c:v>214.18</c:v>
                </c:pt>
                <c:pt idx="433">
                  <c:v>215.29000000000002</c:v>
                </c:pt>
                <c:pt idx="434">
                  <c:v>214.56</c:v>
                </c:pt>
                <c:pt idx="435">
                  <c:v>215.18</c:v>
                </c:pt>
                <c:pt idx="436">
                  <c:v>214.84</c:v>
                </c:pt>
                <c:pt idx="437">
                  <c:v>214.57</c:v>
                </c:pt>
                <c:pt idx="438">
                  <c:v>214.85000000000002</c:v>
                </c:pt>
                <c:pt idx="439">
                  <c:v>214.35</c:v>
                </c:pt>
                <c:pt idx="440">
                  <c:v>214.47</c:v>
                </c:pt>
                <c:pt idx="441">
                  <c:v>214.32</c:v>
                </c:pt>
                <c:pt idx="442">
                  <c:v>214.25</c:v>
                </c:pt>
                <c:pt idx="443">
                  <c:v>214.4</c:v>
                </c:pt>
                <c:pt idx="444">
                  <c:v>214.32</c:v>
                </c:pt>
                <c:pt idx="445">
                  <c:v>213.61</c:v>
                </c:pt>
                <c:pt idx="446">
                  <c:v>213.91</c:v>
                </c:pt>
                <c:pt idx="447">
                  <c:v>214.02999999999997</c:v>
                </c:pt>
                <c:pt idx="448">
                  <c:v>214.3</c:v>
                </c:pt>
                <c:pt idx="449">
                  <c:v>214.2</c:v>
                </c:pt>
                <c:pt idx="450">
                  <c:v>213.57</c:v>
                </c:pt>
                <c:pt idx="451">
                  <c:v>214.03</c:v>
                </c:pt>
                <c:pt idx="452">
                  <c:v>213.62</c:v>
                </c:pt>
                <c:pt idx="453">
                  <c:v>213.55</c:v>
                </c:pt>
                <c:pt idx="454">
                  <c:v>213.95999999999998</c:v>
                </c:pt>
                <c:pt idx="455">
                  <c:v>213.82999999999998</c:v>
                </c:pt>
                <c:pt idx="456">
                  <c:v>213.38</c:v>
                </c:pt>
                <c:pt idx="457">
                  <c:v>213.86</c:v>
                </c:pt>
                <c:pt idx="458">
                  <c:v>214.36</c:v>
                </c:pt>
                <c:pt idx="459">
                  <c:v>213.44</c:v>
                </c:pt>
                <c:pt idx="460">
                  <c:v>213.20999999999998</c:v>
                </c:pt>
                <c:pt idx="461">
                  <c:v>213.72</c:v>
                </c:pt>
                <c:pt idx="462">
                  <c:v>213.41</c:v>
                </c:pt>
                <c:pt idx="463">
                  <c:v>212.99</c:v>
                </c:pt>
                <c:pt idx="464">
                  <c:v>213.51999999999998</c:v>
                </c:pt>
                <c:pt idx="465">
                  <c:v>213.61</c:v>
                </c:pt>
                <c:pt idx="466">
                  <c:v>213.7</c:v>
                </c:pt>
                <c:pt idx="467">
                  <c:v>213.84</c:v>
                </c:pt>
                <c:pt idx="468">
                  <c:v>214.45</c:v>
                </c:pt>
                <c:pt idx="469">
                  <c:v>214.29</c:v>
                </c:pt>
                <c:pt idx="470">
                  <c:v>213.3</c:v>
                </c:pt>
                <c:pt idx="471">
                  <c:v>213.84</c:v>
                </c:pt>
                <c:pt idx="472">
                  <c:v>213.76999999999998</c:v>
                </c:pt>
                <c:pt idx="473">
                  <c:v>213.84</c:v>
                </c:pt>
                <c:pt idx="474">
                  <c:v>214.35</c:v>
                </c:pt>
                <c:pt idx="475">
                  <c:v>214.07999999999998</c:v>
                </c:pt>
                <c:pt idx="476">
                  <c:v>214.5</c:v>
                </c:pt>
                <c:pt idx="477">
                  <c:v>213.76999999999998</c:v>
                </c:pt>
                <c:pt idx="478">
                  <c:v>214.68</c:v>
                </c:pt>
                <c:pt idx="479">
                  <c:v>214.7</c:v>
                </c:pt>
                <c:pt idx="480">
                  <c:v>214.61</c:v>
                </c:pt>
                <c:pt idx="481">
                  <c:v>214.35</c:v>
                </c:pt>
                <c:pt idx="482">
                  <c:v>214.70999999999998</c:v>
                </c:pt>
                <c:pt idx="483">
                  <c:v>215.07</c:v>
                </c:pt>
                <c:pt idx="484">
                  <c:v>215.14</c:v>
                </c:pt>
                <c:pt idx="485">
                  <c:v>214.51999999999998</c:v>
                </c:pt>
                <c:pt idx="486">
                  <c:v>215.44</c:v>
                </c:pt>
                <c:pt idx="487">
                  <c:v>215.75</c:v>
                </c:pt>
                <c:pt idx="488">
                  <c:v>215.82999999999998</c:v>
                </c:pt>
                <c:pt idx="489">
                  <c:v>215.92000000000002</c:v>
                </c:pt>
                <c:pt idx="490">
                  <c:v>215.91</c:v>
                </c:pt>
                <c:pt idx="491">
                  <c:v>216.32</c:v>
                </c:pt>
                <c:pt idx="492">
                  <c:v>216.89</c:v>
                </c:pt>
                <c:pt idx="493">
                  <c:v>216.74</c:v>
                </c:pt>
                <c:pt idx="494">
                  <c:v>216.98</c:v>
                </c:pt>
                <c:pt idx="495">
                  <c:v>217.18</c:v>
                </c:pt>
                <c:pt idx="496">
                  <c:v>217.22</c:v>
                </c:pt>
                <c:pt idx="497">
                  <c:v>216.64</c:v>
                </c:pt>
                <c:pt idx="498">
                  <c:v>217.74</c:v>
                </c:pt>
                <c:pt idx="499">
                  <c:v>217.57999999999998</c:v>
                </c:pt>
                <c:pt idx="500">
                  <c:v>217.57999999999998</c:v>
                </c:pt>
                <c:pt idx="501">
                  <c:v>217.51999999999998</c:v>
                </c:pt>
                <c:pt idx="502">
                  <c:v>217.52999999999997</c:v>
                </c:pt>
                <c:pt idx="503">
                  <c:v>217.57999999999998</c:v>
                </c:pt>
                <c:pt idx="504">
                  <c:v>218.92000000000002</c:v>
                </c:pt>
                <c:pt idx="505">
                  <c:v>218.2</c:v>
                </c:pt>
                <c:pt idx="506">
                  <c:v>219.17000000000002</c:v>
                </c:pt>
                <c:pt idx="507">
                  <c:v>218.57999999999998</c:v>
                </c:pt>
                <c:pt idx="508">
                  <c:v>219.18</c:v>
                </c:pt>
                <c:pt idx="509">
                  <c:v>219.23</c:v>
                </c:pt>
                <c:pt idx="510">
                  <c:v>219.34</c:v>
                </c:pt>
                <c:pt idx="511">
                  <c:v>219.62</c:v>
                </c:pt>
                <c:pt idx="512">
                  <c:v>219.23000000000002</c:v>
                </c:pt>
                <c:pt idx="513">
                  <c:v>219.97000000000003</c:v>
                </c:pt>
                <c:pt idx="514">
                  <c:v>219.95999999999998</c:v>
                </c:pt>
                <c:pt idx="515">
                  <c:v>220.36</c:v>
                </c:pt>
                <c:pt idx="516">
                  <c:v>220.25</c:v>
                </c:pt>
                <c:pt idx="517">
                  <c:v>220.23</c:v>
                </c:pt>
                <c:pt idx="518">
                  <c:v>220.91000000000003</c:v>
                </c:pt>
                <c:pt idx="519">
                  <c:v>220.74</c:v>
                </c:pt>
                <c:pt idx="520">
                  <c:v>220.4</c:v>
                </c:pt>
                <c:pt idx="521">
                  <c:v>221.12</c:v>
                </c:pt>
                <c:pt idx="522">
                  <c:v>220.71</c:v>
                </c:pt>
                <c:pt idx="523">
                  <c:v>221.14</c:v>
                </c:pt>
                <c:pt idx="524">
                  <c:v>221.2</c:v>
                </c:pt>
                <c:pt idx="525">
                  <c:v>221.23</c:v>
                </c:pt>
                <c:pt idx="526">
                  <c:v>221.59</c:v>
                </c:pt>
                <c:pt idx="527">
                  <c:v>221.27</c:v>
                </c:pt>
                <c:pt idx="528">
                  <c:v>222.32999999999998</c:v>
                </c:pt>
                <c:pt idx="529">
                  <c:v>221.72</c:v>
                </c:pt>
                <c:pt idx="530">
                  <c:v>221.98000000000002</c:v>
                </c:pt>
                <c:pt idx="531">
                  <c:v>222.63</c:v>
                </c:pt>
                <c:pt idx="532">
                  <c:v>222.59</c:v>
                </c:pt>
                <c:pt idx="533">
                  <c:v>222.64</c:v>
                </c:pt>
                <c:pt idx="534">
                  <c:v>222.46</c:v>
                </c:pt>
                <c:pt idx="535">
                  <c:v>222.17000000000002</c:v>
                </c:pt>
                <c:pt idx="536">
                  <c:v>222.63</c:v>
                </c:pt>
                <c:pt idx="537">
                  <c:v>222.51</c:v>
                </c:pt>
                <c:pt idx="538">
                  <c:v>222.12</c:v>
                </c:pt>
                <c:pt idx="539">
                  <c:v>222.47</c:v>
                </c:pt>
                <c:pt idx="540">
                  <c:v>223.02</c:v>
                </c:pt>
                <c:pt idx="541">
                  <c:v>222.62</c:v>
                </c:pt>
                <c:pt idx="542">
                  <c:v>222.61</c:v>
                </c:pt>
                <c:pt idx="543">
                  <c:v>222.26</c:v>
                </c:pt>
                <c:pt idx="544">
                  <c:v>222.64</c:v>
                </c:pt>
                <c:pt idx="545">
                  <c:v>222.35000000000002</c:v>
                </c:pt>
                <c:pt idx="546">
                  <c:v>222.32</c:v>
                </c:pt>
                <c:pt idx="547">
                  <c:v>222.43</c:v>
                </c:pt>
                <c:pt idx="548">
                  <c:v>222.94</c:v>
                </c:pt>
                <c:pt idx="549">
                  <c:v>222.18</c:v>
                </c:pt>
                <c:pt idx="550">
                  <c:v>222.56</c:v>
                </c:pt>
                <c:pt idx="551">
                  <c:v>222.61</c:v>
                </c:pt>
                <c:pt idx="552">
                  <c:v>222.39</c:v>
                </c:pt>
                <c:pt idx="553">
                  <c:v>221.92</c:v>
                </c:pt>
                <c:pt idx="554">
                  <c:v>222.91</c:v>
                </c:pt>
                <c:pt idx="555">
                  <c:v>222.23000000000002</c:v>
                </c:pt>
                <c:pt idx="556">
                  <c:v>222.22</c:v>
                </c:pt>
                <c:pt idx="557">
                  <c:v>222.15</c:v>
                </c:pt>
                <c:pt idx="558">
                  <c:v>221.4</c:v>
                </c:pt>
                <c:pt idx="559">
                  <c:v>221.3</c:v>
                </c:pt>
                <c:pt idx="560">
                  <c:v>221.58999999999997</c:v>
                </c:pt>
                <c:pt idx="561">
                  <c:v>221.51</c:v>
                </c:pt>
                <c:pt idx="562">
                  <c:v>221.72</c:v>
                </c:pt>
                <c:pt idx="563">
                  <c:v>221.45</c:v>
                </c:pt>
                <c:pt idx="564">
                  <c:v>221.25</c:v>
                </c:pt>
                <c:pt idx="565">
                  <c:v>221.27</c:v>
                </c:pt>
                <c:pt idx="566">
                  <c:v>221.58</c:v>
                </c:pt>
                <c:pt idx="567">
                  <c:v>221.32</c:v>
                </c:pt>
                <c:pt idx="568">
                  <c:v>220.89</c:v>
                </c:pt>
                <c:pt idx="569">
                  <c:v>221.31</c:v>
                </c:pt>
                <c:pt idx="570">
                  <c:v>220.49</c:v>
                </c:pt>
                <c:pt idx="571">
                  <c:v>220.57999999999998</c:v>
                </c:pt>
                <c:pt idx="572">
                  <c:v>220.04</c:v>
                </c:pt>
                <c:pt idx="573">
                  <c:v>220.07</c:v>
                </c:pt>
                <c:pt idx="574">
                  <c:v>220.43</c:v>
                </c:pt>
                <c:pt idx="575">
                  <c:v>220.12</c:v>
                </c:pt>
                <c:pt idx="576">
                  <c:v>219.78</c:v>
                </c:pt>
                <c:pt idx="577">
                  <c:v>219.37</c:v>
                </c:pt>
                <c:pt idx="578">
                  <c:v>219.1</c:v>
                </c:pt>
                <c:pt idx="579">
                  <c:v>218.89</c:v>
                </c:pt>
                <c:pt idx="580">
                  <c:v>219.09</c:v>
                </c:pt>
                <c:pt idx="581">
                  <c:v>218.35</c:v>
                </c:pt>
                <c:pt idx="582">
                  <c:v>218.36</c:v>
                </c:pt>
                <c:pt idx="583">
                  <c:v>218.1</c:v>
                </c:pt>
                <c:pt idx="584">
                  <c:v>218.70999999999998</c:v>
                </c:pt>
                <c:pt idx="585">
                  <c:v>218.23000000000002</c:v>
                </c:pt>
                <c:pt idx="586">
                  <c:v>217.16</c:v>
                </c:pt>
                <c:pt idx="587">
                  <c:v>216.95</c:v>
                </c:pt>
                <c:pt idx="588">
                  <c:v>217.19</c:v>
                </c:pt>
                <c:pt idx="589">
                  <c:v>217.03</c:v>
                </c:pt>
                <c:pt idx="590">
                  <c:v>216.57</c:v>
                </c:pt>
                <c:pt idx="591">
                  <c:v>216.16000000000003</c:v>
                </c:pt>
                <c:pt idx="592">
                  <c:v>215.27999999999997</c:v>
                </c:pt>
                <c:pt idx="593">
                  <c:v>216.22</c:v>
                </c:pt>
                <c:pt idx="594">
                  <c:v>215.69</c:v>
                </c:pt>
                <c:pt idx="595">
                  <c:v>214.70999999999998</c:v>
                </c:pt>
                <c:pt idx="596">
                  <c:v>214.49</c:v>
                </c:pt>
                <c:pt idx="597">
                  <c:v>214.45</c:v>
                </c:pt>
                <c:pt idx="598">
                  <c:v>214.26</c:v>
                </c:pt>
                <c:pt idx="599">
                  <c:v>213.97</c:v>
                </c:pt>
                <c:pt idx="600">
                  <c:v>213.79000000000002</c:v>
                </c:pt>
                <c:pt idx="601">
                  <c:v>213.19</c:v>
                </c:pt>
                <c:pt idx="602">
                  <c:v>212.37</c:v>
                </c:pt>
                <c:pt idx="603">
                  <c:v>212.23000000000002</c:v>
                </c:pt>
                <c:pt idx="604">
                  <c:v>212.07999999999998</c:v>
                </c:pt>
                <c:pt idx="605">
                  <c:v>212.14</c:v>
                </c:pt>
                <c:pt idx="606">
                  <c:v>211.8</c:v>
                </c:pt>
                <c:pt idx="607">
                  <c:v>211.27</c:v>
                </c:pt>
                <c:pt idx="608">
                  <c:v>211.04000000000002</c:v>
                </c:pt>
                <c:pt idx="609">
                  <c:v>211.01</c:v>
                </c:pt>
                <c:pt idx="610">
                  <c:v>209.92000000000002</c:v>
                </c:pt>
                <c:pt idx="611">
                  <c:v>209.64</c:v>
                </c:pt>
                <c:pt idx="612">
                  <c:v>209.83999999999997</c:v>
                </c:pt>
                <c:pt idx="613">
                  <c:v>208.44</c:v>
                </c:pt>
                <c:pt idx="614">
                  <c:v>208.79</c:v>
                </c:pt>
                <c:pt idx="615">
                  <c:v>208.5</c:v>
                </c:pt>
                <c:pt idx="616">
                  <c:v>207.76</c:v>
                </c:pt>
                <c:pt idx="617">
                  <c:v>207.69</c:v>
                </c:pt>
                <c:pt idx="618">
                  <c:v>206.95999999999998</c:v>
                </c:pt>
                <c:pt idx="619">
                  <c:v>207.05</c:v>
                </c:pt>
                <c:pt idx="620">
                  <c:v>206.62</c:v>
                </c:pt>
                <c:pt idx="621">
                  <c:v>205.85</c:v>
                </c:pt>
                <c:pt idx="622">
                  <c:v>205.69</c:v>
                </c:pt>
                <c:pt idx="623">
                  <c:v>205.45999999999998</c:v>
                </c:pt>
                <c:pt idx="624">
                  <c:v>204.98</c:v>
                </c:pt>
                <c:pt idx="625">
                  <c:v>204.97</c:v>
                </c:pt>
                <c:pt idx="626">
                  <c:v>204.32</c:v>
                </c:pt>
                <c:pt idx="627">
                  <c:v>204.31</c:v>
                </c:pt>
                <c:pt idx="628">
                  <c:v>203.14</c:v>
                </c:pt>
                <c:pt idx="629">
                  <c:v>203.05</c:v>
                </c:pt>
                <c:pt idx="630">
                  <c:v>202.75</c:v>
                </c:pt>
                <c:pt idx="631">
                  <c:v>201.99</c:v>
                </c:pt>
                <c:pt idx="632">
                  <c:v>201.68</c:v>
                </c:pt>
                <c:pt idx="633">
                  <c:v>201.46</c:v>
                </c:pt>
                <c:pt idx="634">
                  <c:v>200.98000000000002</c:v>
                </c:pt>
                <c:pt idx="635">
                  <c:v>200.26</c:v>
                </c:pt>
                <c:pt idx="636">
                  <c:v>200</c:v>
                </c:pt>
                <c:pt idx="637">
                  <c:v>199.79000000000002</c:v>
                </c:pt>
                <c:pt idx="638">
                  <c:v>199.29</c:v>
                </c:pt>
                <c:pt idx="639">
                  <c:v>199.07</c:v>
                </c:pt>
                <c:pt idx="640">
                  <c:v>197.86</c:v>
                </c:pt>
                <c:pt idx="641">
                  <c:v>197.48000000000002</c:v>
                </c:pt>
                <c:pt idx="642">
                  <c:v>197.22</c:v>
                </c:pt>
                <c:pt idx="643">
                  <c:v>197.37</c:v>
                </c:pt>
                <c:pt idx="644">
                  <c:v>196.7</c:v>
                </c:pt>
                <c:pt idx="645">
                  <c:v>196.03</c:v>
                </c:pt>
                <c:pt idx="646">
                  <c:v>195</c:v>
                </c:pt>
                <c:pt idx="647">
                  <c:v>194.86</c:v>
                </c:pt>
                <c:pt idx="648">
                  <c:v>194.23000000000002</c:v>
                </c:pt>
                <c:pt idx="649">
                  <c:v>193.76</c:v>
                </c:pt>
                <c:pt idx="650">
                  <c:v>193.38</c:v>
                </c:pt>
                <c:pt idx="651">
                  <c:v>192.01999999999998</c:v>
                </c:pt>
                <c:pt idx="652">
                  <c:v>192.32</c:v>
                </c:pt>
                <c:pt idx="653">
                  <c:v>192.34</c:v>
                </c:pt>
                <c:pt idx="654">
                  <c:v>191.32999999999998</c:v>
                </c:pt>
                <c:pt idx="655">
                  <c:v>190.98000000000002</c:v>
                </c:pt>
                <c:pt idx="656">
                  <c:v>190.53</c:v>
                </c:pt>
                <c:pt idx="657">
                  <c:v>189.66</c:v>
                </c:pt>
                <c:pt idx="658">
                  <c:v>189.29000000000002</c:v>
                </c:pt>
                <c:pt idx="659">
                  <c:v>188.91000000000003</c:v>
                </c:pt>
                <c:pt idx="660">
                  <c:v>188.55</c:v>
                </c:pt>
                <c:pt idx="661">
                  <c:v>187.73000000000002</c:v>
                </c:pt>
                <c:pt idx="662">
                  <c:v>187.81</c:v>
                </c:pt>
                <c:pt idx="663">
                  <c:v>186.8</c:v>
                </c:pt>
                <c:pt idx="664">
                  <c:v>186.63</c:v>
                </c:pt>
                <c:pt idx="665">
                  <c:v>186.29</c:v>
                </c:pt>
                <c:pt idx="666">
                  <c:v>186.14</c:v>
                </c:pt>
                <c:pt idx="667">
                  <c:v>184.91</c:v>
                </c:pt>
                <c:pt idx="668">
                  <c:v>184.43</c:v>
                </c:pt>
                <c:pt idx="669">
                  <c:v>184.56</c:v>
                </c:pt>
                <c:pt idx="670">
                  <c:v>183.7</c:v>
                </c:pt>
                <c:pt idx="671">
                  <c:v>183.4</c:v>
                </c:pt>
                <c:pt idx="672">
                  <c:v>183</c:v>
                </c:pt>
                <c:pt idx="673">
                  <c:v>182.36</c:v>
                </c:pt>
                <c:pt idx="674">
                  <c:v>181.14999999999998</c:v>
                </c:pt>
                <c:pt idx="675">
                  <c:v>181.25</c:v>
                </c:pt>
                <c:pt idx="676">
                  <c:v>180.16</c:v>
                </c:pt>
                <c:pt idx="677">
                  <c:v>179.04000000000002</c:v>
                </c:pt>
                <c:pt idx="678">
                  <c:v>179.37</c:v>
                </c:pt>
                <c:pt idx="679">
                  <c:v>178.31</c:v>
                </c:pt>
                <c:pt idx="680">
                  <c:v>177.56</c:v>
                </c:pt>
                <c:pt idx="681">
                  <c:v>177.12</c:v>
                </c:pt>
                <c:pt idx="682">
                  <c:v>176.88</c:v>
                </c:pt>
                <c:pt idx="683">
                  <c:v>175.76</c:v>
                </c:pt>
                <c:pt idx="684">
                  <c:v>175.05</c:v>
                </c:pt>
                <c:pt idx="685">
                  <c:v>174.85</c:v>
                </c:pt>
                <c:pt idx="686">
                  <c:v>174.2</c:v>
                </c:pt>
                <c:pt idx="687">
                  <c:v>173.7</c:v>
                </c:pt>
                <c:pt idx="688">
                  <c:v>172.85000000000002</c:v>
                </c:pt>
                <c:pt idx="689">
                  <c:v>172.09</c:v>
                </c:pt>
                <c:pt idx="690">
                  <c:v>171.97</c:v>
                </c:pt>
                <c:pt idx="691">
                  <c:v>171.14</c:v>
                </c:pt>
                <c:pt idx="692">
                  <c:v>170.98</c:v>
                </c:pt>
                <c:pt idx="693">
                  <c:v>169.68</c:v>
                </c:pt>
                <c:pt idx="694">
                  <c:v>169.23000000000002</c:v>
                </c:pt>
                <c:pt idx="695">
                  <c:v>168.14</c:v>
                </c:pt>
                <c:pt idx="696">
                  <c:v>167.57</c:v>
                </c:pt>
                <c:pt idx="697">
                  <c:v>167.56</c:v>
                </c:pt>
                <c:pt idx="698">
                  <c:v>167.52</c:v>
                </c:pt>
                <c:pt idx="699">
                  <c:v>166.57999999999998</c:v>
                </c:pt>
                <c:pt idx="700">
                  <c:v>166.66</c:v>
                </c:pt>
                <c:pt idx="701">
                  <c:v>166.12</c:v>
                </c:pt>
                <c:pt idx="702">
                  <c:v>165.5</c:v>
                </c:pt>
                <c:pt idx="703">
                  <c:v>165.1</c:v>
                </c:pt>
                <c:pt idx="704">
                  <c:v>164.87</c:v>
                </c:pt>
                <c:pt idx="705">
                  <c:v>164.12</c:v>
                </c:pt>
                <c:pt idx="706">
                  <c:v>164.12</c:v>
                </c:pt>
                <c:pt idx="707">
                  <c:v>164.24</c:v>
                </c:pt>
                <c:pt idx="708">
                  <c:v>163.78</c:v>
                </c:pt>
                <c:pt idx="709">
                  <c:v>163.38</c:v>
                </c:pt>
                <c:pt idx="710">
                  <c:v>163.37</c:v>
                </c:pt>
                <c:pt idx="711">
                  <c:v>162.72999999999999</c:v>
                </c:pt>
                <c:pt idx="712">
                  <c:v>162.91</c:v>
                </c:pt>
                <c:pt idx="713">
                  <c:v>163.19999999999999</c:v>
                </c:pt>
                <c:pt idx="714">
                  <c:v>162.47999999999999</c:v>
                </c:pt>
                <c:pt idx="715">
                  <c:v>162.57</c:v>
                </c:pt>
                <c:pt idx="716">
                  <c:v>163.24</c:v>
                </c:pt>
                <c:pt idx="717">
                  <c:v>163.05000000000001</c:v>
                </c:pt>
                <c:pt idx="718">
                  <c:v>163.91000000000003</c:v>
                </c:pt>
                <c:pt idx="719">
                  <c:v>163.29000000000002</c:v>
                </c:pt>
                <c:pt idx="720">
                  <c:v>163.42000000000002</c:v>
                </c:pt>
                <c:pt idx="721">
                  <c:v>163.47</c:v>
                </c:pt>
                <c:pt idx="722">
                  <c:v>164.04</c:v>
                </c:pt>
                <c:pt idx="723">
                  <c:v>164.15</c:v>
                </c:pt>
                <c:pt idx="724">
                  <c:v>164.39</c:v>
                </c:pt>
                <c:pt idx="725">
                  <c:v>164.87</c:v>
                </c:pt>
                <c:pt idx="726">
                  <c:v>165.68</c:v>
                </c:pt>
                <c:pt idx="727">
                  <c:v>166.03</c:v>
                </c:pt>
                <c:pt idx="728">
                  <c:v>165.70999999999998</c:v>
                </c:pt>
                <c:pt idx="729">
                  <c:v>166.70999999999998</c:v>
                </c:pt>
                <c:pt idx="730">
                  <c:v>167.05</c:v>
                </c:pt>
                <c:pt idx="731">
                  <c:v>167.81</c:v>
                </c:pt>
                <c:pt idx="732">
                  <c:v>167.72</c:v>
                </c:pt>
                <c:pt idx="733">
                  <c:v>168.31</c:v>
                </c:pt>
                <c:pt idx="734">
                  <c:v>169.64999999999998</c:v>
                </c:pt>
                <c:pt idx="735">
                  <c:v>170.65</c:v>
                </c:pt>
                <c:pt idx="736">
                  <c:v>170.47</c:v>
                </c:pt>
                <c:pt idx="737">
                  <c:v>171.87</c:v>
                </c:pt>
                <c:pt idx="738">
                  <c:v>172.34</c:v>
                </c:pt>
                <c:pt idx="739">
                  <c:v>173.23000000000002</c:v>
                </c:pt>
                <c:pt idx="740">
                  <c:v>173.85000000000002</c:v>
                </c:pt>
                <c:pt idx="741">
                  <c:v>174.14</c:v>
                </c:pt>
                <c:pt idx="742">
                  <c:v>174.88</c:v>
                </c:pt>
                <c:pt idx="743">
                  <c:v>175.69</c:v>
                </c:pt>
                <c:pt idx="744">
                  <c:v>176.17000000000002</c:v>
                </c:pt>
                <c:pt idx="745">
                  <c:v>177.55</c:v>
                </c:pt>
                <c:pt idx="746">
                  <c:v>178.04000000000002</c:v>
                </c:pt>
                <c:pt idx="747">
                  <c:v>178.32</c:v>
                </c:pt>
                <c:pt idx="748">
                  <c:v>179.35</c:v>
                </c:pt>
                <c:pt idx="749">
                  <c:v>179.42000000000002</c:v>
                </c:pt>
                <c:pt idx="750">
                  <c:v>180.31</c:v>
                </c:pt>
                <c:pt idx="751">
                  <c:v>181.59</c:v>
                </c:pt>
                <c:pt idx="752">
                  <c:v>181.16</c:v>
                </c:pt>
                <c:pt idx="753">
                  <c:v>182.20999999999998</c:v>
                </c:pt>
                <c:pt idx="754">
                  <c:v>183.24</c:v>
                </c:pt>
                <c:pt idx="755">
                  <c:v>183.61</c:v>
                </c:pt>
                <c:pt idx="756">
                  <c:v>184.21</c:v>
                </c:pt>
                <c:pt idx="757">
                  <c:v>184.4</c:v>
                </c:pt>
                <c:pt idx="758">
                  <c:v>184.86</c:v>
                </c:pt>
                <c:pt idx="759">
                  <c:v>185.03</c:v>
                </c:pt>
                <c:pt idx="760">
                  <c:v>185.03</c:v>
                </c:pt>
                <c:pt idx="761">
                  <c:v>186.41</c:v>
                </c:pt>
                <c:pt idx="762">
                  <c:v>186.72</c:v>
                </c:pt>
                <c:pt idx="763">
                  <c:v>186.76999999999998</c:v>
                </c:pt>
                <c:pt idx="764">
                  <c:v>186.74</c:v>
                </c:pt>
                <c:pt idx="765">
                  <c:v>188.05</c:v>
                </c:pt>
                <c:pt idx="766">
                  <c:v>188.28</c:v>
                </c:pt>
                <c:pt idx="767">
                  <c:v>188.2</c:v>
                </c:pt>
                <c:pt idx="768">
                  <c:v>188.98000000000002</c:v>
                </c:pt>
                <c:pt idx="769">
                  <c:v>188.53</c:v>
                </c:pt>
                <c:pt idx="770">
                  <c:v>189</c:v>
                </c:pt>
                <c:pt idx="771">
                  <c:v>189.01</c:v>
                </c:pt>
                <c:pt idx="772">
                  <c:v>188.66</c:v>
                </c:pt>
                <c:pt idx="773">
                  <c:v>189.64999999999998</c:v>
                </c:pt>
                <c:pt idx="774">
                  <c:v>190.2</c:v>
                </c:pt>
                <c:pt idx="775">
                  <c:v>189.70999999999998</c:v>
                </c:pt>
                <c:pt idx="776">
                  <c:v>190.32</c:v>
                </c:pt>
                <c:pt idx="777">
                  <c:v>190.03</c:v>
                </c:pt>
                <c:pt idx="778">
                  <c:v>189.92000000000002</c:v>
                </c:pt>
                <c:pt idx="779">
                  <c:v>190.73</c:v>
                </c:pt>
                <c:pt idx="780">
                  <c:v>190.53</c:v>
                </c:pt>
                <c:pt idx="781">
                  <c:v>190.87</c:v>
                </c:pt>
                <c:pt idx="782">
                  <c:v>190.64</c:v>
                </c:pt>
                <c:pt idx="783">
                  <c:v>190.79</c:v>
                </c:pt>
                <c:pt idx="784">
                  <c:v>190.48</c:v>
                </c:pt>
                <c:pt idx="785">
                  <c:v>191.11</c:v>
                </c:pt>
                <c:pt idx="786">
                  <c:v>191.04</c:v>
                </c:pt>
                <c:pt idx="787">
                  <c:v>191.33999999999997</c:v>
                </c:pt>
                <c:pt idx="788">
                  <c:v>191.06</c:v>
                </c:pt>
                <c:pt idx="789">
                  <c:v>191.54000000000002</c:v>
                </c:pt>
                <c:pt idx="790">
                  <c:v>191.07</c:v>
                </c:pt>
                <c:pt idx="791">
                  <c:v>191.2</c:v>
                </c:pt>
                <c:pt idx="792">
                  <c:v>191.32</c:v>
                </c:pt>
                <c:pt idx="793">
                  <c:v>191.1</c:v>
                </c:pt>
                <c:pt idx="794">
                  <c:v>191.45999999999998</c:v>
                </c:pt>
                <c:pt idx="795">
                  <c:v>191.95</c:v>
                </c:pt>
                <c:pt idx="796">
                  <c:v>191.34</c:v>
                </c:pt>
                <c:pt idx="797">
                  <c:v>191.51999999999998</c:v>
                </c:pt>
                <c:pt idx="798">
                  <c:v>192.95</c:v>
                </c:pt>
                <c:pt idx="799">
                  <c:v>192.18</c:v>
                </c:pt>
                <c:pt idx="800">
                  <c:v>192.25</c:v>
                </c:pt>
                <c:pt idx="801">
                  <c:v>193.19</c:v>
                </c:pt>
                <c:pt idx="802">
                  <c:v>192.41</c:v>
                </c:pt>
                <c:pt idx="803">
                  <c:v>192.77</c:v>
                </c:pt>
                <c:pt idx="804">
                  <c:v>193.35000000000002</c:v>
                </c:pt>
                <c:pt idx="805">
                  <c:v>192.93</c:v>
                </c:pt>
                <c:pt idx="806">
                  <c:v>193.02</c:v>
                </c:pt>
                <c:pt idx="807">
                  <c:v>194.17000000000002</c:v>
                </c:pt>
                <c:pt idx="808">
                  <c:v>193.46</c:v>
                </c:pt>
                <c:pt idx="809">
                  <c:v>192.79000000000002</c:v>
                </c:pt>
                <c:pt idx="810">
                  <c:v>193.76</c:v>
                </c:pt>
                <c:pt idx="811">
                  <c:v>193.57999999999998</c:v>
                </c:pt>
                <c:pt idx="812">
                  <c:v>193.67000000000002</c:v>
                </c:pt>
                <c:pt idx="813">
                  <c:v>194.07</c:v>
                </c:pt>
                <c:pt idx="814">
                  <c:v>194.42000000000002</c:v>
                </c:pt>
                <c:pt idx="815">
                  <c:v>194.15</c:v>
                </c:pt>
                <c:pt idx="816">
                  <c:v>193.32999999999998</c:v>
                </c:pt>
                <c:pt idx="817">
                  <c:v>194.59</c:v>
                </c:pt>
                <c:pt idx="818">
                  <c:v>194.19</c:v>
                </c:pt>
                <c:pt idx="819">
                  <c:v>193.96</c:v>
                </c:pt>
                <c:pt idx="820">
                  <c:v>194.21</c:v>
                </c:pt>
                <c:pt idx="821">
                  <c:v>194.07</c:v>
                </c:pt>
                <c:pt idx="822">
                  <c:v>195.26</c:v>
                </c:pt>
                <c:pt idx="823">
                  <c:v>194.37</c:v>
                </c:pt>
                <c:pt idx="824">
                  <c:v>194.68</c:v>
                </c:pt>
                <c:pt idx="825">
                  <c:v>194.51999999999998</c:v>
                </c:pt>
                <c:pt idx="826">
                  <c:v>194.73000000000002</c:v>
                </c:pt>
                <c:pt idx="827">
                  <c:v>194.91</c:v>
                </c:pt>
                <c:pt idx="828">
                  <c:v>194.64</c:v>
                </c:pt>
                <c:pt idx="829">
                  <c:v>194.89</c:v>
                </c:pt>
                <c:pt idx="830">
                  <c:v>194.95999999999998</c:v>
                </c:pt>
                <c:pt idx="831">
                  <c:v>194.81</c:v>
                </c:pt>
                <c:pt idx="832">
                  <c:v>194.5</c:v>
                </c:pt>
                <c:pt idx="833">
                  <c:v>194.98</c:v>
                </c:pt>
                <c:pt idx="834">
                  <c:v>195.14</c:v>
                </c:pt>
                <c:pt idx="835">
                  <c:v>195.07</c:v>
                </c:pt>
                <c:pt idx="836">
                  <c:v>194.85</c:v>
                </c:pt>
                <c:pt idx="837">
                  <c:v>196</c:v>
                </c:pt>
                <c:pt idx="838">
                  <c:v>195.97</c:v>
                </c:pt>
                <c:pt idx="839">
                  <c:v>195.59</c:v>
                </c:pt>
                <c:pt idx="840">
                  <c:v>195.83</c:v>
                </c:pt>
                <c:pt idx="841">
                  <c:v>195.57</c:v>
                </c:pt>
                <c:pt idx="842">
                  <c:v>196.27</c:v>
                </c:pt>
                <c:pt idx="843">
                  <c:v>195.59</c:v>
                </c:pt>
                <c:pt idx="844">
                  <c:v>195.3</c:v>
                </c:pt>
                <c:pt idx="845">
                  <c:v>196.11</c:v>
                </c:pt>
                <c:pt idx="846">
                  <c:v>195.88</c:v>
                </c:pt>
                <c:pt idx="847">
                  <c:v>195.99</c:v>
                </c:pt>
                <c:pt idx="848">
                  <c:v>196.31</c:v>
                </c:pt>
                <c:pt idx="849">
                  <c:v>196.49</c:v>
                </c:pt>
                <c:pt idx="850">
                  <c:v>196.48000000000002</c:v>
                </c:pt>
                <c:pt idx="851">
                  <c:v>196.95</c:v>
                </c:pt>
                <c:pt idx="852">
                  <c:v>196.70999999999998</c:v>
                </c:pt>
                <c:pt idx="853">
                  <c:v>197.41000000000003</c:v>
                </c:pt>
                <c:pt idx="854">
                  <c:v>197.05</c:v>
                </c:pt>
                <c:pt idx="855">
                  <c:v>198.21</c:v>
                </c:pt>
                <c:pt idx="856">
                  <c:v>197.11</c:v>
                </c:pt>
                <c:pt idx="857">
                  <c:v>197.69</c:v>
                </c:pt>
                <c:pt idx="858">
                  <c:v>198.36</c:v>
                </c:pt>
                <c:pt idx="859">
                  <c:v>198.3</c:v>
                </c:pt>
                <c:pt idx="860">
                  <c:v>199.38</c:v>
                </c:pt>
                <c:pt idx="861">
                  <c:v>199.72</c:v>
                </c:pt>
                <c:pt idx="862">
                  <c:v>199.28</c:v>
                </c:pt>
                <c:pt idx="863">
                  <c:v>200.05</c:v>
                </c:pt>
                <c:pt idx="864">
                  <c:v>200.57</c:v>
                </c:pt>
                <c:pt idx="865">
                  <c:v>201.04000000000002</c:v>
                </c:pt>
                <c:pt idx="866">
                  <c:v>201.17000000000002</c:v>
                </c:pt>
                <c:pt idx="867">
                  <c:v>201.16000000000003</c:v>
                </c:pt>
                <c:pt idx="868">
                  <c:v>201.68</c:v>
                </c:pt>
                <c:pt idx="869">
                  <c:v>202.23000000000002</c:v>
                </c:pt>
                <c:pt idx="870">
                  <c:v>202.65</c:v>
                </c:pt>
                <c:pt idx="871">
                  <c:v>203.84</c:v>
                </c:pt>
                <c:pt idx="872">
                  <c:v>203.74</c:v>
                </c:pt>
                <c:pt idx="873">
                  <c:v>203.68</c:v>
                </c:pt>
                <c:pt idx="874">
                  <c:v>204.74</c:v>
                </c:pt>
                <c:pt idx="875">
                  <c:v>205.14</c:v>
                </c:pt>
                <c:pt idx="876">
                  <c:v>205.63</c:v>
                </c:pt>
                <c:pt idx="877">
                  <c:v>206.16000000000003</c:v>
                </c:pt>
                <c:pt idx="878">
                  <c:v>206.67000000000002</c:v>
                </c:pt>
                <c:pt idx="879">
                  <c:v>207.12</c:v>
                </c:pt>
                <c:pt idx="880">
                  <c:v>207.63</c:v>
                </c:pt>
                <c:pt idx="881">
                  <c:v>208.43</c:v>
                </c:pt>
                <c:pt idx="882">
                  <c:v>208.72</c:v>
                </c:pt>
                <c:pt idx="883">
                  <c:v>208.85</c:v>
                </c:pt>
                <c:pt idx="884">
                  <c:v>210.09</c:v>
                </c:pt>
                <c:pt idx="885">
                  <c:v>210.37</c:v>
                </c:pt>
                <c:pt idx="886">
                  <c:v>210.57</c:v>
                </c:pt>
                <c:pt idx="887">
                  <c:v>210.85</c:v>
                </c:pt>
                <c:pt idx="888">
                  <c:v>211.54000000000002</c:v>
                </c:pt>
                <c:pt idx="889">
                  <c:v>212.11</c:v>
                </c:pt>
                <c:pt idx="890">
                  <c:v>212.15</c:v>
                </c:pt>
                <c:pt idx="891">
                  <c:v>212.86</c:v>
                </c:pt>
                <c:pt idx="892">
                  <c:v>213.51999999999998</c:v>
                </c:pt>
                <c:pt idx="893">
                  <c:v>214.26999999999998</c:v>
                </c:pt>
                <c:pt idx="894">
                  <c:v>214.13</c:v>
                </c:pt>
                <c:pt idx="895">
                  <c:v>214.47</c:v>
                </c:pt>
                <c:pt idx="896">
                  <c:v>215.29000000000002</c:v>
                </c:pt>
                <c:pt idx="897">
                  <c:v>215.20999999999998</c:v>
                </c:pt>
                <c:pt idx="898">
                  <c:v>215.51999999999998</c:v>
                </c:pt>
                <c:pt idx="899">
                  <c:v>215.23000000000002</c:v>
                </c:pt>
                <c:pt idx="900">
                  <c:v>215.47</c:v>
                </c:pt>
                <c:pt idx="901">
                  <c:v>216.70999999999998</c:v>
                </c:pt>
                <c:pt idx="902">
                  <c:v>215.98000000000002</c:v>
                </c:pt>
                <c:pt idx="903">
                  <c:v>215.72</c:v>
                </c:pt>
                <c:pt idx="904">
                  <c:v>216.06</c:v>
                </c:pt>
                <c:pt idx="905">
                  <c:v>215.96</c:v>
                </c:pt>
                <c:pt idx="906">
                  <c:v>216.3</c:v>
                </c:pt>
                <c:pt idx="907">
                  <c:v>216.07</c:v>
                </c:pt>
                <c:pt idx="908">
                  <c:v>215.61</c:v>
                </c:pt>
                <c:pt idx="909">
                  <c:v>215.8</c:v>
                </c:pt>
                <c:pt idx="910">
                  <c:v>215.86</c:v>
                </c:pt>
                <c:pt idx="911">
                  <c:v>215.29000000000002</c:v>
                </c:pt>
                <c:pt idx="912">
                  <c:v>214.95</c:v>
                </c:pt>
                <c:pt idx="913">
                  <c:v>214.82999999999998</c:v>
                </c:pt>
                <c:pt idx="914">
                  <c:v>214.83999999999997</c:v>
                </c:pt>
                <c:pt idx="915">
                  <c:v>213.72</c:v>
                </c:pt>
                <c:pt idx="916">
                  <c:v>213.75</c:v>
                </c:pt>
                <c:pt idx="917">
                  <c:v>213.09</c:v>
                </c:pt>
                <c:pt idx="918">
                  <c:v>212.99</c:v>
                </c:pt>
                <c:pt idx="919">
                  <c:v>212.85</c:v>
                </c:pt>
                <c:pt idx="920">
                  <c:v>211.92000000000002</c:v>
                </c:pt>
                <c:pt idx="921">
                  <c:v>211.8</c:v>
                </c:pt>
                <c:pt idx="922">
                  <c:v>211.37</c:v>
                </c:pt>
                <c:pt idx="923">
                  <c:v>210.56</c:v>
                </c:pt>
                <c:pt idx="924">
                  <c:v>210.32</c:v>
                </c:pt>
                <c:pt idx="925">
                  <c:v>210.31</c:v>
                </c:pt>
                <c:pt idx="926">
                  <c:v>210.18</c:v>
                </c:pt>
                <c:pt idx="927">
                  <c:v>210.22</c:v>
                </c:pt>
                <c:pt idx="928">
                  <c:v>209.97</c:v>
                </c:pt>
                <c:pt idx="929">
                  <c:v>209.82</c:v>
                </c:pt>
                <c:pt idx="930">
                  <c:v>209.51</c:v>
                </c:pt>
                <c:pt idx="931">
                  <c:v>208.87</c:v>
                </c:pt>
                <c:pt idx="932">
                  <c:v>208.75</c:v>
                </c:pt>
                <c:pt idx="933">
                  <c:v>208.79000000000002</c:v>
                </c:pt>
                <c:pt idx="934">
                  <c:v>208.75</c:v>
                </c:pt>
                <c:pt idx="935">
                  <c:v>208.34</c:v>
                </c:pt>
                <c:pt idx="936">
                  <c:v>209.12</c:v>
                </c:pt>
                <c:pt idx="937">
                  <c:v>208.19</c:v>
                </c:pt>
                <c:pt idx="938">
                  <c:v>208.35000000000002</c:v>
                </c:pt>
                <c:pt idx="939">
                  <c:v>207.55</c:v>
                </c:pt>
                <c:pt idx="940">
                  <c:v>207.11</c:v>
                </c:pt>
                <c:pt idx="941">
                  <c:v>207.6</c:v>
                </c:pt>
                <c:pt idx="942">
                  <c:v>207.39</c:v>
                </c:pt>
                <c:pt idx="943">
                  <c:v>207.29</c:v>
                </c:pt>
                <c:pt idx="944">
                  <c:v>206.93</c:v>
                </c:pt>
                <c:pt idx="945">
                  <c:v>206.57</c:v>
                </c:pt>
                <c:pt idx="946">
                  <c:v>206.48000000000002</c:v>
                </c:pt>
                <c:pt idx="947">
                  <c:v>206.68</c:v>
                </c:pt>
                <c:pt idx="948">
                  <c:v>206.88</c:v>
                </c:pt>
                <c:pt idx="949">
                  <c:v>206.05</c:v>
                </c:pt>
                <c:pt idx="950">
                  <c:v>205.62</c:v>
                </c:pt>
                <c:pt idx="951">
                  <c:v>205.66</c:v>
                </c:pt>
                <c:pt idx="952">
                  <c:v>205.94</c:v>
                </c:pt>
                <c:pt idx="953">
                  <c:v>205.70999999999998</c:v>
                </c:pt>
                <c:pt idx="954">
                  <c:v>206.74</c:v>
                </c:pt>
                <c:pt idx="955">
                  <c:v>206.23000000000002</c:v>
                </c:pt>
                <c:pt idx="956">
                  <c:v>206.26</c:v>
                </c:pt>
                <c:pt idx="957">
                  <c:v>207.12</c:v>
                </c:pt>
                <c:pt idx="958">
                  <c:v>207.01</c:v>
                </c:pt>
                <c:pt idx="959">
                  <c:v>207.2</c:v>
                </c:pt>
                <c:pt idx="960">
                  <c:v>208.26999999999998</c:v>
                </c:pt>
                <c:pt idx="961">
                  <c:v>208.38</c:v>
                </c:pt>
                <c:pt idx="962">
                  <c:v>208.3</c:v>
                </c:pt>
                <c:pt idx="963">
                  <c:v>209.59</c:v>
                </c:pt>
                <c:pt idx="964">
                  <c:v>209.55</c:v>
                </c:pt>
                <c:pt idx="965">
                  <c:v>210.35000000000002</c:v>
                </c:pt>
                <c:pt idx="966">
                  <c:v>210.76</c:v>
                </c:pt>
                <c:pt idx="967">
                  <c:v>210.82</c:v>
                </c:pt>
                <c:pt idx="968">
                  <c:v>211.79000000000002</c:v>
                </c:pt>
                <c:pt idx="969">
                  <c:v>212.32999999999998</c:v>
                </c:pt>
                <c:pt idx="970">
                  <c:v>212.32</c:v>
                </c:pt>
                <c:pt idx="971">
                  <c:v>213.1</c:v>
                </c:pt>
                <c:pt idx="972">
                  <c:v>214.12</c:v>
                </c:pt>
                <c:pt idx="973">
                  <c:v>215.05</c:v>
                </c:pt>
                <c:pt idx="974">
                  <c:v>215.61</c:v>
                </c:pt>
                <c:pt idx="975">
                  <c:v>216.93</c:v>
                </c:pt>
                <c:pt idx="976">
                  <c:v>217.26</c:v>
                </c:pt>
                <c:pt idx="977">
                  <c:v>218.08</c:v>
                </c:pt>
                <c:pt idx="978">
                  <c:v>218.82</c:v>
                </c:pt>
                <c:pt idx="979">
                  <c:v>219.88</c:v>
                </c:pt>
                <c:pt idx="980">
                  <c:v>220.66000000000003</c:v>
                </c:pt>
                <c:pt idx="981">
                  <c:v>221.43</c:v>
                </c:pt>
                <c:pt idx="982">
                  <c:v>223.51</c:v>
                </c:pt>
                <c:pt idx="983">
                  <c:v>224.53</c:v>
                </c:pt>
                <c:pt idx="984">
                  <c:v>225</c:v>
                </c:pt>
                <c:pt idx="985">
                  <c:v>226.70999999999998</c:v>
                </c:pt>
                <c:pt idx="986">
                  <c:v>228.25</c:v>
                </c:pt>
                <c:pt idx="987">
                  <c:v>229.54</c:v>
                </c:pt>
                <c:pt idx="988">
                  <c:v>231.57</c:v>
                </c:pt>
                <c:pt idx="989">
                  <c:v>233.53</c:v>
                </c:pt>
                <c:pt idx="990">
                  <c:v>235.64</c:v>
                </c:pt>
                <c:pt idx="991">
                  <c:v>236.65</c:v>
                </c:pt>
                <c:pt idx="992">
                  <c:v>239.68</c:v>
                </c:pt>
                <c:pt idx="993">
                  <c:v>242.28000000000003</c:v>
                </c:pt>
                <c:pt idx="994">
                  <c:v>244.62</c:v>
                </c:pt>
                <c:pt idx="995">
                  <c:v>247.22</c:v>
                </c:pt>
                <c:pt idx="996">
                  <c:v>249.95999999999998</c:v>
                </c:pt>
                <c:pt idx="997">
                  <c:v>252.66</c:v>
                </c:pt>
                <c:pt idx="998">
                  <c:v>255.89999999999998</c:v>
                </c:pt>
                <c:pt idx="999">
                  <c:v>259.18</c:v>
                </c:pt>
                <c:pt idx="1000">
                  <c:v>261.77999999999997</c:v>
                </c:pt>
                <c:pt idx="1001">
                  <c:v>266.02</c:v>
                </c:pt>
                <c:pt idx="1002">
                  <c:v>269.77</c:v>
                </c:pt>
                <c:pt idx="1003">
                  <c:v>273.08999999999997</c:v>
                </c:pt>
                <c:pt idx="1004">
                  <c:v>276.85000000000002</c:v>
                </c:pt>
                <c:pt idx="1005">
                  <c:v>281.13</c:v>
                </c:pt>
                <c:pt idx="1006">
                  <c:v>284.92999999999995</c:v>
                </c:pt>
                <c:pt idx="1007">
                  <c:v>289.39999999999998</c:v>
                </c:pt>
                <c:pt idx="1008">
                  <c:v>293.72000000000003</c:v>
                </c:pt>
                <c:pt idx="1009">
                  <c:v>298.14</c:v>
                </c:pt>
                <c:pt idx="1010">
                  <c:v>303.04999999999995</c:v>
                </c:pt>
                <c:pt idx="1011">
                  <c:v>307.92</c:v>
                </c:pt>
                <c:pt idx="1012">
                  <c:v>313.15999999999997</c:v>
                </c:pt>
                <c:pt idx="1013">
                  <c:v>317.45999999999998</c:v>
                </c:pt>
                <c:pt idx="1014">
                  <c:v>321.95</c:v>
                </c:pt>
                <c:pt idx="1015">
                  <c:v>327.14</c:v>
                </c:pt>
                <c:pt idx="1016">
                  <c:v>332.65</c:v>
                </c:pt>
                <c:pt idx="1017">
                  <c:v>337.62</c:v>
                </c:pt>
                <c:pt idx="1018">
                  <c:v>343.46</c:v>
                </c:pt>
                <c:pt idx="1019">
                  <c:v>349.5</c:v>
                </c:pt>
                <c:pt idx="1020">
                  <c:v>356.14</c:v>
                </c:pt>
                <c:pt idx="1021">
                  <c:v>362.58000000000004</c:v>
                </c:pt>
                <c:pt idx="1022">
                  <c:v>369.27</c:v>
                </c:pt>
                <c:pt idx="1023">
                  <c:v>374.87</c:v>
                </c:pt>
                <c:pt idx="1024">
                  <c:v>381.48</c:v>
                </c:pt>
                <c:pt idx="1025">
                  <c:v>389.96000000000004</c:v>
                </c:pt>
                <c:pt idx="1026">
                  <c:v>396.44</c:v>
                </c:pt>
                <c:pt idx="1027">
                  <c:v>403.77</c:v>
                </c:pt>
                <c:pt idx="1028">
                  <c:v>411.02</c:v>
                </c:pt>
                <c:pt idx="1029">
                  <c:v>417.03</c:v>
                </c:pt>
                <c:pt idx="1030">
                  <c:v>425.53</c:v>
                </c:pt>
                <c:pt idx="1031">
                  <c:v>432.49</c:v>
                </c:pt>
                <c:pt idx="1032">
                  <c:v>439.54999999999995</c:v>
                </c:pt>
                <c:pt idx="1033">
                  <c:v>447.53999999999996</c:v>
                </c:pt>
                <c:pt idx="1034">
                  <c:v>453.95000000000005</c:v>
                </c:pt>
                <c:pt idx="1035">
                  <c:v>462.46000000000004</c:v>
                </c:pt>
                <c:pt idx="1036">
                  <c:v>469.89</c:v>
                </c:pt>
                <c:pt idx="1037">
                  <c:v>477.84000000000003</c:v>
                </c:pt>
                <c:pt idx="1038">
                  <c:v>485.34000000000003</c:v>
                </c:pt>
                <c:pt idx="1039">
                  <c:v>493.3</c:v>
                </c:pt>
                <c:pt idx="1040">
                  <c:v>500.45</c:v>
                </c:pt>
                <c:pt idx="1041">
                  <c:v>506.42999999999995</c:v>
                </c:pt>
                <c:pt idx="1042">
                  <c:v>513.97</c:v>
                </c:pt>
                <c:pt idx="1043">
                  <c:v>518.75</c:v>
                </c:pt>
                <c:pt idx="1044">
                  <c:v>525.04</c:v>
                </c:pt>
                <c:pt idx="1045">
                  <c:v>531.14</c:v>
                </c:pt>
                <c:pt idx="1046">
                  <c:v>537.07999999999993</c:v>
                </c:pt>
                <c:pt idx="1047">
                  <c:v>543.72</c:v>
                </c:pt>
                <c:pt idx="1048">
                  <c:v>551.02</c:v>
                </c:pt>
                <c:pt idx="1049">
                  <c:v>557.65</c:v>
                </c:pt>
                <c:pt idx="1050">
                  <c:v>564.30999999999995</c:v>
                </c:pt>
                <c:pt idx="1051">
                  <c:v>571.29</c:v>
                </c:pt>
                <c:pt idx="1052">
                  <c:v>576.03</c:v>
                </c:pt>
                <c:pt idx="1053">
                  <c:v>582.72</c:v>
                </c:pt>
                <c:pt idx="1054">
                  <c:v>587.18000000000006</c:v>
                </c:pt>
                <c:pt idx="1055">
                  <c:v>593.16999999999996</c:v>
                </c:pt>
                <c:pt idx="1056">
                  <c:v>597.72</c:v>
                </c:pt>
                <c:pt idx="1057">
                  <c:v>601.49</c:v>
                </c:pt>
                <c:pt idx="1058">
                  <c:v>606.34</c:v>
                </c:pt>
                <c:pt idx="1059">
                  <c:v>610.93000000000006</c:v>
                </c:pt>
                <c:pt idx="1060">
                  <c:v>615.30999999999995</c:v>
                </c:pt>
                <c:pt idx="1061">
                  <c:v>618.98</c:v>
                </c:pt>
                <c:pt idx="1062">
                  <c:v>623.54</c:v>
                </c:pt>
                <c:pt idx="1063">
                  <c:v>626.98</c:v>
                </c:pt>
                <c:pt idx="1064">
                  <c:v>631.1099999999999</c:v>
                </c:pt>
                <c:pt idx="1065">
                  <c:v>634.15000000000009</c:v>
                </c:pt>
                <c:pt idx="1066">
                  <c:v>636.13</c:v>
                </c:pt>
                <c:pt idx="1067">
                  <c:v>638.33999999999992</c:v>
                </c:pt>
                <c:pt idx="1068">
                  <c:v>640.79999999999995</c:v>
                </c:pt>
                <c:pt idx="1069">
                  <c:v>642.22</c:v>
                </c:pt>
                <c:pt idx="1070">
                  <c:v>643.75</c:v>
                </c:pt>
                <c:pt idx="1071">
                  <c:v>644.63</c:v>
                </c:pt>
                <c:pt idx="1072">
                  <c:v>644.80999999999995</c:v>
                </c:pt>
                <c:pt idx="1073">
                  <c:v>646.26</c:v>
                </c:pt>
                <c:pt idx="1074">
                  <c:v>646.42000000000007</c:v>
                </c:pt>
                <c:pt idx="1075">
                  <c:v>646.82999999999993</c:v>
                </c:pt>
                <c:pt idx="1076">
                  <c:v>646.73</c:v>
                </c:pt>
                <c:pt idx="1077">
                  <c:v>647.61</c:v>
                </c:pt>
                <c:pt idx="1078">
                  <c:v>647.80999999999995</c:v>
                </c:pt>
                <c:pt idx="1079">
                  <c:v>648.04</c:v>
                </c:pt>
                <c:pt idx="1080">
                  <c:v>648.16</c:v>
                </c:pt>
                <c:pt idx="1081">
                  <c:v>647.30999999999995</c:v>
                </c:pt>
                <c:pt idx="1082">
                  <c:v>646.28</c:v>
                </c:pt>
                <c:pt idx="1083">
                  <c:v>646.59</c:v>
                </c:pt>
                <c:pt idx="1084">
                  <c:v>644.8900000000001</c:v>
                </c:pt>
                <c:pt idx="1085">
                  <c:v>643.99</c:v>
                </c:pt>
                <c:pt idx="1086">
                  <c:v>641.91000000000008</c:v>
                </c:pt>
                <c:pt idx="1087">
                  <c:v>641.16000000000008</c:v>
                </c:pt>
                <c:pt idx="1088">
                  <c:v>639.14</c:v>
                </c:pt>
                <c:pt idx="1089">
                  <c:v>637.67000000000007</c:v>
                </c:pt>
                <c:pt idx="1090">
                  <c:v>635.39</c:v>
                </c:pt>
                <c:pt idx="1091">
                  <c:v>632.62</c:v>
                </c:pt>
                <c:pt idx="1092">
                  <c:v>630.92000000000007</c:v>
                </c:pt>
                <c:pt idx="1093">
                  <c:v>628.08999999999992</c:v>
                </c:pt>
                <c:pt idx="1094">
                  <c:v>626.01</c:v>
                </c:pt>
                <c:pt idx="1095">
                  <c:v>623.79</c:v>
                </c:pt>
                <c:pt idx="1096">
                  <c:v>620.95000000000005</c:v>
                </c:pt>
                <c:pt idx="1097">
                  <c:v>618.01</c:v>
                </c:pt>
                <c:pt idx="1098">
                  <c:v>615.64</c:v>
                </c:pt>
                <c:pt idx="1099">
                  <c:v>612.39</c:v>
                </c:pt>
                <c:pt idx="1100">
                  <c:v>609.77</c:v>
                </c:pt>
                <c:pt idx="1101">
                  <c:v>607.64</c:v>
                </c:pt>
                <c:pt idx="1102">
                  <c:v>604.25</c:v>
                </c:pt>
                <c:pt idx="1103">
                  <c:v>601.08999999999992</c:v>
                </c:pt>
                <c:pt idx="1104">
                  <c:v>596.65</c:v>
                </c:pt>
                <c:pt idx="1105">
                  <c:v>592.99</c:v>
                </c:pt>
                <c:pt idx="1106">
                  <c:v>589.12</c:v>
                </c:pt>
                <c:pt idx="1107">
                  <c:v>584.55999999999995</c:v>
                </c:pt>
                <c:pt idx="1108">
                  <c:v>579.37</c:v>
                </c:pt>
                <c:pt idx="1109">
                  <c:v>575.29999999999995</c:v>
                </c:pt>
                <c:pt idx="1110">
                  <c:v>570.33999999999992</c:v>
                </c:pt>
                <c:pt idx="1111">
                  <c:v>566</c:v>
                </c:pt>
                <c:pt idx="1112">
                  <c:v>562.29</c:v>
                </c:pt>
                <c:pt idx="1113">
                  <c:v>557.45000000000005</c:v>
                </c:pt>
                <c:pt idx="1114">
                  <c:v>552.25</c:v>
                </c:pt>
                <c:pt idx="1115">
                  <c:v>547.04999999999995</c:v>
                </c:pt>
                <c:pt idx="1116">
                  <c:v>541.45000000000005</c:v>
                </c:pt>
                <c:pt idx="1117">
                  <c:v>535.68000000000006</c:v>
                </c:pt>
                <c:pt idx="1118">
                  <c:v>530.28</c:v>
                </c:pt>
                <c:pt idx="1119">
                  <c:v>524.77</c:v>
                </c:pt>
                <c:pt idx="1120">
                  <c:v>518.11</c:v>
                </c:pt>
                <c:pt idx="1121">
                  <c:v>512.23</c:v>
                </c:pt>
                <c:pt idx="1122">
                  <c:v>505.94</c:v>
                </c:pt>
                <c:pt idx="1123">
                  <c:v>499.81</c:v>
                </c:pt>
                <c:pt idx="1124">
                  <c:v>493.45</c:v>
                </c:pt>
                <c:pt idx="1125">
                  <c:v>487.14</c:v>
                </c:pt>
                <c:pt idx="1126">
                  <c:v>480.76</c:v>
                </c:pt>
                <c:pt idx="1127">
                  <c:v>473.13</c:v>
                </c:pt>
                <c:pt idx="1128">
                  <c:v>466.87</c:v>
                </c:pt>
                <c:pt idx="1129">
                  <c:v>459.08000000000004</c:v>
                </c:pt>
                <c:pt idx="1130">
                  <c:v>451.68</c:v>
                </c:pt>
                <c:pt idx="1131">
                  <c:v>443.94</c:v>
                </c:pt>
                <c:pt idx="1132">
                  <c:v>436.18</c:v>
                </c:pt>
                <c:pt idx="1133">
                  <c:v>426.81</c:v>
                </c:pt>
                <c:pt idx="1134">
                  <c:v>419.44</c:v>
                </c:pt>
                <c:pt idx="1135">
                  <c:v>411.79</c:v>
                </c:pt>
                <c:pt idx="1136">
                  <c:v>403.67</c:v>
                </c:pt>
                <c:pt idx="1137">
                  <c:v>395.2</c:v>
                </c:pt>
                <c:pt idx="1138">
                  <c:v>386.90999999999997</c:v>
                </c:pt>
                <c:pt idx="1139">
                  <c:v>379.07000000000005</c:v>
                </c:pt>
                <c:pt idx="1140">
                  <c:v>370.33000000000004</c:v>
                </c:pt>
                <c:pt idx="1141">
                  <c:v>360.8</c:v>
                </c:pt>
                <c:pt idx="1142">
                  <c:v>352.65</c:v>
                </c:pt>
                <c:pt idx="1143">
                  <c:v>343.71000000000004</c:v>
                </c:pt>
                <c:pt idx="1144">
                  <c:v>334.53999999999996</c:v>
                </c:pt>
                <c:pt idx="1145">
                  <c:v>326.26</c:v>
                </c:pt>
                <c:pt idx="1146">
                  <c:v>317.36</c:v>
                </c:pt>
                <c:pt idx="1147">
                  <c:v>308.24</c:v>
                </c:pt>
                <c:pt idx="1148">
                  <c:v>298.82</c:v>
                </c:pt>
                <c:pt idx="1149">
                  <c:v>289.52999999999997</c:v>
                </c:pt>
                <c:pt idx="1150">
                  <c:v>279.12</c:v>
                </c:pt>
                <c:pt idx="1151">
                  <c:v>268.26</c:v>
                </c:pt>
                <c:pt idx="1152">
                  <c:v>257.33999999999997</c:v>
                </c:pt>
                <c:pt idx="1153">
                  <c:v>246.85000000000002</c:v>
                </c:pt>
                <c:pt idx="1154">
                  <c:v>236.22</c:v>
                </c:pt>
                <c:pt idx="1155">
                  <c:v>225.78</c:v>
                </c:pt>
                <c:pt idx="1156">
                  <c:v>215.69</c:v>
                </c:pt>
                <c:pt idx="1157">
                  <c:v>205.59</c:v>
                </c:pt>
                <c:pt idx="1158">
                  <c:v>197.42000000000002</c:v>
                </c:pt>
                <c:pt idx="1159">
                  <c:v>186.74</c:v>
                </c:pt>
                <c:pt idx="1160">
                  <c:v>177.16</c:v>
                </c:pt>
                <c:pt idx="1161">
                  <c:v>167.63</c:v>
                </c:pt>
                <c:pt idx="1162">
                  <c:v>156.94999999999999</c:v>
                </c:pt>
                <c:pt idx="1163">
                  <c:v>146.99</c:v>
                </c:pt>
                <c:pt idx="1164">
                  <c:v>137.05000000000001</c:v>
                </c:pt>
                <c:pt idx="1165">
                  <c:v>127.75</c:v>
                </c:pt>
                <c:pt idx="1166">
                  <c:v>117.66</c:v>
                </c:pt>
                <c:pt idx="1167">
                  <c:v>107.75</c:v>
                </c:pt>
                <c:pt idx="1168">
                  <c:v>98.11</c:v>
                </c:pt>
                <c:pt idx="1169">
                  <c:v>88.36</c:v>
                </c:pt>
                <c:pt idx="1170">
                  <c:v>77.959999999999994</c:v>
                </c:pt>
                <c:pt idx="1171">
                  <c:v>68.22</c:v>
                </c:pt>
                <c:pt idx="1172">
                  <c:v>60.84</c:v>
                </c:pt>
                <c:pt idx="1173">
                  <c:v>51.17</c:v>
                </c:pt>
                <c:pt idx="1174">
                  <c:v>44.37</c:v>
                </c:pt>
                <c:pt idx="1175">
                  <c:v>35.44</c:v>
                </c:pt>
                <c:pt idx="1176">
                  <c:v>28.3</c:v>
                </c:pt>
                <c:pt idx="1177">
                  <c:v>21.84</c:v>
                </c:pt>
                <c:pt idx="1178">
                  <c:v>15.29</c:v>
                </c:pt>
                <c:pt idx="1179">
                  <c:v>11.09</c:v>
                </c:pt>
                <c:pt idx="1180">
                  <c:v>6.33</c:v>
                </c:pt>
                <c:pt idx="1181">
                  <c:v>3.13</c:v>
                </c:pt>
                <c:pt idx="1182">
                  <c:v>-0.33999999999999986</c:v>
                </c:pt>
                <c:pt idx="1183">
                  <c:v>-2.5999999999999996</c:v>
                </c:pt>
                <c:pt idx="1184">
                  <c:v>-4.93</c:v>
                </c:pt>
                <c:pt idx="1185">
                  <c:v>-6.01</c:v>
                </c:pt>
                <c:pt idx="1186">
                  <c:v>-6.8100000000000005</c:v>
                </c:pt>
                <c:pt idx="1187">
                  <c:v>-7.43</c:v>
                </c:pt>
                <c:pt idx="1188">
                  <c:v>-6.97</c:v>
                </c:pt>
                <c:pt idx="1189">
                  <c:v>-6.57</c:v>
                </c:pt>
                <c:pt idx="1190">
                  <c:v>-4.99</c:v>
                </c:pt>
                <c:pt idx="1191">
                  <c:v>-4.3599999999999994</c:v>
                </c:pt>
                <c:pt idx="1192">
                  <c:v>-1.9300000000000002</c:v>
                </c:pt>
                <c:pt idx="1193">
                  <c:v>-6.0000000000000053E-2</c:v>
                </c:pt>
                <c:pt idx="1194">
                  <c:v>0.89</c:v>
                </c:pt>
                <c:pt idx="1195">
                  <c:v>2.09</c:v>
                </c:pt>
                <c:pt idx="1196">
                  <c:v>2.76</c:v>
                </c:pt>
                <c:pt idx="1197">
                  <c:v>3.35</c:v>
                </c:pt>
                <c:pt idx="1198">
                  <c:v>2.75</c:v>
                </c:pt>
                <c:pt idx="1199">
                  <c:v>1.98</c:v>
                </c:pt>
                <c:pt idx="1200">
                  <c:v>1.6099999999999999</c:v>
                </c:pt>
                <c:pt idx="1201">
                  <c:v>0.55000000000000004</c:v>
                </c:pt>
                <c:pt idx="1202">
                  <c:v>-0.82</c:v>
                </c:pt>
                <c:pt idx="1203">
                  <c:v>-1.9400000000000002</c:v>
                </c:pt>
                <c:pt idx="1204">
                  <c:v>-2.38</c:v>
                </c:pt>
                <c:pt idx="1205">
                  <c:v>-3.5100000000000002</c:v>
                </c:pt>
                <c:pt idx="1206">
                  <c:v>-4.37</c:v>
                </c:pt>
                <c:pt idx="1207">
                  <c:v>-4.42</c:v>
                </c:pt>
                <c:pt idx="1208">
                  <c:v>-3.7199999999999998</c:v>
                </c:pt>
                <c:pt idx="1209">
                  <c:v>-3.43</c:v>
                </c:pt>
                <c:pt idx="1210">
                  <c:v>-2.54</c:v>
                </c:pt>
                <c:pt idx="1211">
                  <c:v>-2.0100000000000002</c:v>
                </c:pt>
                <c:pt idx="1212">
                  <c:v>-0.78999999999999992</c:v>
                </c:pt>
                <c:pt idx="1213">
                  <c:v>1.9999999999999962E-2</c:v>
                </c:pt>
                <c:pt idx="1214">
                  <c:v>0.51</c:v>
                </c:pt>
                <c:pt idx="1215">
                  <c:v>0.57999999999999996</c:v>
                </c:pt>
                <c:pt idx="1216">
                  <c:v>0.92999999999999994</c:v>
                </c:pt>
                <c:pt idx="1217">
                  <c:v>0.64</c:v>
                </c:pt>
                <c:pt idx="1218">
                  <c:v>0.85</c:v>
                </c:pt>
                <c:pt idx="1219">
                  <c:v>0.18999999999999997</c:v>
                </c:pt>
                <c:pt idx="1220">
                  <c:v>-0.33</c:v>
                </c:pt>
                <c:pt idx="1221">
                  <c:v>-0.70000000000000007</c:v>
                </c:pt>
                <c:pt idx="1222">
                  <c:v>-2.1599999999999997</c:v>
                </c:pt>
                <c:pt idx="1223">
                  <c:v>-2.4299999999999997</c:v>
                </c:pt>
                <c:pt idx="1224">
                  <c:v>-2.14</c:v>
                </c:pt>
                <c:pt idx="1225">
                  <c:v>-2.4699999999999998</c:v>
                </c:pt>
                <c:pt idx="1226">
                  <c:v>-2.5599999999999996</c:v>
                </c:pt>
                <c:pt idx="1227">
                  <c:v>-2.68</c:v>
                </c:pt>
                <c:pt idx="1228">
                  <c:v>-1.27</c:v>
                </c:pt>
                <c:pt idx="1229">
                  <c:v>-1.6600000000000001</c:v>
                </c:pt>
                <c:pt idx="1230">
                  <c:v>-1.38</c:v>
                </c:pt>
                <c:pt idx="1231">
                  <c:v>-0.76</c:v>
                </c:pt>
                <c:pt idx="1232">
                  <c:v>-0.78</c:v>
                </c:pt>
                <c:pt idx="1233">
                  <c:v>-0.45</c:v>
                </c:pt>
                <c:pt idx="1234">
                  <c:v>-0.33999999999999997</c:v>
                </c:pt>
                <c:pt idx="1235">
                  <c:v>-0.57000000000000006</c:v>
                </c:pt>
                <c:pt idx="1236">
                  <c:v>-0.23</c:v>
                </c:pt>
                <c:pt idx="1237">
                  <c:v>-0.49</c:v>
                </c:pt>
                <c:pt idx="1238">
                  <c:v>-1.32</c:v>
                </c:pt>
                <c:pt idx="1239">
                  <c:v>-1.02</c:v>
                </c:pt>
                <c:pt idx="1240">
                  <c:v>-1.4100000000000001</c:v>
                </c:pt>
                <c:pt idx="1241">
                  <c:v>-1.31</c:v>
                </c:pt>
                <c:pt idx="1242">
                  <c:v>-2.44</c:v>
                </c:pt>
                <c:pt idx="1243">
                  <c:v>-1.4300000000000002</c:v>
                </c:pt>
                <c:pt idx="1244">
                  <c:v>-2.1399999999999997</c:v>
                </c:pt>
                <c:pt idx="1245">
                  <c:v>-2.04</c:v>
                </c:pt>
                <c:pt idx="1246">
                  <c:v>-1.3599999999999999</c:v>
                </c:pt>
                <c:pt idx="1247">
                  <c:v>-1.6099999999999999</c:v>
                </c:pt>
                <c:pt idx="1248">
                  <c:v>-0.65</c:v>
                </c:pt>
                <c:pt idx="1249">
                  <c:v>-1.29</c:v>
                </c:pt>
                <c:pt idx="1250">
                  <c:v>-0.72</c:v>
                </c:pt>
                <c:pt idx="1251">
                  <c:v>-0.55000000000000004</c:v>
                </c:pt>
                <c:pt idx="1252">
                  <c:v>-0.37</c:v>
                </c:pt>
                <c:pt idx="1253">
                  <c:v>-0.13</c:v>
                </c:pt>
                <c:pt idx="1254">
                  <c:v>-0.41000000000000003</c:v>
                </c:pt>
                <c:pt idx="1255">
                  <c:v>-0.35</c:v>
                </c:pt>
                <c:pt idx="1256">
                  <c:v>-1</c:v>
                </c:pt>
                <c:pt idx="1257">
                  <c:v>-0.87999999999999989</c:v>
                </c:pt>
                <c:pt idx="1258">
                  <c:v>-1.75</c:v>
                </c:pt>
                <c:pt idx="1259">
                  <c:v>-1.77</c:v>
                </c:pt>
                <c:pt idx="1260">
                  <c:v>-1.96</c:v>
                </c:pt>
                <c:pt idx="1261">
                  <c:v>-1.3900000000000001</c:v>
                </c:pt>
                <c:pt idx="1262">
                  <c:v>-2.0700000000000003</c:v>
                </c:pt>
                <c:pt idx="1263">
                  <c:v>-1.75</c:v>
                </c:pt>
                <c:pt idx="1264">
                  <c:v>-1.96</c:v>
                </c:pt>
                <c:pt idx="1265">
                  <c:v>-1.41</c:v>
                </c:pt>
                <c:pt idx="1266">
                  <c:v>-1.23</c:v>
                </c:pt>
                <c:pt idx="1267">
                  <c:v>-1.3599999999999999</c:v>
                </c:pt>
                <c:pt idx="1268">
                  <c:v>-0.39</c:v>
                </c:pt>
                <c:pt idx="1269">
                  <c:v>-1.3399999999999999</c:v>
                </c:pt>
                <c:pt idx="1270">
                  <c:v>-0.86</c:v>
                </c:pt>
                <c:pt idx="1271">
                  <c:v>-0.66</c:v>
                </c:pt>
                <c:pt idx="1272">
                  <c:v>-0.79</c:v>
                </c:pt>
                <c:pt idx="1273">
                  <c:v>-0.83000000000000007</c:v>
                </c:pt>
                <c:pt idx="1274">
                  <c:v>0.12</c:v>
                </c:pt>
                <c:pt idx="1275">
                  <c:v>-1.4300000000000002</c:v>
                </c:pt>
                <c:pt idx="1276">
                  <c:v>-1.3199999999999998</c:v>
                </c:pt>
                <c:pt idx="1277">
                  <c:v>-0.41000000000000003</c:v>
                </c:pt>
                <c:pt idx="1278">
                  <c:v>-1.4300000000000002</c:v>
                </c:pt>
                <c:pt idx="1279">
                  <c:v>-1.21</c:v>
                </c:pt>
                <c:pt idx="1280">
                  <c:v>-1.3399999999999999</c:v>
                </c:pt>
                <c:pt idx="1281">
                  <c:v>-0.88</c:v>
                </c:pt>
                <c:pt idx="1282">
                  <c:v>-1.53</c:v>
                </c:pt>
                <c:pt idx="1283">
                  <c:v>-1.49</c:v>
                </c:pt>
                <c:pt idx="1284">
                  <c:v>-0.87</c:v>
                </c:pt>
                <c:pt idx="1285">
                  <c:v>-1.42</c:v>
                </c:pt>
                <c:pt idx="1286">
                  <c:v>-0.56000000000000005</c:v>
                </c:pt>
                <c:pt idx="1287">
                  <c:v>-0.9</c:v>
                </c:pt>
                <c:pt idx="1288">
                  <c:v>-0.87</c:v>
                </c:pt>
                <c:pt idx="1289">
                  <c:v>-0.85</c:v>
                </c:pt>
                <c:pt idx="1290">
                  <c:v>-0.89</c:v>
                </c:pt>
                <c:pt idx="1291">
                  <c:v>-0.74</c:v>
                </c:pt>
                <c:pt idx="1292">
                  <c:v>-1.86</c:v>
                </c:pt>
                <c:pt idx="1293">
                  <c:v>-1.2799999999999998</c:v>
                </c:pt>
                <c:pt idx="1294">
                  <c:v>-1</c:v>
                </c:pt>
                <c:pt idx="1295">
                  <c:v>-1.03</c:v>
                </c:pt>
                <c:pt idx="1296">
                  <c:v>-1.46</c:v>
                </c:pt>
                <c:pt idx="1297">
                  <c:v>-0.77</c:v>
                </c:pt>
                <c:pt idx="1298">
                  <c:v>-1.69</c:v>
                </c:pt>
                <c:pt idx="1299">
                  <c:v>-1.45</c:v>
                </c:pt>
                <c:pt idx="1300">
                  <c:v>-0.76</c:v>
                </c:pt>
                <c:pt idx="1301">
                  <c:v>-0.91</c:v>
                </c:pt>
                <c:pt idx="1302">
                  <c:v>-1.06</c:v>
                </c:pt>
                <c:pt idx="1303">
                  <c:v>-1.29</c:v>
                </c:pt>
                <c:pt idx="1304">
                  <c:v>-0.94</c:v>
                </c:pt>
                <c:pt idx="1305">
                  <c:v>-0.73</c:v>
                </c:pt>
                <c:pt idx="1306">
                  <c:v>-1.1600000000000001</c:v>
                </c:pt>
                <c:pt idx="1307">
                  <c:v>-0.86</c:v>
                </c:pt>
                <c:pt idx="1308">
                  <c:v>-0.35</c:v>
                </c:pt>
                <c:pt idx="1309">
                  <c:v>-0.67999999999999994</c:v>
                </c:pt>
                <c:pt idx="1310">
                  <c:v>-0.18</c:v>
                </c:pt>
                <c:pt idx="1311">
                  <c:v>-0.97</c:v>
                </c:pt>
                <c:pt idx="1312">
                  <c:v>-0.55999999999999994</c:v>
                </c:pt>
                <c:pt idx="1313">
                  <c:v>-0.62</c:v>
                </c:pt>
                <c:pt idx="1314">
                  <c:v>-1.19</c:v>
                </c:pt>
                <c:pt idx="1315">
                  <c:v>-1.34</c:v>
                </c:pt>
                <c:pt idx="1316">
                  <c:v>-0.88</c:v>
                </c:pt>
                <c:pt idx="1317">
                  <c:v>-0.42000000000000004</c:v>
                </c:pt>
                <c:pt idx="1318">
                  <c:v>-1.04</c:v>
                </c:pt>
                <c:pt idx="1319">
                  <c:v>-0.94</c:v>
                </c:pt>
                <c:pt idx="1320">
                  <c:v>-0.8600000000000001</c:v>
                </c:pt>
                <c:pt idx="1321">
                  <c:v>-1.38</c:v>
                </c:pt>
                <c:pt idx="1322">
                  <c:v>-1.26</c:v>
                </c:pt>
                <c:pt idx="1323">
                  <c:v>-1.52</c:v>
                </c:pt>
                <c:pt idx="1324">
                  <c:v>-0.91999999999999993</c:v>
                </c:pt>
                <c:pt idx="1325">
                  <c:v>-0.97</c:v>
                </c:pt>
                <c:pt idx="1326">
                  <c:v>-0.82000000000000006</c:v>
                </c:pt>
                <c:pt idx="1327">
                  <c:v>-0.83</c:v>
                </c:pt>
                <c:pt idx="1328">
                  <c:v>-1</c:v>
                </c:pt>
                <c:pt idx="1329">
                  <c:v>-1.4</c:v>
                </c:pt>
                <c:pt idx="1330">
                  <c:v>-0.76</c:v>
                </c:pt>
                <c:pt idx="1331">
                  <c:v>-0.91</c:v>
                </c:pt>
                <c:pt idx="1332">
                  <c:v>-0.88</c:v>
                </c:pt>
                <c:pt idx="1333">
                  <c:v>-0.48</c:v>
                </c:pt>
                <c:pt idx="1334">
                  <c:v>-0.72000000000000008</c:v>
                </c:pt>
                <c:pt idx="1335">
                  <c:v>-0.93</c:v>
                </c:pt>
                <c:pt idx="1336">
                  <c:v>-1.27</c:v>
                </c:pt>
                <c:pt idx="1337">
                  <c:v>-1.1499999999999999</c:v>
                </c:pt>
                <c:pt idx="1338">
                  <c:v>-0.93</c:v>
                </c:pt>
                <c:pt idx="1339">
                  <c:v>-1.01</c:v>
                </c:pt>
                <c:pt idx="1340">
                  <c:v>-1.23</c:v>
                </c:pt>
                <c:pt idx="1341">
                  <c:v>-0.73</c:v>
                </c:pt>
                <c:pt idx="1342">
                  <c:v>-1.63</c:v>
                </c:pt>
                <c:pt idx="1343">
                  <c:v>-1.44</c:v>
                </c:pt>
                <c:pt idx="1344">
                  <c:v>-0.96</c:v>
                </c:pt>
                <c:pt idx="1345">
                  <c:v>-0.71000000000000008</c:v>
                </c:pt>
                <c:pt idx="1346">
                  <c:v>-0.87000000000000011</c:v>
                </c:pt>
                <c:pt idx="1347">
                  <c:v>-1.49</c:v>
                </c:pt>
                <c:pt idx="1348">
                  <c:v>-1.35</c:v>
                </c:pt>
                <c:pt idx="1349">
                  <c:v>-0.96</c:v>
                </c:pt>
                <c:pt idx="1350">
                  <c:v>-0.59</c:v>
                </c:pt>
                <c:pt idx="1351">
                  <c:v>-1.1200000000000001</c:v>
                </c:pt>
                <c:pt idx="1352">
                  <c:v>-0.98000000000000009</c:v>
                </c:pt>
                <c:pt idx="1353">
                  <c:v>-1.05</c:v>
                </c:pt>
                <c:pt idx="1354">
                  <c:v>-0.44000000000000006</c:v>
                </c:pt>
                <c:pt idx="1355">
                  <c:v>-1.28</c:v>
                </c:pt>
                <c:pt idx="1356">
                  <c:v>-1.06</c:v>
                </c:pt>
                <c:pt idx="1357">
                  <c:v>-0.88</c:v>
                </c:pt>
                <c:pt idx="1358">
                  <c:v>-0.54</c:v>
                </c:pt>
                <c:pt idx="1359">
                  <c:v>-1.4100000000000001</c:v>
                </c:pt>
                <c:pt idx="1360">
                  <c:v>-0.68</c:v>
                </c:pt>
                <c:pt idx="1361">
                  <c:v>-0.46</c:v>
                </c:pt>
                <c:pt idx="1362">
                  <c:v>-1.42</c:v>
                </c:pt>
                <c:pt idx="1363">
                  <c:v>-1.2</c:v>
                </c:pt>
                <c:pt idx="1364">
                  <c:v>-0.82</c:v>
                </c:pt>
                <c:pt idx="1365">
                  <c:v>-1.1499999999999999</c:v>
                </c:pt>
                <c:pt idx="1366">
                  <c:v>-1.25</c:v>
                </c:pt>
                <c:pt idx="1367">
                  <c:v>-1.02</c:v>
                </c:pt>
                <c:pt idx="1368">
                  <c:v>-0.92999999999999994</c:v>
                </c:pt>
                <c:pt idx="1369">
                  <c:v>-1</c:v>
                </c:pt>
                <c:pt idx="1370">
                  <c:v>-1.6</c:v>
                </c:pt>
                <c:pt idx="1371">
                  <c:v>-0.55000000000000004</c:v>
                </c:pt>
                <c:pt idx="1372">
                  <c:v>-0.37</c:v>
                </c:pt>
                <c:pt idx="1373">
                  <c:v>-0.4</c:v>
                </c:pt>
                <c:pt idx="1374">
                  <c:v>-0.75</c:v>
                </c:pt>
                <c:pt idx="1375">
                  <c:v>-1.17</c:v>
                </c:pt>
                <c:pt idx="1376">
                  <c:v>-1.01</c:v>
                </c:pt>
                <c:pt idx="1377">
                  <c:v>-1.1600000000000001</c:v>
                </c:pt>
                <c:pt idx="1378">
                  <c:v>-0.75</c:v>
                </c:pt>
                <c:pt idx="1379">
                  <c:v>-0.7</c:v>
                </c:pt>
                <c:pt idx="1380">
                  <c:v>-1.3199999999999998</c:v>
                </c:pt>
                <c:pt idx="1381">
                  <c:v>-0.91999999999999993</c:v>
                </c:pt>
                <c:pt idx="1382">
                  <c:v>-0.7</c:v>
                </c:pt>
                <c:pt idx="1383">
                  <c:v>-1.3</c:v>
                </c:pt>
                <c:pt idx="1384">
                  <c:v>-1.31</c:v>
                </c:pt>
                <c:pt idx="1385">
                  <c:v>-1.04</c:v>
                </c:pt>
                <c:pt idx="1386">
                  <c:v>-0.64999999999999991</c:v>
                </c:pt>
                <c:pt idx="1387">
                  <c:v>-0.64</c:v>
                </c:pt>
                <c:pt idx="1388">
                  <c:v>-1.01</c:v>
                </c:pt>
                <c:pt idx="1389">
                  <c:v>-0.7</c:v>
                </c:pt>
                <c:pt idx="1390">
                  <c:v>-0.88</c:v>
                </c:pt>
                <c:pt idx="1391">
                  <c:v>-1.07</c:v>
                </c:pt>
                <c:pt idx="1392">
                  <c:v>-0.71</c:v>
                </c:pt>
                <c:pt idx="1393">
                  <c:v>-1.05</c:v>
                </c:pt>
                <c:pt idx="1394">
                  <c:v>-0.9</c:v>
                </c:pt>
                <c:pt idx="1395">
                  <c:v>-1.2000000000000002</c:v>
                </c:pt>
                <c:pt idx="1396">
                  <c:v>-0.76</c:v>
                </c:pt>
                <c:pt idx="1397">
                  <c:v>-1.96</c:v>
                </c:pt>
                <c:pt idx="1398">
                  <c:v>-0.88</c:v>
                </c:pt>
                <c:pt idx="1399">
                  <c:v>-1.1000000000000001</c:v>
                </c:pt>
                <c:pt idx="1400">
                  <c:v>-1.67</c:v>
                </c:pt>
                <c:pt idx="1401">
                  <c:v>-1.1099999999999999</c:v>
                </c:pt>
                <c:pt idx="1402">
                  <c:v>-1.01</c:v>
                </c:pt>
                <c:pt idx="1403">
                  <c:v>-1.06</c:v>
                </c:pt>
                <c:pt idx="1404">
                  <c:v>-0.59</c:v>
                </c:pt>
                <c:pt idx="1405">
                  <c:v>-0.61</c:v>
                </c:pt>
                <c:pt idx="1406">
                  <c:v>-0.95</c:v>
                </c:pt>
                <c:pt idx="1407">
                  <c:v>-0.95</c:v>
                </c:pt>
                <c:pt idx="1408">
                  <c:v>-1.59</c:v>
                </c:pt>
                <c:pt idx="1409">
                  <c:v>-1.7</c:v>
                </c:pt>
                <c:pt idx="1410">
                  <c:v>-1.08</c:v>
                </c:pt>
                <c:pt idx="1411">
                  <c:v>-1.49</c:v>
                </c:pt>
                <c:pt idx="1412">
                  <c:v>-1.34</c:v>
                </c:pt>
                <c:pt idx="1413">
                  <c:v>-0.61</c:v>
                </c:pt>
                <c:pt idx="1414">
                  <c:v>-0.77</c:v>
                </c:pt>
                <c:pt idx="1415">
                  <c:v>-0.55999999999999994</c:v>
                </c:pt>
                <c:pt idx="1416">
                  <c:v>-1.44</c:v>
                </c:pt>
                <c:pt idx="1417">
                  <c:v>-0.90999999999999992</c:v>
                </c:pt>
                <c:pt idx="1418">
                  <c:v>-1.1099999999999999</c:v>
                </c:pt>
                <c:pt idx="1419">
                  <c:v>-0.92999999999999994</c:v>
                </c:pt>
                <c:pt idx="1420">
                  <c:v>-1.64</c:v>
                </c:pt>
                <c:pt idx="1421">
                  <c:v>-1.46</c:v>
                </c:pt>
                <c:pt idx="1422">
                  <c:v>-1.24</c:v>
                </c:pt>
                <c:pt idx="1423">
                  <c:v>-0.91</c:v>
                </c:pt>
                <c:pt idx="1424">
                  <c:v>-1.1300000000000001</c:v>
                </c:pt>
                <c:pt idx="1425">
                  <c:v>-1.43</c:v>
                </c:pt>
                <c:pt idx="1426">
                  <c:v>-0.49</c:v>
                </c:pt>
                <c:pt idx="1427">
                  <c:v>-1.4500000000000002</c:v>
                </c:pt>
                <c:pt idx="1428">
                  <c:v>-1.08</c:v>
                </c:pt>
                <c:pt idx="1429">
                  <c:v>-1.1200000000000001</c:v>
                </c:pt>
                <c:pt idx="1430">
                  <c:v>-0.57000000000000006</c:v>
                </c:pt>
                <c:pt idx="1431">
                  <c:v>-1.1599999999999999</c:v>
                </c:pt>
                <c:pt idx="1432">
                  <c:v>-1.21</c:v>
                </c:pt>
                <c:pt idx="1433">
                  <c:v>-0.99</c:v>
                </c:pt>
                <c:pt idx="1434">
                  <c:v>-0.5</c:v>
                </c:pt>
                <c:pt idx="1435">
                  <c:v>-1.36</c:v>
                </c:pt>
                <c:pt idx="1436">
                  <c:v>-0.76</c:v>
                </c:pt>
                <c:pt idx="1437">
                  <c:v>-0.21999999999999997</c:v>
                </c:pt>
                <c:pt idx="1438">
                  <c:v>-1.05</c:v>
                </c:pt>
                <c:pt idx="1439">
                  <c:v>-0.68</c:v>
                </c:pt>
                <c:pt idx="1440">
                  <c:v>-1.4000000000000001</c:v>
                </c:pt>
                <c:pt idx="1441">
                  <c:v>-0.90999999999999992</c:v>
                </c:pt>
                <c:pt idx="1442">
                  <c:v>-0.59000000000000008</c:v>
                </c:pt>
                <c:pt idx="1443">
                  <c:v>-0.97000000000000008</c:v>
                </c:pt>
                <c:pt idx="1444">
                  <c:v>-0.79</c:v>
                </c:pt>
                <c:pt idx="1445">
                  <c:v>-0.64</c:v>
                </c:pt>
                <c:pt idx="1446">
                  <c:v>-1.1400000000000001</c:v>
                </c:pt>
                <c:pt idx="1447">
                  <c:v>-0.39</c:v>
                </c:pt>
                <c:pt idx="1448">
                  <c:v>-1.0499999999999998</c:v>
                </c:pt>
                <c:pt idx="1449">
                  <c:v>-1.3</c:v>
                </c:pt>
                <c:pt idx="1450">
                  <c:v>-0.86</c:v>
                </c:pt>
                <c:pt idx="1451">
                  <c:v>-1.5</c:v>
                </c:pt>
                <c:pt idx="1452">
                  <c:v>-1.36</c:v>
                </c:pt>
                <c:pt idx="1453">
                  <c:v>-0.81</c:v>
                </c:pt>
                <c:pt idx="1454">
                  <c:v>-1.05</c:v>
                </c:pt>
                <c:pt idx="1455">
                  <c:v>-0.88</c:v>
                </c:pt>
                <c:pt idx="1456">
                  <c:v>-1.07</c:v>
                </c:pt>
                <c:pt idx="1457">
                  <c:v>-0.28000000000000003</c:v>
                </c:pt>
                <c:pt idx="1458">
                  <c:v>-0.61</c:v>
                </c:pt>
                <c:pt idx="1459">
                  <c:v>-0.91</c:v>
                </c:pt>
                <c:pt idx="1460">
                  <c:v>-1.33</c:v>
                </c:pt>
                <c:pt idx="1461">
                  <c:v>-1.02</c:v>
                </c:pt>
                <c:pt idx="1462">
                  <c:v>-1.1499999999999999</c:v>
                </c:pt>
                <c:pt idx="1463">
                  <c:v>-1.1600000000000001</c:v>
                </c:pt>
                <c:pt idx="1464">
                  <c:v>-1.01</c:v>
                </c:pt>
                <c:pt idx="1465">
                  <c:v>-0.57999999999999996</c:v>
                </c:pt>
                <c:pt idx="1466">
                  <c:v>-0.79</c:v>
                </c:pt>
                <c:pt idx="1467">
                  <c:v>-0.9</c:v>
                </c:pt>
                <c:pt idx="1468">
                  <c:v>-1.1099999999999999</c:v>
                </c:pt>
                <c:pt idx="1469">
                  <c:v>-0.91999999999999993</c:v>
                </c:pt>
                <c:pt idx="1470">
                  <c:v>-1.6400000000000001</c:v>
                </c:pt>
                <c:pt idx="1471">
                  <c:v>-1.0899999999999999</c:v>
                </c:pt>
                <c:pt idx="1472">
                  <c:v>-0.79</c:v>
                </c:pt>
                <c:pt idx="1473">
                  <c:v>-0.72</c:v>
                </c:pt>
                <c:pt idx="1474">
                  <c:v>-1.03</c:v>
                </c:pt>
                <c:pt idx="1475">
                  <c:v>-0.57999999999999996</c:v>
                </c:pt>
                <c:pt idx="1476">
                  <c:v>-1.38</c:v>
                </c:pt>
                <c:pt idx="1477">
                  <c:v>-0.87000000000000011</c:v>
                </c:pt>
                <c:pt idx="1478">
                  <c:v>-0.74</c:v>
                </c:pt>
                <c:pt idx="1479">
                  <c:v>-0.6</c:v>
                </c:pt>
                <c:pt idx="1480">
                  <c:v>-1.18</c:v>
                </c:pt>
                <c:pt idx="1481">
                  <c:v>-0.5</c:v>
                </c:pt>
                <c:pt idx="1482">
                  <c:v>-0.87</c:v>
                </c:pt>
                <c:pt idx="1483">
                  <c:v>2.08</c:v>
                </c:pt>
                <c:pt idx="1484">
                  <c:v>5.6999999999999993</c:v>
                </c:pt>
                <c:pt idx="1485">
                  <c:v>12.95</c:v>
                </c:pt>
                <c:pt idx="1486">
                  <c:v>23.84</c:v>
                </c:pt>
                <c:pt idx="1487">
                  <c:v>39.4</c:v>
                </c:pt>
                <c:pt idx="1488">
                  <c:v>55.21</c:v>
                </c:pt>
                <c:pt idx="1489">
                  <c:v>76.73</c:v>
                </c:pt>
                <c:pt idx="1490">
                  <c:v>98.27</c:v>
                </c:pt>
                <c:pt idx="1491">
                  <c:v>125.47999999999999</c:v>
                </c:pt>
                <c:pt idx="1492">
                  <c:v>145.71</c:v>
                </c:pt>
                <c:pt idx="1493">
                  <c:v>169.19</c:v>
                </c:pt>
                <c:pt idx="1494">
                  <c:v>188.75</c:v>
                </c:pt>
                <c:pt idx="1495">
                  <c:v>208.85</c:v>
                </c:pt>
                <c:pt idx="1496">
                  <c:v>224.07000000000002</c:v>
                </c:pt>
                <c:pt idx="1497">
                  <c:v>242.9</c:v>
                </c:pt>
                <c:pt idx="1498">
                  <c:v>260.87</c:v>
                </c:pt>
                <c:pt idx="1499">
                  <c:v>275.29000000000002</c:v>
                </c:pt>
                <c:pt idx="1500">
                  <c:v>286.75</c:v>
                </c:pt>
                <c:pt idx="1501">
                  <c:v>292.14</c:v>
                </c:pt>
                <c:pt idx="1502">
                  <c:v>295.91000000000003</c:v>
                </c:pt>
                <c:pt idx="1503">
                  <c:v>289.94</c:v>
                </c:pt>
                <c:pt idx="1504">
                  <c:v>286.87</c:v>
                </c:pt>
                <c:pt idx="1505">
                  <c:v>281.8</c:v>
                </c:pt>
                <c:pt idx="1506">
                  <c:v>280.07</c:v>
                </c:pt>
                <c:pt idx="1507">
                  <c:v>285.12</c:v>
                </c:pt>
                <c:pt idx="1508">
                  <c:v>292.02999999999997</c:v>
                </c:pt>
                <c:pt idx="1509">
                  <c:v>310.70999999999998</c:v>
                </c:pt>
                <c:pt idx="1510">
                  <c:v>331.95000000000005</c:v>
                </c:pt>
                <c:pt idx="1511">
                  <c:v>367.58</c:v>
                </c:pt>
                <c:pt idx="1512">
                  <c:v>402.77</c:v>
                </c:pt>
                <c:pt idx="1513">
                  <c:v>441.65999999999997</c:v>
                </c:pt>
                <c:pt idx="1514">
                  <c:v>475.72</c:v>
                </c:pt>
                <c:pt idx="1515">
                  <c:v>499.01</c:v>
                </c:pt>
                <c:pt idx="1516">
                  <c:v>508.14</c:v>
                </c:pt>
                <c:pt idx="1517">
                  <c:v>502.21999999999997</c:v>
                </c:pt>
                <c:pt idx="1518">
                  <c:v>477.31</c:v>
                </c:pt>
                <c:pt idx="1519">
                  <c:v>450.23</c:v>
                </c:pt>
                <c:pt idx="1520">
                  <c:v>417.47</c:v>
                </c:pt>
                <c:pt idx="1521">
                  <c:v>387.72</c:v>
                </c:pt>
                <c:pt idx="1522">
                  <c:v>366.01</c:v>
                </c:pt>
                <c:pt idx="1523">
                  <c:v>353.13</c:v>
                </c:pt>
                <c:pt idx="1524">
                  <c:v>353.02</c:v>
                </c:pt>
                <c:pt idx="1525">
                  <c:v>368.85</c:v>
                </c:pt>
                <c:pt idx="1526">
                  <c:v>391.52</c:v>
                </c:pt>
                <c:pt idx="1527">
                  <c:v>420.95</c:v>
                </c:pt>
                <c:pt idx="1528">
                  <c:v>458.14</c:v>
                </c:pt>
                <c:pt idx="1529">
                  <c:v>496.97</c:v>
                </c:pt>
                <c:pt idx="1530">
                  <c:v>530.57999999999993</c:v>
                </c:pt>
                <c:pt idx="1531">
                  <c:v>563.26</c:v>
                </c:pt>
                <c:pt idx="1532">
                  <c:v>580.89</c:v>
                </c:pt>
                <c:pt idx="1533">
                  <c:v>582.97</c:v>
                </c:pt>
                <c:pt idx="1534">
                  <c:v>574.52</c:v>
                </c:pt>
                <c:pt idx="1535">
                  <c:v>557.20000000000005</c:v>
                </c:pt>
                <c:pt idx="1536">
                  <c:v>547.33999999999992</c:v>
                </c:pt>
                <c:pt idx="1537">
                  <c:v>538.34</c:v>
                </c:pt>
                <c:pt idx="1538">
                  <c:v>540.01</c:v>
                </c:pt>
                <c:pt idx="1539">
                  <c:v>548.93000000000006</c:v>
                </c:pt>
                <c:pt idx="1540">
                  <c:v>569.01</c:v>
                </c:pt>
                <c:pt idx="1541">
                  <c:v>601.58000000000004</c:v>
                </c:pt>
                <c:pt idx="1542">
                  <c:v>647.34</c:v>
                </c:pt>
                <c:pt idx="1543">
                  <c:v>701.94</c:v>
                </c:pt>
                <c:pt idx="1544">
                  <c:v>756.22</c:v>
                </c:pt>
                <c:pt idx="1545">
                  <c:v>812.19</c:v>
                </c:pt>
                <c:pt idx="1546">
                  <c:v>861.78</c:v>
                </c:pt>
                <c:pt idx="1547">
                  <c:v>902.24</c:v>
                </c:pt>
                <c:pt idx="1548">
                  <c:v>929.66</c:v>
                </c:pt>
                <c:pt idx="1549">
                  <c:v>947.59</c:v>
                </c:pt>
                <c:pt idx="1550">
                  <c:v>952.75</c:v>
                </c:pt>
                <c:pt idx="1551">
                  <c:v>956.11</c:v>
                </c:pt>
                <c:pt idx="1552">
                  <c:v>952.77</c:v>
                </c:pt>
                <c:pt idx="1553">
                  <c:v>953.9</c:v>
                </c:pt>
                <c:pt idx="1554">
                  <c:v>952.55</c:v>
                </c:pt>
                <c:pt idx="1555">
                  <c:v>947.47</c:v>
                </c:pt>
                <c:pt idx="1556">
                  <c:v>934.61000000000013</c:v>
                </c:pt>
                <c:pt idx="1557">
                  <c:v>920.99</c:v>
                </c:pt>
                <c:pt idx="1558">
                  <c:v>905.43000000000006</c:v>
                </c:pt>
                <c:pt idx="1559">
                  <c:v>883.63</c:v>
                </c:pt>
                <c:pt idx="1560">
                  <c:v>862.29</c:v>
                </c:pt>
                <c:pt idx="1561">
                  <c:v>836.75</c:v>
                </c:pt>
                <c:pt idx="1562">
                  <c:v>810.88</c:v>
                </c:pt>
                <c:pt idx="1563">
                  <c:v>781.36</c:v>
                </c:pt>
                <c:pt idx="1564">
                  <c:v>753.26</c:v>
                </c:pt>
                <c:pt idx="1565">
                  <c:v>728.04</c:v>
                </c:pt>
                <c:pt idx="1566">
                  <c:v>701.03</c:v>
                </c:pt>
                <c:pt idx="1567">
                  <c:v>676.94</c:v>
                </c:pt>
                <c:pt idx="1568">
                  <c:v>655.63</c:v>
                </c:pt>
                <c:pt idx="1569">
                  <c:v>636.85</c:v>
                </c:pt>
                <c:pt idx="1570">
                  <c:v>620.29999999999995</c:v>
                </c:pt>
                <c:pt idx="1571">
                  <c:v>604.77</c:v>
                </c:pt>
                <c:pt idx="1572">
                  <c:v>592.16000000000008</c:v>
                </c:pt>
                <c:pt idx="1573">
                  <c:v>580.61</c:v>
                </c:pt>
                <c:pt idx="1574">
                  <c:v>570.33999999999992</c:v>
                </c:pt>
                <c:pt idx="1575">
                  <c:v>559.37</c:v>
                </c:pt>
                <c:pt idx="1576">
                  <c:v>548.37</c:v>
                </c:pt>
                <c:pt idx="1577">
                  <c:v>536.97</c:v>
                </c:pt>
                <c:pt idx="1578">
                  <c:v>526.77</c:v>
                </c:pt>
                <c:pt idx="1579">
                  <c:v>517.44000000000005</c:v>
                </c:pt>
                <c:pt idx="1580">
                  <c:v>507.17</c:v>
                </c:pt>
                <c:pt idx="1581">
                  <c:v>499.11</c:v>
                </c:pt>
                <c:pt idx="1582">
                  <c:v>491.29999999999995</c:v>
                </c:pt>
                <c:pt idx="1583">
                  <c:v>484.08</c:v>
                </c:pt>
                <c:pt idx="1584">
                  <c:v>478.71</c:v>
                </c:pt>
                <c:pt idx="1585">
                  <c:v>473.65999999999997</c:v>
                </c:pt>
                <c:pt idx="1586">
                  <c:v>470.08</c:v>
                </c:pt>
                <c:pt idx="1587">
                  <c:v>466.82000000000005</c:v>
                </c:pt>
                <c:pt idx="1588">
                  <c:v>465.09000000000003</c:v>
                </c:pt>
                <c:pt idx="1589">
                  <c:v>462.78</c:v>
                </c:pt>
                <c:pt idx="1590">
                  <c:v>460.55</c:v>
                </c:pt>
                <c:pt idx="1591">
                  <c:v>458.63</c:v>
                </c:pt>
                <c:pt idx="1592">
                  <c:v>457.14</c:v>
                </c:pt>
                <c:pt idx="1593">
                  <c:v>454.76</c:v>
                </c:pt>
                <c:pt idx="1594">
                  <c:v>450.05999999999995</c:v>
                </c:pt>
                <c:pt idx="1595">
                  <c:v>445.93999999999994</c:v>
                </c:pt>
                <c:pt idx="1596">
                  <c:v>440.91999999999996</c:v>
                </c:pt>
                <c:pt idx="1597">
                  <c:v>434.88</c:v>
                </c:pt>
                <c:pt idx="1598">
                  <c:v>428.94</c:v>
                </c:pt>
                <c:pt idx="1599">
                  <c:v>424.09000000000003</c:v>
                </c:pt>
                <c:pt idx="1600">
                  <c:v>417.24</c:v>
                </c:pt>
                <c:pt idx="1601">
                  <c:v>413.69</c:v>
                </c:pt>
                <c:pt idx="1602">
                  <c:v>410.04999999999995</c:v>
                </c:pt>
                <c:pt idx="1603">
                  <c:v>408.21</c:v>
                </c:pt>
                <c:pt idx="1604">
                  <c:v>406.40999999999997</c:v>
                </c:pt>
                <c:pt idx="1605">
                  <c:v>405.89</c:v>
                </c:pt>
                <c:pt idx="1606">
                  <c:v>405.43</c:v>
                </c:pt>
                <c:pt idx="1607">
                  <c:v>404.94</c:v>
                </c:pt>
                <c:pt idx="1608">
                  <c:v>403.46000000000004</c:v>
                </c:pt>
                <c:pt idx="1609">
                  <c:v>402.16999999999996</c:v>
                </c:pt>
                <c:pt idx="1610">
                  <c:v>400.18</c:v>
                </c:pt>
                <c:pt idx="1611">
                  <c:v>397.29999999999995</c:v>
                </c:pt>
                <c:pt idx="1612">
                  <c:v>394.55</c:v>
                </c:pt>
                <c:pt idx="1613">
                  <c:v>390.52</c:v>
                </c:pt>
                <c:pt idx="1614">
                  <c:v>386.62</c:v>
                </c:pt>
                <c:pt idx="1615">
                  <c:v>382.14</c:v>
                </c:pt>
                <c:pt idx="1616">
                  <c:v>378.28999999999996</c:v>
                </c:pt>
                <c:pt idx="1617">
                  <c:v>374.9</c:v>
                </c:pt>
                <c:pt idx="1618">
                  <c:v>370.58000000000004</c:v>
                </c:pt>
                <c:pt idx="1619">
                  <c:v>366.70000000000005</c:v>
                </c:pt>
                <c:pt idx="1620">
                  <c:v>364.15</c:v>
                </c:pt>
                <c:pt idx="1621">
                  <c:v>360.27</c:v>
                </c:pt>
                <c:pt idx="1622">
                  <c:v>357.35</c:v>
                </c:pt>
                <c:pt idx="1623">
                  <c:v>353.65</c:v>
                </c:pt>
                <c:pt idx="1624">
                  <c:v>351.53</c:v>
                </c:pt>
                <c:pt idx="1625">
                  <c:v>348.1</c:v>
                </c:pt>
                <c:pt idx="1626">
                  <c:v>344.69</c:v>
                </c:pt>
                <c:pt idx="1627">
                  <c:v>341.02</c:v>
                </c:pt>
                <c:pt idx="1628">
                  <c:v>337.72</c:v>
                </c:pt>
                <c:pt idx="1629">
                  <c:v>334.44</c:v>
                </c:pt>
                <c:pt idx="1630">
                  <c:v>331.75</c:v>
                </c:pt>
                <c:pt idx="1631">
                  <c:v>328.45</c:v>
                </c:pt>
                <c:pt idx="1632">
                  <c:v>325.09000000000003</c:v>
                </c:pt>
                <c:pt idx="1633">
                  <c:v>320.98</c:v>
                </c:pt>
                <c:pt idx="1634">
                  <c:v>318.03999999999996</c:v>
                </c:pt>
                <c:pt idx="1635">
                  <c:v>313.87</c:v>
                </c:pt>
                <c:pt idx="1636">
                  <c:v>309.07</c:v>
                </c:pt>
                <c:pt idx="1637">
                  <c:v>304.53999999999996</c:v>
                </c:pt>
                <c:pt idx="1638">
                  <c:v>300.63</c:v>
                </c:pt>
                <c:pt idx="1639">
                  <c:v>295.70999999999998</c:v>
                </c:pt>
                <c:pt idx="1640">
                  <c:v>291.05</c:v>
                </c:pt>
                <c:pt idx="1641">
                  <c:v>286.43</c:v>
                </c:pt>
                <c:pt idx="1642">
                  <c:v>281.02999999999997</c:v>
                </c:pt>
                <c:pt idx="1643">
                  <c:v>276.46000000000004</c:v>
                </c:pt>
                <c:pt idx="1644">
                  <c:v>272.77</c:v>
                </c:pt>
                <c:pt idx="1645">
                  <c:v>270.09000000000003</c:v>
                </c:pt>
                <c:pt idx="1646">
                  <c:v>265.94</c:v>
                </c:pt>
                <c:pt idx="1647">
                  <c:v>263.59000000000003</c:v>
                </c:pt>
                <c:pt idx="1648">
                  <c:v>261</c:v>
                </c:pt>
                <c:pt idx="1649">
                  <c:v>258.21000000000004</c:v>
                </c:pt>
                <c:pt idx="1650">
                  <c:v>255.08</c:v>
                </c:pt>
                <c:pt idx="1651">
                  <c:v>251.76</c:v>
                </c:pt>
                <c:pt idx="1652">
                  <c:v>249.64000000000001</c:v>
                </c:pt>
                <c:pt idx="1653">
                  <c:v>245.60000000000002</c:v>
                </c:pt>
                <c:pt idx="1654">
                  <c:v>242.26</c:v>
                </c:pt>
                <c:pt idx="1655">
                  <c:v>238.70999999999998</c:v>
                </c:pt>
                <c:pt idx="1656">
                  <c:v>234.97</c:v>
                </c:pt>
                <c:pt idx="1657">
                  <c:v>230.44</c:v>
                </c:pt>
                <c:pt idx="1658">
                  <c:v>226.72000000000003</c:v>
                </c:pt>
                <c:pt idx="1659">
                  <c:v>222.99</c:v>
                </c:pt>
                <c:pt idx="1660">
                  <c:v>218.47</c:v>
                </c:pt>
                <c:pt idx="1661">
                  <c:v>215.20999999999998</c:v>
                </c:pt>
                <c:pt idx="1662">
                  <c:v>210.84</c:v>
                </c:pt>
                <c:pt idx="1663">
                  <c:v>207.99</c:v>
                </c:pt>
                <c:pt idx="1664">
                  <c:v>204.04</c:v>
                </c:pt>
                <c:pt idx="1665">
                  <c:v>199.94</c:v>
                </c:pt>
                <c:pt idx="1666">
                  <c:v>196.72</c:v>
                </c:pt>
                <c:pt idx="1667">
                  <c:v>192.87</c:v>
                </c:pt>
                <c:pt idx="1668">
                  <c:v>188.75</c:v>
                </c:pt>
                <c:pt idx="1669">
                  <c:v>186.43</c:v>
                </c:pt>
                <c:pt idx="1670">
                  <c:v>182.62</c:v>
                </c:pt>
                <c:pt idx="1671">
                  <c:v>179.13</c:v>
                </c:pt>
                <c:pt idx="1672">
                  <c:v>175.86</c:v>
                </c:pt>
                <c:pt idx="1673">
                  <c:v>172.13</c:v>
                </c:pt>
                <c:pt idx="1674">
                  <c:v>168.55</c:v>
                </c:pt>
                <c:pt idx="1675">
                  <c:v>164.73000000000002</c:v>
                </c:pt>
                <c:pt idx="1676">
                  <c:v>162.26999999999998</c:v>
                </c:pt>
                <c:pt idx="1677">
                  <c:v>158.70999999999998</c:v>
                </c:pt>
                <c:pt idx="1678">
                  <c:v>156.58999999999997</c:v>
                </c:pt>
                <c:pt idx="1679">
                  <c:v>153.56</c:v>
                </c:pt>
                <c:pt idx="1680">
                  <c:v>150.66</c:v>
                </c:pt>
                <c:pt idx="1681">
                  <c:v>146.97</c:v>
                </c:pt>
                <c:pt idx="1682">
                  <c:v>144.49</c:v>
                </c:pt>
                <c:pt idx="1683">
                  <c:v>141.69</c:v>
                </c:pt>
                <c:pt idx="1684">
                  <c:v>140.28</c:v>
                </c:pt>
                <c:pt idx="1685">
                  <c:v>136.82999999999998</c:v>
                </c:pt>
                <c:pt idx="1686">
                  <c:v>135.43</c:v>
                </c:pt>
                <c:pt idx="1687">
                  <c:v>133.51999999999998</c:v>
                </c:pt>
                <c:pt idx="1688">
                  <c:v>130.69999999999999</c:v>
                </c:pt>
                <c:pt idx="1689">
                  <c:v>128.69999999999999</c:v>
                </c:pt>
                <c:pt idx="1690">
                  <c:v>126.59</c:v>
                </c:pt>
                <c:pt idx="1691">
                  <c:v>125.17000000000002</c:v>
                </c:pt>
                <c:pt idx="1692">
                  <c:v>123.48</c:v>
                </c:pt>
                <c:pt idx="1693">
                  <c:v>122.00999999999999</c:v>
                </c:pt>
                <c:pt idx="1694">
                  <c:v>120.28</c:v>
                </c:pt>
                <c:pt idx="1695">
                  <c:v>118.02</c:v>
                </c:pt>
                <c:pt idx="1696">
                  <c:v>116.65</c:v>
                </c:pt>
                <c:pt idx="1697">
                  <c:v>115.17</c:v>
                </c:pt>
                <c:pt idx="1698">
                  <c:v>113.44</c:v>
                </c:pt>
                <c:pt idx="1699">
                  <c:v>111.80000000000001</c:v>
                </c:pt>
                <c:pt idx="1700">
                  <c:v>111.05</c:v>
                </c:pt>
                <c:pt idx="1701">
                  <c:v>109.83</c:v>
                </c:pt>
                <c:pt idx="1702">
                  <c:v>108.61999999999999</c:v>
                </c:pt>
                <c:pt idx="1703">
                  <c:v>107.58</c:v>
                </c:pt>
                <c:pt idx="1704">
                  <c:v>107.32</c:v>
                </c:pt>
                <c:pt idx="1705">
                  <c:v>106.15</c:v>
                </c:pt>
                <c:pt idx="1706">
                  <c:v>104.52</c:v>
                </c:pt>
                <c:pt idx="1707">
                  <c:v>104.48</c:v>
                </c:pt>
                <c:pt idx="1708">
                  <c:v>104.4</c:v>
                </c:pt>
                <c:pt idx="1709">
                  <c:v>103.12</c:v>
                </c:pt>
                <c:pt idx="1710">
                  <c:v>102.33000000000001</c:v>
                </c:pt>
                <c:pt idx="1711">
                  <c:v>102.30000000000001</c:v>
                </c:pt>
                <c:pt idx="1712">
                  <c:v>101.84</c:v>
                </c:pt>
                <c:pt idx="1713">
                  <c:v>101.87</c:v>
                </c:pt>
                <c:pt idx="1714">
                  <c:v>101.97</c:v>
                </c:pt>
                <c:pt idx="1715">
                  <c:v>101.7</c:v>
                </c:pt>
                <c:pt idx="1716">
                  <c:v>101.17</c:v>
                </c:pt>
                <c:pt idx="1717">
                  <c:v>100.85</c:v>
                </c:pt>
                <c:pt idx="1718">
                  <c:v>101.05000000000001</c:v>
                </c:pt>
                <c:pt idx="1719">
                  <c:v>102.03</c:v>
                </c:pt>
                <c:pt idx="1720">
                  <c:v>100.87</c:v>
                </c:pt>
                <c:pt idx="1721">
                  <c:v>100.52</c:v>
                </c:pt>
                <c:pt idx="1722">
                  <c:v>101.57</c:v>
                </c:pt>
                <c:pt idx="1723">
                  <c:v>101.52000000000001</c:v>
                </c:pt>
                <c:pt idx="1724">
                  <c:v>102.37</c:v>
                </c:pt>
                <c:pt idx="1725">
                  <c:v>102.87</c:v>
                </c:pt>
                <c:pt idx="1726">
                  <c:v>102.66</c:v>
                </c:pt>
                <c:pt idx="1727">
                  <c:v>103.42</c:v>
                </c:pt>
                <c:pt idx="1728">
                  <c:v>104.44</c:v>
                </c:pt>
                <c:pt idx="1729">
                  <c:v>104.94999999999999</c:v>
                </c:pt>
                <c:pt idx="1730">
                  <c:v>105.78</c:v>
                </c:pt>
                <c:pt idx="1731">
                  <c:v>106.72</c:v>
                </c:pt>
                <c:pt idx="1732">
                  <c:v>107.91</c:v>
                </c:pt>
                <c:pt idx="1733">
                  <c:v>108.07</c:v>
                </c:pt>
                <c:pt idx="1734">
                  <c:v>108.84</c:v>
                </c:pt>
                <c:pt idx="1735">
                  <c:v>110.88</c:v>
                </c:pt>
                <c:pt idx="1736">
                  <c:v>111.53999999999999</c:v>
                </c:pt>
                <c:pt idx="1737">
                  <c:v>112.77000000000001</c:v>
                </c:pt>
                <c:pt idx="1738">
                  <c:v>113.64</c:v>
                </c:pt>
                <c:pt idx="1739">
                  <c:v>115.13</c:v>
                </c:pt>
                <c:pt idx="1740">
                  <c:v>117.22</c:v>
                </c:pt>
                <c:pt idx="1741">
                  <c:v>118.63</c:v>
                </c:pt>
                <c:pt idx="1742">
                  <c:v>119.71000000000001</c:v>
                </c:pt>
                <c:pt idx="1743">
                  <c:v>121.66</c:v>
                </c:pt>
                <c:pt idx="1744">
                  <c:v>123.44</c:v>
                </c:pt>
                <c:pt idx="1745">
                  <c:v>124.85999999999999</c:v>
                </c:pt>
                <c:pt idx="1746">
                  <c:v>126.67000000000002</c:v>
                </c:pt>
                <c:pt idx="1747">
                  <c:v>128.51</c:v>
                </c:pt>
                <c:pt idx="1748">
                  <c:v>131.31</c:v>
                </c:pt>
                <c:pt idx="1749">
                  <c:v>133.82</c:v>
                </c:pt>
                <c:pt idx="1750">
                  <c:v>135.92000000000002</c:v>
                </c:pt>
                <c:pt idx="1751">
                  <c:v>138</c:v>
                </c:pt>
                <c:pt idx="1752">
                  <c:v>140.05000000000001</c:v>
                </c:pt>
                <c:pt idx="1753">
                  <c:v>143.22999999999999</c:v>
                </c:pt>
                <c:pt idx="1754">
                  <c:v>144.46</c:v>
                </c:pt>
                <c:pt idx="1755">
                  <c:v>147.32999999999998</c:v>
                </c:pt>
                <c:pt idx="1756">
                  <c:v>149.61000000000001</c:v>
                </c:pt>
                <c:pt idx="1757">
                  <c:v>152.47000000000003</c:v>
                </c:pt>
                <c:pt idx="1758">
                  <c:v>155.22</c:v>
                </c:pt>
                <c:pt idx="1759">
                  <c:v>157.68</c:v>
                </c:pt>
                <c:pt idx="1760">
                  <c:v>159.97999999999999</c:v>
                </c:pt>
                <c:pt idx="1761">
                  <c:v>162.15</c:v>
                </c:pt>
                <c:pt idx="1762">
                  <c:v>164.99</c:v>
                </c:pt>
                <c:pt idx="1763">
                  <c:v>167.3</c:v>
                </c:pt>
                <c:pt idx="1764">
                  <c:v>169.81</c:v>
                </c:pt>
                <c:pt idx="1765">
                  <c:v>172.62</c:v>
                </c:pt>
                <c:pt idx="1766">
                  <c:v>174.73000000000002</c:v>
                </c:pt>
                <c:pt idx="1767">
                  <c:v>178.17000000000002</c:v>
                </c:pt>
                <c:pt idx="1768">
                  <c:v>180.32999999999998</c:v>
                </c:pt>
                <c:pt idx="1769">
                  <c:v>182.4</c:v>
                </c:pt>
                <c:pt idx="1770">
                  <c:v>185.05</c:v>
                </c:pt>
                <c:pt idx="1771">
                  <c:v>187.35000000000002</c:v>
                </c:pt>
                <c:pt idx="1772">
                  <c:v>190.18</c:v>
                </c:pt>
                <c:pt idx="1773">
                  <c:v>192.81</c:v>
                </c:pt>
                <c:pt idx="1774">
                  <c:v>194.7</c:v>
                </c:pt>
                <c:pt idx="1775">
                  <c:v>197.26</c:v>
                </c:pt>
                <c:pt idx="1776">
                  <c:v>199.7</c:v>
                </c:pt>
                <c:pt idx="1777">
                  <c:v>201.92000000000002</c:v>
                </c:pt>
                <c:pt idx="1778">
                  <c:v>204.26999999999998</c:v>
                </c:pt>
                <c:pt idx="1779">
                  <c:v>206.08999999999997</c:v>
                </c:pt>
                <c:pt idx="1780">
                  <c:v>208.14</c:v>
                </c:pt>
                <c:pt idx="1781">
                  <c:v>210.29</c:v>
                </c:pt>
                <c:pt idx="1782">
                  <c:v>212.51</c:v>
                </c:pt>
                <c:pt idx="1783">
                  <c:v>214.87</c:v>
                </c:pt>
                <c:pt idx="1784">
                  <c:v>216.21</c:v>
                </c:pt>
                <c:pt idx="1785">
                  <c:v>218.07999999999998</c:v>
                </c:pt>
                <c:pt idx="1786">
                  <c:v>219.75</c:v>
                </c:pt>
                <c:pt idx="1787">
                  <c:v>221.36</c:v>
                </c:pt>
                <c:pt idx="1788">
                  <c:v>222.36</c:v>
                </c:pt>
                <c:pt idx="1789">
                  <c:v>224.22</c:v>
                </c:pt>
                <c:pt idx="1790">
                  <c:v>225.92000000000002</c:v>
                </c:pt>
                <c:pt idx="1791">
                  <c:v>226.09</c:v>
                </c:pt>
                <c:pt idx="1792">
                  <c:v>228.05</c:v>
                </c:pt>
                <c:pt idx="1793">
                  <c:v>229.13</c:v>
                </c:pt>
                <c:pt idx="1794">
                  <c:v>230.21</c:v>
                </c:pt>
                <c:pt idx="1795">
                  <c:v>230.86</c:v>
                </c:pt>
                <c:pt idx="1796">
                  <c:v>232.25</c:v>
                </c:pt>
                <c:pt idx="1797">
                  <c:v>232.26999999999998</c:v>
                </c:pt>
                <c:pt idx="1798">
                  <c:v>233.04000000000002</c:v>
                </c:pt>
                <c:pt idx="1799">
                  <c:v>233.34</c:v>
                </c:pt>
                <c:pt idx="1800">
                  <c:v>233.94</c:v>
                </c:pt>
                <c:pt idx="1801">
                  <c:v>234.28</c:v>
                </c:pt>
                <c:pt idx="1802">
                  <c:v>234.49</c:v>
                </c:pt>
                <c:pt idx="1803">
                  <c:v>235.1</c:v>
                </c:pt>
                <c:pt idx="1804">
                  <c:v>235.39</c:v>
                </c:pt>
                <c:pt idx="1805">
                  <c:v>234.75</c:v>
                </c:pt>
                <c:pt idx="1806">
                  <c:v>234.76</c:v>
                </c:pt>
                <c:pt idx="1807">
                  <c:v>235.92</c:v>
                </c:pt>
                <c:pt idx="1808">
                  <c:v>235.44</c:v>
                </c:pt>
                <c:pt idx="1809">
                  <c:v>234.74</c:v>
                </c:pt>
                <c:pt idx="1810">
                  <c:v>235.05</c:v>
                </c:pt>
                <c:pt idx="1811">
                  <c:v>234.18</c:v>
                </c:pt>
                <c:pt idx="1812">
                  <c:v>234.41</c:v>
                </c:pt>
                <c:pt idx="1813">
                  <c:v>233.76</c:v>
                </c:pt>
                <c:pt idx="1814">
                  <c:v>234.41</c:v>
                </c:pt>
                <c:pt idx="1815">
                  <c:v>233.17000000000002</c:v>
                </c:pt>
                <c:pt idx="1816">
                  <c:v>233.44</c:v>
                </c:pt>
                <c:pt idx="1817">
                  <c:v>232.83999999999997</c:v>
                </c:pt>
                <c:pt idx="1818">
                  <c:v>232.03</c:v>
                </c:pt>
                <c:pt idx="1819">
                  <c:v>231.62</c:v>
                </c:pt>
                <c:pt idx="1820">
                  <c:v>230.8</c:v>
                </c:pt>
                <c:pt idx="1821">
                  <c:v>230.74</c:v>
                </c:pt>
                <c:pt idx="1822">
                  <c:v>229.97</c:v>
                </c:pt>
                <c:pt idx="1823">
                  <c:v>229.61</c:v>
                </c:pt>
                <c:pt idx="1824">
                  <c:v>229.38</c:v>
                </c:pt>
                <c:pt idx="1825">
                  <c:v>228.73000000000002</c:v>
                </c:pt>
                <c:pt idx="1826">
                  <c:v>228.07</c:v>
                </c:pt>
                <c:pt idx="1827">
                  <c:v>227.57999999999998</c:v>
                </c:pt>
                <c:pt idx="1828">
                  <c:v>227.71</c:v>
                </c:pt>
                <c:pt idx="1829">
                  <c:v>227.25</c:v>
                </c:pt>
                <c:pt idx="1830">
                  <c:v>226.23000000000002</c:v>
                </c:pt>
                <c:pt idx="1831">
                  <c:v>226.39</c:v>
                </c:pt>
                <c:pt idx="1832">
                  <c:v>226.16</c:v>
                </c:pt>
                <c:pt idx="1833">
                  <c:v>225.41</c:v>
                </c:pt>
                <c:pt idx="1834">
                  <c:v>225.36</c:v>
                </c:pt>
                <c:pt idx="1835">
                  <c:v>224.8</c:v>
                </c:pt>
                <c:pt idx="1836">
                  <c:v>224.31</c:v>
                </c:pt>
                <c:pt idx="1837">
                  <c:v>224.44</c:v>
                </c:pt>
                <c:pt idx="1838">
                  <c:v>224.59</c:v>
                </c:pt>
                <c:pt idx="1839">
                  <c:v>223.73000000000002</c:v>
                </c:pt>
                <c:pt idx="1840">
                  <c:v>224.07</c:v>
                </c:pt>
                <c:pt idx="1841">
                  <c:v>223.74</c:v>
                </c:pt>
                <c:pt idx="1842">
                  <c:v>223.59</c:v>
                </c:pt>
                <c:pt idx="1843">
                  <c:v>222.79</c:v>
                </c:pt>
                <c:pt idx="1844">
                  <c:v>223.31</c:v>
                </c:pt>
                <c:pt idx="1845">
                  <c:v>223.03</c:v>
                </c:pt>
                <c:pt idx="1846">
                  <c:v>222.74</c:v>
                </c:pt>
                <c:pt idx="1847">
                  <c:v>222</c:v>
                </c:pt>
                <c:pt idx="1848">
                  <c:v>222.25</c:v>
                </c:pt>
                <c:pt idx="1849">
                  <c:v>221.45</c:v>
                </c:pt>
                <c:pt idx="1850">
                  <c:v>222.24</c:v>
                </c:pt>
                <c:pt idx="1851">
                  <c:v>221.82</c:v>
                </c:pt>
                <c:pt idx="1852">
                  <c:v>221.06</c:v>
                </c:pt>
                <c:pt idx="1853">
                  <c:v>221.35000000000002</c:v>
                </c:pt>
                <c:pt idx="1854">
                  <c:v>221.76</c:v>
                </c:pt>
                <c:pt idx="1855">
                  <c:v>220.95</c:v>
                </c:pt>
                <c:pt idx="1856">
                  <c:v>220.28</c:v>
                </c:pt>
                <c:pt idx="1857">
                  <c:v>220.98000000000002</c:v>
                </c:pt>
                <c:pt idx="1858">
                  <c:v>221.17000000000002</c:v>
                </c:pt>
                <c:pt idx="1859">
                  <c:v>220.09</c:v>
                </c:pt>
                <c:pt idx="1860">
                  <c:v>220.34</c:v>
                </c:pt>
                <c:pt idx="1861">
                  <c:v>219.57999999999998</c:v>
                </c:pt>
                <c:pt idx="1862">
                  <c:v>220.16</c:v>
                </c:pt>
                <c:pt idx="1863">
                  <c:v>219.86</c:v>
                </c:pt>
                <c:pt idx="1864">
                  <c:v>219.82999999999998</c:v>
                </c:pt>
                <c:pt idx="1865">
                  <c:v>219.23000000000002</c:v>
                </c:pt>
                <c:pt idx="1866">
                  <c:v>218.94</c:v>
                </c:pt>
                <c:pt idx="1867">
                  <c:v>218.74</c:v>
                </c:pt>
                <c:pt idx="1868">
                  <c:v>218.85</c:v>
                </c:pt>
                <c:pt idx="1869">
                  <c:v>218.51999999999998</c:v>
                </c:pt>
                <c:pt idx="1870">
                  <c:v>218.57999999999998</c:v>
                </c:pt>
                <c:pt idx="1871">
                  <c:v>217.8</c:v>
                </c:pt>
                <c:pt idx="1872">
                  <c:v>217.51999999999998</c:v>
                </c:pt>
                <c:pt idx="1873">
                  <c:v>217.51</c:v>
                </c:pt>
                <c:pt idx="1874">
                  <c:v>216.76</c:v>
                </c:pt>
                <c:pt idx="1875">
                  <c:v>216.15</c:v>
                </c:pt>
                <c:pt idx="1876">
                  <c:v>216.32</c:v>
                </c:pt>
                <c:pt idx="1877">
                  <c:v>215.7</c:v>
                </c:pt>
                <c:pt idx="1878">
                  <c:v>215.54000000000002</c:v>
                </c:pt>
                <c:pt idx="1879">
                  <c:v>215.09</c:v>
                </c:pt>
                <c:pt idx="1880">
                  <c:v>214.31</c:v>
                </c:pt>
                <c:pt idx="1881">
                  <c:v>214.29000000000002</c:v>
                </c:pt>
                <c:pt idx="1882">
                  <c:v>214.21</c:v>
                </c:pt>
                <c:pt idx="1883">
                  <c:v>213.63</c:v>
                </c:pt>
                <c:pt idx="1884">
                  <c:v>213.45</c:v>
                </c:pt>
                <c:pt idx="1885">
                  <c:v>213.05</c:v>
                </c:pt>
                <c:pt idx="1886">
                  <c:v>211.82</c:v>
                </c:pt>
                <c:pt idx="1887">
                  <c:v>212.14</c:v>
                </c:pt>
                <c:pt idx="1888">
                  <c:v>211.71</c:v>
                </c:pt>
                <c:pt idx="1889">
                  <c:v>211.3</c:v>
                </c:pt>
                <c:pt idx="1890">
                  <c:v>211.44</c:v>
                </c:pt>
                <c:pt idx="1891">
                  <c:v>211.24</c:v>
                </c:pt>
                <c:pt idx="1892">
                  <c:v>210.87</c:v>
                </c:pt>
                <c:pt idx="1893">
                  <c:v>210.23</c:v>
                </c:pt>
                <c:pt idx="1894">
                  <c:v>210.85</c:v>
                </c:pt>
                <c:pt idx="1895">
                  <c:v>210.32</c:v>
                </c:pt>
                <c:pt idx="1896">
                  <c:v>210.24</c:v>
                </c:pt>
                <c:pt idx="1897">
                  <c:v>209.44</c:v>
                </c:pt>
                <c:pt idx="1898">
                  <c:v>208.66</c:v>
                </c:pt>
                <c:pt idx="1899">
                  <c:v>209.3</c:v>
                </c:pt>
                <c:pt idx="1900">
                  <c:v>208.84</c:v>
                </c:pt>
                <c:pt idx="1901">
                  <c:v>209.22</c:v>
                </c:pt>
                <c:pt idx="1902">
                  <c:v>208.2</c:v>
                </c:pt>
                <c:pt idx="1903">
                  <c:v>208.66</c:v>
                </c:pt>
                <c:pt idx="1904">
                  <c:v>208.56</c:v>
                </c:pt>
                <c:pt idx="1905">
                  <c:v>208.19</c:v>
                </c:pt>
                <c:pt idx="1906">
                  <c:v>208.72</c:v>
                </c:pt>
                <c:pt idx="1907">
                  <c:v>207.92000000000002</c:v>
                </c:pt>
                <c:pt idx="1908">
                  <c:v>208.19</c:v>
                </c:pt>
                <c:pt idx="1909">
                  <c:v>208.32999999999998</c:v>
                </c:pt>
                <c:pt idx="1910">
                  <c:v>208.76</c:v>
                </c:pt>
                <c:pt idx="1911">
                  <c:v>207.74</c:v>
                </c:pt>
                <c:pt idx="1912">
                  <c:v>208.22</c:v>
                </c:pt>
                <c:pt idx="1913">
                  <c:v>207.92000000000002</c:v>
                </c:pt>
                <c:pt idx="1914">
                  <c:v>208.01999999999998</c:v>
                </c:pt>
                <c:pt idx="1915">
                  <c:v>208.31</c:v>
                </c:pt>
                <c:pt idx="1916">
                  <c:v>207.79000000000002</c:v>
                </c:pt>
                <c:pt idx="1917">
                  <c:v>208.18</c:v>
                </c:pt>
                <c:pt idx="1918">
                  <c:v>208.26</c:v>
                </c:pt>
                <c:pt idx="1919">
                  <c:v>209.16</c:v>
                </c:pt>
                <c:pt idx="1920">
                  <c:v>208.39</c:v>
                </c:pt>
                <c:pt idx="1921">
                  <c:v>208.78</c:v>
                </c:pt>
                <c:pt idx="1922">
                  <c:v>208.66</c:v>
                </c:pt>
                <c:pt idx="1923">
                  <c:v>209.34</c:v>
                </c:pt>
                <c:pt idx="1924">
                  <c:v>208.73000000000002</c:v>
                </c:pt>
                <c:pt idx="1925">
                  <c:v>209.44</c:v>
                </c:pt>
                <c:pt idx="1926">
                  <c:v>209.59</c:v>
                </c:pt>
                <c:pt idx="1927">
                  <c:v>209.91</c:v>
                </c:pt>
                <c:pt idx="1928">
                  <c:v>209.74</c:v>
                </c:pt>
                <c:pt idx="1929">
                  <c:v>210.86</c:v>
                </c:pt>
                <c:pt idx="1930">
                  <c:v>210.38</c:v>
                </c:pt>
                <c:pt idx="1931">
                  <c:v>210.95</c:v>
                </c:pt>
                <c:pt idx="1932">
                  <c:v>210.32999999999998</c:v>
                </c:pt>
                <c:pt idx="1933">
                  <c:v>211.62</c:v>
                </c:pt>
                <c:pt idx="1934">
                  <c:v>211.63</c:v>
                </c:pt>
                <c:pt idx="1935">
                  <c:v>211.29000000000002</c:v>
                </c:pt>
                <c:pt idx="1936">
                  <c:v>211.49</c:v>
                </c:pt>
                <c:pt idx="1937">
                  <c:v>211.86</c:v>
                </c:pt>
                <c:pt idx="1938">
                  <c:v>212.57999999999998</c:v>
                </c:pt>
                <c:pt idx="1939">
                  <c:v>212.85000000000002</c:v>
                </c:pt>
                <c:pt idx="1940">
                  <c:v>212.96</c:v>
                </c:pt>
                <c:pt idx="1941">
                  <c:v>213.43</c:v>
                </c:pt>
                <c:pt idx="1942">
                  <c:v>213.32999999999998</c:v>
                </c:pt>
                <c:pt idx="1943">
                  <c:v>213.2</c:v>
                </c:pt>
                <c:pt idx="1944">
                  <c:v>214.25</c:v>
                </c:pt>
                <c:pt idx="1945">
                  <c:v>213.63</c:v>
                </c:pt>
                <c:pt idx="1946">
                  <c:v>214.45</c:v>
                </c:pt>
                <c:pt idx="1947">
                  <c:v>214.72</c:v>
                </c:pt>
                <c:pt idx="1948">
                  <c:v>214.69</c:v>
                </c:pt>
                <c:pt idx="1949">
                  <c:v>214.62</c:v>
                </c:pt>
                <c:pt idx="1950">
                  <c:v>215.11</c:v>
                </c:pt>
                <c:pt idx="1951">
                  <c:v>214.86</c:v>
                </c:pt>
                <c:pt idx="1952">
                  <c:v>215.58999999999997</c:v>
                </c:pt>
                <c:pt idx="1953">
                  <c:v>216.14</c:v>
                </c:pt>
                <c:pt idx="1954">
                  <c:v>216.03</c:v>
                </c:pt>
                <c:pt idx="1955">
                  <c:v>216.04</c:v>
                </c:pt>
                <c:pt idx="1956">
                  <c:v>216.31</c:v>
                </c:pt>
                <c:pt idx="1957">
                  <c:v>216.5</c:v>
                </c:pt>
                <c:pt idx="1958">
                  <c:v>216.55</c:v>
                </c:pt>
                <c:pt idx="1959">
                  <c:v>217.27</c:v>
                </c:pt>
                <c:pt idx="1960">
                  <c:v>217.01</c:v>
                </c:pt>
                <c:pt idx="1961">
                  <c:v>217.51</c:v>
                </c:pt>
                <c:pt idx="1962">
                  <c:v>217.51999999999998</c:v>
                </c:pt>
                <c:pt idx="1963">
                  <c:v>217.56</c:v>
                </c:pt>
                <c:pt idx="1964">
                  <c:v>217.75</c:v>
                </c:pt>
                <c:pt idx="1965">
                  <c:v>217.70999999999998</c:v>
                </c:pt>
                <c:pt idx="1966">
                  <c:v>217.6</c:v>
                </c:pt>
                <c:pt idx="1967">
                  <c:v>217.55</c:v>
                </c:pt>
                <c:pt idx="1968">
                  <c:v>217.3</c:v>
                </c:pt>
                <c:pt idx="1969">
                  <c:v>218.26999999999998</c:v>
                </c:pt>
                <c:pt idx="1970">
                  <c:v>217.8</c:v>
                </c:pt>
                <c:pt idx="1971">
                  <c:v>217.32</c:v>
                </c:pt>
                <c:pt idx="1972">
                  <c:v>217.72</c:v>
                </c:pt>
                <c:pt idx="1973">
                  <c:v>217.72</c:v>
                </c:pt>
                <c:pt idx="1974">
                  <c:v>217.44</c:v>
                </c:pt>
                <c:pt idx="1975">
                  <c:v>218.08999999999997</c:v>
                </c:pt>
                <c:pt idx="1976">
                  <c:v>217.49</c:v>
                </c:pt>
                <c:pt idx="1977">
                  <c:v>217.51999999999998</c:v>
                </c:pt>
                <c:pt idx="1978">
                  <c:v>217.63</c:v>
                </c:pt>
                <c:pt idx="1979">
                  <c:v>217.57999999999998</c:v>
                </c:pt>
                <c:pt idx="1980">
                  <c:v>217.64</c:v>
                </c:pt>
                <c:pt idx="1981">
                  <c:v>217.31</c:v>
                </c:pt>
                <c:pt idx="1982">
                  <c:v>217.76</c:v>
                </c:pt>
                <c:pt idx="1983">
                  <c:v>217.12</c:v>
                </c:pt>
                <c:pt idx="1984">
                  <c:v>217.42000000000002</c:v>
                </c:pt>
                <c:pt idx="1985">
                  <c:v>217.22000000000003</c:v>
                </c:pt>
                <c:pt idx="1986">
                  <c:v>216.96</c:v>
                </c:pt>
                <c:pt idx="1987">
                  <c:v>216.68</c:v>
                </c:pt>
                <c:pt idx="1988">
                  <c:v>216.26</c:v>
                </c:pt>
                <c:pt idx="1989">
                  <c:v>215.85000000000002</c:v>
                </c:pt>
                <c:pt idx="1990">
                  <c:v>216.68</c:v>
                </c:pt>
                <c:pt idx="1991">
                  <c:v>216.66000000000003</c:v>
                </c:pt>
                <c:pt idx="1992">
                  <c:v>216.56</c:v>
                </c:pt>
                <c:pt idx="1993">
                  <c:v>216.29000000000002</c:v>
                </c:pt>
                <c:pt idx="1994">
                  <c:v>215.9</c:v>
                </c:pt>
                <c:pt idx="1995">
                  <c:v>215.32</c:v>
                </c:pt>
                <c:pt idx="1996">
                  <c:v>215.69</c:v>
                </c:pt>
                <c:pt idx="1997">
                  <c:v>215.23000000000002</c:v>
                </c:pt>
                <c:pt idx="1998">
                  <c:v>216.10000000000002</c:v>
                </c:pt>
                <c:pt idx="1999">
                  <c:v>215.71</c:v>
                </c:pt>
                <c:pt idx="2000">
                  <c:v>215.23000000000002</c:v>
                </c:pt>
                <c:pt idx="2001">
                  <c:v>215.15</c:v>
                </c:pt>
                <c:pt idx="2002">
                  <c:v>215.55</c:v>
                </c:pt>
                <c:pt idx="2003">
                  <c:v>215.25</c:v>
                </c:pt>
                <c:pt idx="2004">
                  <c:v>214.43</c:v>
                </c:pt>
                <c:pt idx="2005">
                  <c:v>214.97</c:v>
                </c:pt>
                <c:pt idx="2006">
                  <c:v>214.73000000000002</c:v>
                </c:pt>
                <c:pt idx="2007">
                  <c:v>214.93</c:v>
                </c:pt>
                <c:pt idx="2008">
                  <c:v>214.19</c:v>
                </c:pt>
                <c:pt idx="2009">
                  <c:v>214.56</c:v>
                </c:pt>
                <c:pt idx="2010">
                  <c:v>214.32</c:v>
                </c:pt>
                <c:pt idx="2011">
                  <c:v>214.31</c:v>
                </c:pt>
                <c:pt idx="2012">
                  <c:v>214.9</c:v>
                </c:pt>
                <c:pt idx="2013">
                  <c:v>214.94</c:v>
                </c:pt>
                <c:pt idx="2014">
                  <c:v>214.54000000000002</c:v>
                </c:pt>
                <c:pt idx="2015">
                  <c:v>214.28</c:v>
                </c:pt>
                <c:pt idx="2016">
                  <c:v>215.13</c:v>
                </c:pt>
                <c:pt idx="2017">
                  <c:v>214.09</c:v>
                </c:pt>
                <c:pt idx="2018">
                  <c:v>214.7</c:v>
                </c:pt>
                <c:pt idx="2019">
                  <c:v>214.92000000000002</c:v>
                </c:pt>
                <c:pt idx="2020">
                  <c:v>214.3</c:v>
                </c:pt>
                <c:pt idx="2021">
                  <c:v>214.26999999999998</c:v>
                </c:pt>
                <c:pt idx="2022">
                  <c:v>214.05</c:v>
                </c:pt>
                <c:pt idx="2023">
                  <c:v>213.79</c:v>
                </c:pt>
                <c:pt idx="2024">
                  <c:v>213.76</c:v>
                </c:pt>
                <c:pt idx="2025">
                  <c:v>214.21</c:v>
                </c:pt>
                <c:pt idx="2026">
                  <c:v>213.82999999999998</c:v>
                </c:pt>
                <c:pt idx="2027">
                  <c:v>213.83999999999997</c:v>
                </c:pt>
                <c:pt idx="2028">
                  <c:v>214</c:v>
                </c:pt>
                <c:pt idx="2029">
                  <c:v>214.11</c:v>
                </c:pt>
                <c:pt idx="2030">
                  <c:v>213.97</c:v>
                </c:pt>
                <c:pt idx="2031">
                  <c:v>213.82999999999998</c:v>
                </c:pt>
                <c:pt idx="2032">
                  <c:v>214.27</c:v>
                </c:pt>
                <c:pt idx="2033">
                  <c:v>214.48</c:v>
                </c:pt>
                <c:pt idx="2034">
                  <c:v>214.2</c:v>
                </c:pt>
                <c:pt idx="2035">
                  <c:v>213.97</c:v>
                </c:pt>
                <c:pt idx="2036">
                  <c:v>214.28</c:v>
                </c:pt>
                <c:pt idx="2037">
                  <c:v>213.96</c:v>
                </c:pt>
                <c:pt idx="2038">
                  <c:v>213.86</c:v>
                </c:pt>
                <c:pt idx="2039">
                  <c:v>213.94</c:v>
                </c:pt>
                <c:pt idx="2040">
                  <c:v>214.34</c:v>
                </c:pt>
                <c:pt idx="2041">
                  <c:v>213.98000000000002</c:v>
                </c:pt>
                <c:pt idx="2042">
                  <c:v>213.95</c:v>
                </c:pt>
                <c:pt idx="2043">
                  <c:v>213.66000000000003</c:v>
                </c:pt>
                <c:pt idx="2044">
                  <c:v>214.44</c:v>
                </c:pt>
                <c:pt idx="2045">
                  <c:v>214.47</c:v>
                </c:pt>
                <c:pt idx="2046">
                  <c:v>213.84</c:v>
                </c:pt>
                <c:pt idx="2047">
                  <c:v>214.73000000000002</c:v>
                </c:pt>
                <c:pt idx="2048">
                  <c:v>214.24</c:v>
                </c:pt>
                <c:pt idx="2049">
                  <c:v>214.32</c:v>
                </c:pt>
                <c:pt idx="2050">
                  <c:v>214.54</c:v>
                </c:pt>
                <c:pt idx="2051">
                  <c:v>215.05</c:v>
                </c:pt>
                <c:pt idx="2052">
                  <c:v>214.79000000000002</c:v>
                </c:pt>
                <c:pt idx="2053">
                  <c:v>214.63</c:v>
                </c:pt>
                <c:pt idx="2054">
                  <c:v>213.9</c:v>
                </c:pt>
                <c:pt idx="2055">
                  <c:v>214.05</c:v>
                </c:pt>
                <c:pt idx="2056">
                  <c:v>214.26</c:v>
                </c:pt>
                <c:pt idx="2057">
                  <c:v>215.19</c:v>
                </c:pt>
                <c:pt idx="2058">
                  <c:v>215.27</c:v>
                </c:pt>
                <c:pt idx="2059">
                  <c:v>215.21</c:v>
                </c:pt>
                <c:pt idx="2060">
                  <c:v>215.14</c:v>
                </c:pt>
                <c:pt idx="2061">
                  <c:v>214.86</c:v>
                </c:pt>
                <c:pt idx="2062">
                  <c:v>215.66</c:v>
                </c:pt>
                <c:pt idx="2063">
                  <c:v>214.57999999999998</c:v>
                </c:pt>
                <c:pt idx="2064">
                  <c:v>215.76</c:v>
                </c:pt>
                <c:pt idx="2065">
                  <c:v>215.35</c:v>
                </c:pt>
                <c:pt idx="2066">
                  <c:v>215.17000000000002</c:v>
                </c:pt>
                <c:pt idx="2067">
                  <c:v>215.63</c:v>
                </c:pt>
                <c:pt idx="2068">
                  <c:v>215.57999999999998</c:v>
                </c:pt>
                <c:pt idx="2069">
                  <c:v>216.19</c:v>
                </c:pt>
                <c:pt idx="2070">
                  <c:v>216.42000000000002</c:v>
                </c:pt>
                <c:pt idx="2071">
                  <c:v>215.5</c:v>
                </c:pt>
                <c:pt idx="2072">
                  <c:v>214.92000000000002</c:v>
                </c:pt>
                <c:pt idx="2073">
                  <c:v>216.14</c:v>
                </c:pt>
                <c:pt idx="2074">
                  <c:v>216.51</c:v>
                </c:pt>
                <c:pt idx="2075">
                  <c:v>216.51999999999998</c:v>
                </c:pt>
                <c:pt idx="2076">
                  <c:v>215.78</c:v>
                </c:pt>
                <c:pt idx="2077">
                  <c:v>216.31</c:v>
                </c:pt>
                <c:pt idx="2078">
                  <c:v>216.09</c:v>
                </c:pt>
                <c:pt idx="2079">
                  <c:v>216.23000000000002</c:v>
                </c:pt>
                <c:pt idx="2080">
                  <c:v>216.36</c:v>
                </c:pt>
                <c:pt idx="2081">
                  <c:v>216.42000000000002</c:v>
                </c:pt>
                <c:pt idx="2082">
                  <c:v>215.97</c:v>
                </c:pt>
                <c:pt idx="2083">
                  <c:v>216.82999999999998</c:v>
                </c:pt>
                <c:pt idx="2084">
                  <c:v>216.65</c:v>
                </c:pt>
                <c:pt idx="2085">
                  <c:v>215.97</c:v>
                </c:pt>
                <c:pt idx="2086">
                  <c:v>216.2</c:v>
                </c:pt>
                <c:pt idx="2087">
                  <c:v>216.85000000000002</c:v>
                </c:pt>
                <c:pt idx="2088">
                  <c:v>216.69</c:v>
                </c:pt>
                <c:pt idx="2089">
                  <c:v>216.39</c:v>
                </c:pt>
                <c:pt idx="2090">
                  <c:v>216.31</c:v>
                </c:pt>
                <c:pt idx="2091">
                  <c:v>216.79000000000002</c:v>
                </c:pt>
                <c:pt idx="2092">
                  <c:v>215.87</c:v>
                </c:pt>
                <c:pt idx="2093">
                  <c:v>216.59</c:v>
                </c:pt>
                <c:pt idx="2094">
                  <c:v>216.73000000000002</c:v>
                </c:pt>
                <c:pt idx="2095">
                  <c:v>216.97</c:v>
                </c:pt>
                <c:pt idx="2096">
                  <c:v>216.31</c:v>
                </c:pt>
                <c:pt idx="2097">
                  <c:v>216.96</c:v>
                </c:pt>
                <c:pt idx="2098">
                  <c:v>217.51</c:v>
                </c:pt>
                <c:pt idx="2099">
                  <c:v>216.6</c:v>
                </c:pt>
                <c:pt idx="2100">
                  <c:v>217.34</c:v>
                </c:pt>
                <c:pt idx="2101">
                  <c:v>216.85000000000002</c:v>
                </c:pt>
                <c:pt idx="2102">
                  <c:v>216.66</c:v>
                </c:pt>
                <c:pt idx="2103">
                  <c:v>216.48</c:v>
                </c:pt>
                <c:pt idx="2104">
                  <c:v>216.59</c:v>
                </c:pt>
                <c:pt idx="2105">
                  <c:v>217.14</c:v>
                </c:pt>
                <c:pt idx="2106">
                  <c:v>216.78</c:v>
                </c:pt>
                <c:pt idx="2107">
                  <c:v>217.44</c:v>
                </c:pt>
                <c:pt idx="2108">
                  <c:v>216.88</c:v>
                </c:pt>
                <c:pt idx="2109">
                  <c:v>217.04</c:v>
                </c:pt>
                <c:pt idx="2110">
                  <c:v>216.69</c:v>
                </c:pt>
                <c:pt idx="2111">
                  <c:v>217.2</c:v>
                </c:pt>
                <c:pt idx="2112">
                  <c:v>216.54000000000002</c:v>
                </c:pt>
                <c:pt idx="2113">
                  <c:v>216.89</c:v>
                </c:pt>
                <c:pt idx="2114">
                  <c:v>217.2</c:v>
                </c:pt>
                <c:pt idx="2115">
                  <c:v>217.69</c:v>
                </c:pt>
                <c:pt idx="2116">
                  <c:v>217.65</c:v>
                </c:pt>
                <c:pt idx="2117">
                  <c:v>217.2</c:v>
                </c:pt>
                <c:pt idx="2118">
                  <c:v>217.44</c:v>
                </c:pt>
                <c:pt idx="2119">
                  <c:v>217.48000000000002</c:v>
                </c:pt>
                <c:pt idx="2120">
                  <c:v>217.47</c:v>
                </c:pt>
                <c:pt idx="2121">
                  <c:v>216.97</c:v>
                </c:pt>
                <c:pt idx="2122">
                  <c:v>218.24</c:v>
                </c:pt>
                <c:pt idx="2123">
                  <c:v>218.25</c:v>
                </c:pt>
                <c:pt idx="2124">
                  <c:v>217.69</c:v>
                </c:pt>
                <c:pt idx="2125">
                  <c:v>218.42000000000002</c:v>
                </c:pt>
                <c:pt idx="2126">
                  <c:v>218.35</c:v>
                </c:pt>
                <c:pt idx="2127">
                  <c:v>218.77</c:v>
                </c:pt>
                <c:pt idx="2128">
                  <c:v>218.22</c:v>
                </c:pt>
                <c:pt idx="2129">
                  <c:v>218.01</c:v>
                </c:pt>
                <c:pt idx="2130">
                  <c:v>218.32999999999998</c:v>
                </c:pt>
                <c:pt idx="2131">
                  <c:v>218.72000000000003</c:v>
                </c:pt>
                <c:pt idx="2132">
                  <c:v>218.56</c:v>
                </c:pt>
                <c:pt idx="2133">
                  <c:v>218.5</c:v>
                </c:pt>
                <c:pt idx="2134">
                  <c:v>218.84</c:v>
                </c:pt>
                <c:pt idx="2135">
                  <c:v>218.70999999999998</c:v>
                </c:pt>
                <c:pt idx="2136">
                  <c:v>218.7</c:v>
                </c:pt>
                <c:pt idx="2137">
                  <c:v>219.05</c:v>
                </c:pt>
                <c:pt idx="2138">
                  <c:v>219.03</c:v>
                </c:pt>
                <c:pt idx="2139">
                  <c:v>219.07999999999998</c:v>
                </c:pt>
                <c:pt idx="2140">
                  <c:v>219.18</c:v>
                </c:pt>
                <c:pt idx="2141">
                  <c:v>218.99</c:v>
                </c:pt>
                <c:pt idx="2142">
                  <c:v>218.82</c:v>
                </c:pt>
                <c:pt idx="2143">
                  <c:v>219.37</c:v>
                </c:pt>
                <c:pt idx="2144">
                  <c:v>219.15</c:v>
                </c:pt>
                <c:pt idx="2145">
                  <c:v>218.79000000000002</c:v>
                </c:pt>
                <c:pt idx="2146">
                  <c:v>218.35</c:v>
                </c:pt>
                <c:pt idx="2147">
                  <c:v>218.79000000000002</c:v>
                </c:pt>
                <c:pt idx="2148">
                  <c:v>218.85000000000002</c:v>
                </c:pt>
                <c:pt idx="2149">
                  <c:v>218.56</c:v>
                </c:pt>
                <c:pt idx="2150">
                  <c:v>218.62</c:v>
                </c:pt>
                <c:pt idx="2151">
                  <c:v>217.92000000000002</c:v>
                </c:pt>
                <c:pt idx="2152">
                  <c:v>218.54</c:v>
                </c:pt>
                <c:pt idx="2153">
                  <c:v>218.78</c:v>
                </c:pt>
                <c:pt idx="2154">
                  <c:v>218.14999999999998</c:v>
                </c:pt>
                <c:pt idx="2155">
                  <c:v>218.51999999999998</c:v>
                </c:pt>
                <c:pt idx="2156">
                  <c:v>218.25</c:v>
                </c:pt>
                <c:pt idx="2157">
                  <c:v>218.05</c:v>
                </c:pt>
                <c:pt idx="2158">
                  <c:v>218.32999999999998</c:v>
                </c:pt>
                <c:pt idx="2159">
                  <c:v>217.98000000000002</c:v>
                </c:pt>
                <c:pt idx="2160">
                  <c:v>218.95999999999998</c:v>
                </c:pt>
                <c:pt idx="2161">
                  <c:v>218.61</c:v>
                </c:pt>
                <c:pt idx="2162">
                  <c:v>217.99</c:v>
                </c:pt>
                <c:pt idx="2163">
                  <c:v>218.45999999999998</c:v>
                </c:pt>
                <c:pt idx="2164">
                  <c:v>218.32999999999998</c:v>
                </c:pt>
                <c:pt idx="2165">
                  <c:v>217.83</c:v>
                </c:pt>
                <c:pt idx="2166">
                  <c:v>218.17000000000002</c:v>
                </c:pt>
                <c:pt idx="2167">
                  <c:v>218.03</c:v>
                </c:pt>
                <c:pt idx="2168">
                  <c:v>217.94</c:v>
                </c:pt>
                <c:pt idx="2169">
                  <c:v>217.87</c:v>
                </c:pt>
                <c:pt idx="2170">
                  <c:v>217.23</c:v>
                </c:pt>
                <c:pt idx="2171">
                  <c:v>217.68</c:v>
                </c:pt>
                <c:pt idx="2172">
                  <c:v>217.57</c:v>
                </c:pt>
                <c:pt idx="2173">
                  <c:v>217.07</c:v>
                </c:pt>
                <c:pt idx="2174">
                  <c:v>217.39</c:v>
                </c:pt>
                <c:pt idx="2175">
                  <c:v>217.4</c:v>
                </c:pt>
                <c:pt idx="2176">
                  <c:v>216.74</c:v>
                </c:pt>
                <c:pt idx="2177">
                  <c:v>216.64</c:v>
                </c:pt>
                <c:pt idx="2178">
                  <c:v>217.19</c:v>
                </c:pt>
                <c:pt idx="2179">
                  <c:v>216.64999999999998</c:v>
                </c:pt>
                <c:pt idx="2180">
                  <c:v>217.01</c:v>
                </c:pt>
                <c:pt idx="2181">
                  <c:v>216.10000000000002</c:v>
                </c:pt>
                <c:pt idx="2182">
                  <c:v>217.01</c:v>
                </c:pt>
                <c:pt idx="2183">
                  <c:v>217.2</c:v>
                </c:pt>
                <c:pt idx="2184">
                  <c:v>216.69</c:v>
                </c:pt>
                <c:pt idx="2185">
                  <c:v>216.62</c:v>
                </c:pt>
                <c:pt idx="2186">
                  <c:v>216.26</c:v>
                </c:pt>
                <c:pt idx="2187">
                  <c:v>216.88</c:v>
                </c:pt>
                <c:pt idx="2188">
                  <c:v>216.94</c:v>
                </c:pt>
                <c:pt idx="2189">
                  <c:v>216.56</c:v>
                </c:pt>
                <c:pt idx="2190">
                  <c:v>216.60000000000002</c:v>
                </c:pt>
                <c:pt idx="2191">
                  <c:v>216.62</c:v>
                </c:pt>
                <c:pt idx="2192">
                  <c:v>216.57</c:v>
                </c:pt>
                <c:pt idx="2193">
                  <c:v>216.45</c:v>
                </c:pt>
                <c:pt idx="2194">
                  <c:v>217.07</c:v>
                </c:pt>
                <c:pt idx="2195">
                  <c:v>216.39999999999998</c:v>
                </c:pt>
                <c:pt idx="2196">
                  <c:v>217.10000000000002</c:v>
                </c:pt>
                <c:pt idx="2197">
                  <c:v>216.39</c:v>
                </c:pt>
                <c:pt idx="2198">
                  <c:v>216.97000000000003</c:v>
                </c:pt>
                <c:pt idx="2199">
                  <c:v>216.68</c:v>
                </c:pt>
                <c:pt idx="2200">
                  <c:v>216.95</c:v>
                </c:pt>
                <c:pt idx="2201">
                  <c:v>217.26</c:v>
                </c:pt>
                <c:pt idx="2202">
                  <c:v>217.14999999999998</c:v>
                </c:pt>
                <c:pt idx="2203">
                  <c:v>217.22</c:v>
                </c:pt>
                <c:pt idx="2204">
                  <c:v>216.93</c:v>
                </c:pt>
                <c:pt idx="2205">
                  <c:v>217.4</c:v>
                </c:pt>
                <c:pt idx="2206">
                  <c:v>216.74</c:v>
                </c:pt>
                <c:pt idx="2207">
                  <c:v>216.75</c:v>
                </c:pt>
                <c:pt idx="2208">
                  <c:v>216.86</c:v>
                </c:pt>
                <c:pt idx="2209">
                  <c:v>217.55</c:v>
                </c:pt>
                <c:pt idx="2210">
                  <c:v>217.51999999999998</c:v>
                </c:pt>
                <c:pt idx="2211">
                  <c:v>217.63</c:v>
                </c:pt>
                <c:pt idx="2212">
                  <c:v>217.17000000000002</c:v>
                </c:pt>
                <c:pt idx="2213">
                  <c:v>217.44</c:v>
                </c:pt>
                <c:pt idx="2214">
                  <c:v>217.8</c:v>
                </c:pt>
                <c:pt idx="2215">
                  <c:v>217.14</c:v>
                </c:pt>
                <c:pt idx="2216">
                  <c:v>217.2</c:v>
                </c:pt>
                <c:pt idx="2217">
                  <c:v>217.98000000000002</c:v>
                </c:pt>
                <c:pt idx="2218">
                  <c:v>217.37</c:v>
                </c:pt>
                <c:pt idx="2219">
                  <c:v>217.26999999999998</c:v>
                </c:pt>
                <c:pt idx="2220">
                  <c:v>218.54000000000002</c:v>
                </c:pt>
                <c:pt idx="2221">
                  <c:v>217.76999999999998</c:v>
                </c:pt>
                <c:pt idx="2222">
                  <c:v>217.53</c:v>
                </c:pt>
                <c:pt idx="2223">
                  <c:v>217.81</c:v>
                </c:pt>
                <c:pt idx="2224">
                  <c:v>217.02999999999997</c:v>
                </c:pt>
                <c:pt idx="2225">
                  <c:v>217.57</c:v>
                </c:pt>
                <c:pt idx="2226">
                  <c:v>217.95</c:v>
                </c:pt>
                <c:pt idx="2227">
                  <c:v>217.89</c:v>
                </c:pt>
                <c:pt idx="2228">
                  <c:v>217.59</c:v>
                </c:pt>
                <c:pt idx="2229">
                  <c:v>216.89999999999998</c:v>
                </c:pt>
                <c:pt idx="2230">
                  <c:v>217.51</c:v>
                </c:pt>
                <c:pt idx="2231">
                  <c:v>217.08999999999997</c:v>
                </c:pt>
                <c:pt idx="2232">
                  <c:v>217.28</c:v>
                </c:pt>
                <c:pt idx="2233">
                  <c:v>217.39999999999998</c:v>
                </c:pt>
                <c:pt idx="2234">
                  <c:v>216.42000000000002</c:v>
                </c:pt>
                <c:pt idx="2235">
                  <c:v>216.86</c:v>
                </c:pt>
                <c:pt idx="2236">
                  <c:v>217.18</c:v>
                </c:pt>
                <c:pt idx="2237">
                  <c:v>217.17000000000002</c:v>
                </c:pt>
                <c:pt idx="2238">
                  <c:v>216.59</c:v>
                </c:pt>
                <c:pt idx="2239">
                  <c:v>217.41</c:v>
                </c:pt>
                <c:pt idx="2240">
                  <c:v>216.95999999999998</c:v>
                </c:pt>
                <c:pt idx="2241">
                  <c:v>217.22</c:v>
                </c:pt>
                <c:pt idx="2242">
                  <c:v>216.72</c:v>
                </c:pt>
                <c:pt idx="2243">
                  <c:v>217.13</c:v>
                </c:pt>
                <c:pt idx="2244">
                  <c:v>216.06</c:v>
                </c:pt>
                <c:pt idx="2245">
                  <c:v>216.41</c:v>
                </c:pt>
                <c:pt idx="2246">
                  <c:v>217.42000000000002</c:v>
                </c:pt>
                <c:pt idx="2247">
                  <c:v>216.81</c:v>
                </c:pt>
                <c:pt idx="2248">
                  <c:v>215.93</c:v>
                </c:pt>
                <c:pt idx="2249">
                  <c:v>216.65</c:v>
                </c:pt>
                <c:pt idx="2250">
                  <c:v>216.98000000000002</c:v>
                </c:pt>
                <c:pt idx="2251">
                  <c:v>216.71</c:v>
                </c:pt>
                <c:pt idx="2252">
                  <c:v>216.68</c:v>
                </c:pt>
                <c:pt idx="2253">
                  <c:v>216.3</c:v>
                </c:pt>
                <c:pt idx="2254">
                  <c:v>216.88</c:v>
                </c:pt>
                <c:pt idx="2255">
                  <c:v>216.9</c:v>
                </c:pt>
                <c:pt idx="2256">
                  <c:v>216.26999999999998</c:v>
                </c:pt>
                <c:pt idx="2257">
                  <c:v>215.85000000000002</c:v>
                </c:pt>
                <c:pt idx="2258">
                  <c:v>216.79000000000002</c:v>
                </c:pt>
                <c:pt idx="2259">
                  <c:v>216.11</c:v>
                </c:pt>
                <c:pt idx="2260">
                  <c:v>216.61</c:v>
                </c:pt>
                <c:pt idx="2261">
                  <c:v>216.52</c:v>
                </c:pt>
                <c:pt idx="2262">
                  <c:v>216.11</c:v>
                </c:pt>
                <c:pt idx="2263">
                  <c:v>215.93</c:v>
                </c:pt>
                <c:pt idx="2264">
                  <c:v>216.44</c:v>
                </c:pt>
                <c:pt idx="2265">
                  <c:v>215.67</c:v>
                </c:pt>
                <c:pt idx="2266">
                  <c:v>216.04000000000002</c:v>
                </c:pt>
                <c:pt idx="2267">
                  <c:v>215.99</c:v>
                </c:pt>
                <c:pt idx="2268">
                  <c:v>215.86</c:v>
                </c:pt>
                <c:pt idx="2269">
                  <c:v>215.91000000000003</c:v>
                </c:pt>
                <c:pt idx="2270">
                  <c:v>216.11</c:v>
                </c:pt>
                <c:pt idx="2271">
                  <c:v>216.29000000000002</c:v>
                </c:pt>
                <c:pt idx="2272">
                  <c:v>215.12</c:v>
                </c:pt>
                <c:pt idx="2273">
                  <c:v>215.87</c:v>
                </c:pt>
                <c:pt idx="2274">
                  <c:v>215.89</c:v>
                </c:pt>
                <c:pt idx="2275">
                  <c:v>215.13</c:v>
                </c:pt>
                <c:pt idx="2276">
                  <c:v>215.32</c:v>
                </c:pt>
                <c:pt idx="2277">
                  <c:v>215.86</c:v>
                </c:pt>
                <c:pt idx="2278">
                  <c:v>215.05</c:v>
                </c:pt>
                <c:pt idx="2279">
                  <c:v>215.51</c:v>
                </c:pt>
                <c:pt idx="2280">
                  <c:v>215.15</c:v>
                </c:pt>
                <c:pt idx="2281">
                  <c:v>215.38</c:v>
                </c:pt>
                <c:pt idx="2282">
                  <c:v>215.63</c:v>
                </c:pt>
                <c:pt idx="2283">
                  <c:v>214.57</c:v>
                </c:pt>
                <c:pt idx="2284">
                  <c:v>215.07</c:v>
                </c:pt>
                <c:pt idx="2285">
                  <c:v>215.67000000000002</c:v>
                </c:pt>
                <c:pt idx="2286">
                  <c:v>214.78</c:v>
                </c:pt>
                <c:pt idx="2287">
                  <c:v>215.14</c:v>
                </c:pt>
                <c:pt idx="2288">
                  <c:v>214.98000000000002</c:v>
                </c:pt>
                <c:pt idx="2289">
                  <c:v>214.68</c:v>
                </c:pt>
                <c:pt idx="2290">
                  <c:v>214.9</c:v>
                </c:pt>
                <c:pt idx="2291">
                  <c:v>214.91000000000003</c:v>
                </c:pt>
                <c:pt idx="2292">
                  <c:v>214.7</c:v>
                </c:pt>
                <c:pt idx="2293">
                  <c:v>214.98000000000002</c:v>
                </c:pt>
                <c:pt idx="2294">
                  <c:v>214.66000000000003</c:v>
                </c:pt>
                <c:pt idx="2295">
                  <c:v>214.93</c:v>
                </c:pt>
                <c:pt idx="2296">
                  <c:v>215.09</c:v>
                </c:pt>
                <c:pt idx="2297">
                  <c:v>214.5</c:v>
                </c:pt>
                <c:pt idx="2298">
                  <c:v>215.15</c:v>
                </c:pt>
                <c:pt idx="2299">
                  <c:v>214.33</c:v>
                </c:pt>
                <c:pt idx="2300">
                  <c:v>214.62</c:v>
                </c:pt>
                <c:pt idx="2301">
                  <c:v>214.76</c:v>
                </c:pt>
                <c:pt idx="2302">
                  <c:v>214.13</c:v>
                </c:pt>
                <c:pt idx="2303">
                  <c:v>214.65</c:v>
                </c:pt>
                <c:pt idx="2304">
                  <c:v>214.74</c:v>
                </c:pt>
                <c:pt idx="2305">
                  <c:v>214.21</c:v>
                </c:pt>
                <c:pt idx="2306">
                  <c:v>214.74</c:v>
                </c:pt>
                <c:pt idx="2307">
                  <c:v>214.26</c:v>
                </c:pt>
                <c:pt idx="2308">
                  <c:v>214.86</c:v>
                </c:pt>
                <c:pt idx="2309">
                  <c:v>213.98000000000002</c:v>
                </c:pt>
                <c:pt idx="2310">
                  <c:v>214.23000000000002</c:v>
                </c:pt>
                <c:pt idx="2311">
                  <c:v>214.55</c:v>
                </c:pt>
                <c:pt idx="2312">
                  <c:v>214.24</c:v>
                </c:pt>
                <c:pt idx="2313">
                  <c:v>214.15</c:v>
                </c:pt>
                <c:pt idx="2314">
                  <c:v>214.13</c:v>
                </c:pt>
                <c:pt idx="2315">
                  <c:v>214.13</c:v>
                </c:pt>
                <c:pt idx="2316">
                  <c:v>214.32</c:v>
                </c:pt>
                <c:pt idx="2317">
                  <c:v>213.68</c:v>
                </c:pt>
                <c:pt idx="2318">
                  <c:v>214.14</c:v>
                </c:pt>
                <c:pt idx="2319">
                  <c:v>214.53</c:v>
                </c:pt>
                <c:pt idx="2320">
                  <c:v>214.26</c:v>
                </c:pt>
                <c:pt idx="2321">
                  <c:v>214.01</c:v>
                </c:pt>
                <c:pt idx="2322">
                  <c:v>213.98</c:v>
                </c:pt>
                <c:pt idx="2323">
                  <c:v>214.09</c:v>
                </c:pt>
                <c:pt idx="2324">
                  <c:v>213.95</c:v>
                </c:pt>
                <c:pt idx="2325">
                  <c:v>213.61</c:v>
                </c:pt>
                <c:pt idx="2326">
                  <c:v>214.37</c:v>
                </c:pt>
                <c:pt idx="2327">
                  <c:v>214.17000000000002</c:v>
                </c:pt>
                <c:pt idx="2328">
                  <c:v>214.07</c:v>
                </c:pt>
                <c:pt idx="2329">
                  <c:v>213.54</c:v>
                </c:pt>
                <c:pt idx="2330">
                  <c:v>212.95</c:v>
                </c:pt>
                <c:pt idx="2331">
                  <c:v>213.91</c:v>
                </c:pt>
                <c:pt idx="2332">
                  <c:v>214.56</c:v>
                </c:pt>
                <c:pt idx="2333">
                  <c:v>213.94</c:v>
                </c:pt>
                <c:pt idx="2334">
                  <c:v>214.25</c:v>
                </c:pt>
                <c:pt idx="2335">
                  <c:v>213.94</c:v>
                </c:pt>
                <c:pt idx="2336">
                  <c:v>213.55</c:v>
                </c:pt>
                <c:pt idx="2337">
                  <c:v>214.14999999999998</c:v>
                </c:pt>
                <c:pt idx="2338">
                  <c:v>213.45999999999998</c:v>
                </c:pt>
                <c:pt idx="2339">
                  <c:v>213.68</c:v>
                </c:pt>
                <c:pt idx="2340">
                  <c:v>214.66000000000003</c:v>
                </c:pt>
                <c:pt idx="2341">
                  <c:v>214.44</c:v>
                </c:pt>
                <c:pt idx="2342">
                  <c:v>214.27</c:v>
                </c:pt>
                <c:pt idx="2343">
                  <c:v>214.03</c:v>
                </c:pt>
                <c:pt idx="2344">
                  <c:v>213.64</c:v>
                </c:pt>
                <c:pt idx="2345">
                  <c:v>213.99</c:v>
                </c:pt>
                <c:pt idx="2346">
                  <c:v>214.39999999999998</c:v>
                </c:pt>
                <c:pt idx="2347">
                  <c:v>214.10000000000002</c:v>
                </c:pt>
                <c:pt idx="2348">
                  <c:v>213.63</c:v>
                </c:pt>
                <c:pt idx="2349">
                  <c:v>214.22</c:v>
                </c:pt>
                <c:pt idx="2350">
                  <c:v>213.91000000000003</c:v>
                </c:pt>
                <c:pt idx="2351">
                  <c:v>214.24</c:v>
                </c:pt>
                <c:pt idx="2352">
                  <c:v>214.39</c:v>
                </c:pt>
                <c:pt idx="2353">
                  <c:v>214.42000000000002</c:v>
                </c:pt>
                <c:pt idx="2354">
                  <c:v>214.51</c:v>
                </c:pt>
                <c:pt idx="2355">
                  <c:v>214.48000000000002</c:v>
                </c:pt>
                <c:pt idx="2356">
                  <c:v>214.65</c:v>
                </c:pt>
                <c:pt idx="2357">
                  <c:v>214.75</c:v>
                </c:pt>
                <c:pt idx="2358">
                  <c:v>214.5</c:v>
                </c:pt>
                <c:pt idx="2359">
                  <c:v>214.31</c:v>
                </c:pt>
                <c:pt idx="2360">
                  <c:v>214.88</c:v>
                </c:pt>
                <c:pt idx="2361">
                  <c:v>214.96</c:v>
                </c:pt>
                <c:pt idx="2362">
                  <c:v>214.81</c:v>
                </c:pt>
                <c:pt idx="2363">
                  <c:v>214.57</c:v>
                </c:pt>
                <c:pt idx="2364">
                  <c:v>214.61</c:v>
                </c:pt>
                <c:pt idx="2365">
                  <c:v>214.55</c:v>
                </c:pt>
                <c:pt idx="2366">
                  <c:v>214.98000000000002</c:v>
                </c:pt>
                <c:pt idx="2367">
                  <c:v>214.7</c:v>
                </c:pt>
                <c:pt idx="2368">
                  <c:v>214.63</c:v>
                </c:pt>
                <c:pt idx="2369">
                  <c:v>214.97</c:v>
                </c:pt>
                <c:pt idx="2370">
                  <c:v>215.16</c:v>
                </c:pt>
                <c:pt idx="2371">
                  <c:v>215.38</c:v>
                </c:pt>
                <c:pt idx="2372">
                  <c:v>215.15</c:v>
                </c:pt>
                <c:pt idx="2373">
                  <c:v>215.53</c:v>
                </c:pt>
                <c:pt idx="2374">
                  <c:v>215.59</c:v>
                </c:pt>
                <c:pt idx="2375">
                  <c:v>215.67000000000002</c:v>
                </c:pt>
                <c:pt idx="2376">
                  <c:v>215.32999999999998</c:v>
                </c:pt>
                <c:pt idx="2377">
                  <c:v>215.42000000000002</c:v>
                </c:pt>
                <c:pt idx="2378">
                  <c:v>215.19</c:v>
                </c:pt>
                <c:pt idx="2379">
                  <c:v>215.51</c:v>
                </c:pt>
                <c:pt idx="2380">
                  <c:v>215.72</c:v>
                </c:pt>
                <c:pt idx="2381">
                  <c:v>215.48000000000002</c:v>
                </c:pt>
                <c:pt idx="2382">
                  <c:v>215.41</c:v>
                </c:pt>
                <c:pt idx="2383">
                  <c:v>215.79</c:v>
                </c:pt>
                <c:pt idx="2384">
                  <c:v>215.2</c:v>
                </c:pt>
                <c:pt idx="2385">
                  <c:v>215.42000000000002</c:v>
                </c:pt>
                <c:pt idx="2386">
                  <c:v>215.53</c:v>
                </c:pt>
                <c:pt idx="2387">
                  <c:v>216.09</c:v>
                </c:pt>
                <c:pt idx="2388">
                  <c:v>216.09</c:v>
                </c:pt>
                <c:pt idx="2389">
                  <c:v>215.81</c:v>
                </c:pt>
                <c:pt idx="2390">
                  <c:v>215.61</c:v>
                </c:pt>
                <c:pt idx="2391">
                  <c:v>216.20999999999998</c:v>
                </c:pt>
                <c:pt idx="2392">
                  <c:v>216.2</c:v>
                </c:pt>
                <c:pt idx="2393">
                  <c:v>215.67000000000002</c:v>
                </c:pt>
                <c:pt idx="2394">
                  <c:v>215.7</c:v>
                </c:pt>
                <c:pt idx="2395">
                  <c:v>215.18</c:v>
                </c:pt>
                <c:pt idx="2396">
                  <c:v>215.39</c:v>
                </c:pt>
                <c:pt idx="2397">
                  <c:v>216.13</c:v>
                </c:pt>
                <c:pt idx="2398">
                  <c:v>216.11</c:v>
                </c:pt>
                <c:pt idx="2399">
                  <c:v>216.05</c:v>
                </c:pt>
                <c:pt idx="2400">
                  <c:v>216.63</c:v>
                </c:pt>
                <c:pt idx="2401">
                  <c:v>216.51999999999998</c:v>
                </c:pt>
                <c:pt idx="2402">
                  <c:v>215.51999999999998</c:v>
                </c:pt>
                <c:pt idx="2403">
                  <c:v>216.07</c:v>
                </c:pt>
                <c:pt idx="2404">
                  <c:v>215.73</c:v>
                </c:pt>
                <c:pt idx="2405">
                  <c:v>216.31</c:v>
                </c:pt>
                <c:pt idx="2406">
                  <c:v>215.6</c:v>
                </c:pt>
                <c:pt idx="2407">
                  <c:v>216.22</c:v>
                </c:pt>
                <c:pt idx="2408">
                  <c:v>216.31</c:v>
                </c:pt>
                <c:pt idx="2409">
                  <c:v>215.74</c:v>
                </c:pt>
                <c:pt idx="2410">
                  <c:v>215.87</c:v>
                </c:pt>
                <c:pt idx="2411">
                  <c:v>216.07999999999998</c:v>
                </c:pt>
                <c:pt idx="2412">
                  <c:v>215.92000000000002</c:v>
                </c:pt>
                <c:pt idx="2413">
                  <c:v>216.26</c:v>
                </c:pt>
                <c:pt idx="2414">
                  <c:v>217.29</c:v>
                </c:pt>
                <c:pt idx="2415">
                  <c:v>217.48</c:v>
                </c:pt>
                <c:pt idx="2416">
                  <c:v>216.39999999999998</c:v>
                </c:pt>
                <c:pt idx="2417">
                  <c:v>215.92000000000002</c:v>
                </c:pt>
                <c:pt idx="2418">
                  <c:v>216.04</c:v>
                </c:pt>
                <c:pt idx="2419">
                  <c:v>216.04</c:v>
                </c:pt>
                <c:pt idx="2420">
                  <c:v>216.3</c:v>
                </c:pt>
                <c:pt idx="2421">
                  <c:v>216.2</c:v>
                </c:pt>
                <c:pt idx="2422">
                  <c:v>215.88</c:v>
                </c:pt>
                <c:pt idx="2423">
                  <c:v>216.24</c:v>
                </c:pt>
                <c:pt idx="2424">
                  <c:v>216.29</c:v>
                </c:pt>
                <c:pt idx="2425">
                  <c:v>216.32</c:v>
                </c:pt>
                <c:pt idx="2426">
                  <c:v>215.81</c:v>
                </c:pt>
                <c:pt idx="2427">
                  <c:v>216.42000000000002</c:v>
                </c:pt>
                <c:pt idx="2428">
                  <c:v>216.5</c:v>
                </c:pt>
                <c:pt idx="2429">
                  <c:v>216.07999999999998</c:v>
                </c:pt>
                <c:pt idx="2430">
                  <c:v>216.54</c:v>
                </c:pt>
                <c:pt idx="2431">
                  <c:v>216.7</c:v>
                </c:pt>
                <c:pt idx="2432">
                  <c:v>216.42</c:v>
                </c:pt>
                <c:pt idx="2433">
                  <c:v>216.24</c:v>
                </c:pt>
                <c:pt idx="2434">
                  <c:v>216.74</c:v>
                </c:pt>
                <c:pt idx="2435">
                  <c:v>216.17000000000002</c:v>
                </c:pt>
                <c:pt idx="2436">
                  <c:v>216.2</c:v>
                </c:pt>
                <c:pt idx="2437">
                  <c:v>216.04</c:v>
                </c:pt>
                <c:pt idx="2438">
                  <c:v>216.16</c:v>
                </c:pt>
                <c:pt idx="2439">
                  <c:v>216.32</c:v>
                </c:pt>
                <c:pt idx="2440">
                  <c:v>216.14999999999998</c:v>
                </c:pt>
                <c:pt idx="2441">
                  <c:v>216.66000000000003</c:v>
                </c:pt>
                <c:pt idx="2442">
                  <c:v>216.99</c:v>
                </c:pt>
                <c:pt idx="2443">
                  <c:v>215.85</c:v>
                </c:pt>
                <c:pt idx="2444">
                  <c:v>216.14</c:v>
                </c:pt>
                <c:pt idx="2445">
                  <c:v>215.67000000000002</c:v>
                </c:pt>
                <c:pt idx="2446">
                  <c:v>216.47</c:v>
                </c:pt>
                <c:pt idx="2447">
                  <c:v>216.12</c:v>
                </c:pt>
                <c:pt idx="2448">
                  <c:v>216.63</c:v>
                </c:pt>
                <c:pt idx="2449">
                  <c:v>215.95999999999998</c:v>
                </c:pt>
                <c:pt idx="2450">
                  <c:v>216.16</c:v>
                </c:pt>
                <c:pt idx="2451">
                  <c:v>215.6</c:v>
                </c:pt>
                <c:pt idx="2452">
                  <c:v>216.73000000000002</c:v>
                </c:pt>
                <c:pt idx="2453">
                  <c:v>216.20999999999998</c:v>
                </c:pt>
                <c:pt idx="2454">
                  <c:v>215.75</c:v>
                </c:pt>
                <c:pt idx="2455">
                  <c:v>215.82999999999998</c:v>
                </c:pt>
                <c:pt idx="2456">
                  <c:v>215.94</c:v>
                </c:pt>
                <c:pt idx="2457">
                  <c:v>215.9</c:v>
                </c:pt>
                <c:pt idx="2458">
                  <c:v>216.02</c:v>
                </c:pt>
                <c:pt idx="2459">
                  <c:v>216.28</c:v>
                </c:pt>
                <c:pt idx="2460">
                  <c:v>216.22</c:v>
                </c:pt>
                <c:pt idx="2461">
                  <c:v>216.34</c:v>
                </c:pt>
                <c:pt idx="2462">
                  <c:v>215.89999999999998</c:v>
                </c:pt>
                <c:pt idx="2463">
                  <c:v>215.53</c:v>
                </c:pt>
                <c:pt idx="2464">
                  <c:v>215.82999999999998</c:v>
                </c:pt>
                <c:pt idx="2465">
                  <c:v>216.16</c:v>
                </c:pt>
                <c:pt idx="2466">
                  <c:v>215.98</c:v>
                </c:pt>
                <c:pt idx="2467">
                  <c:v>216.37</c:v>
                </c:pt>
                <c:pt idx="2468">
                  <c:v>216.60000000000002</c:v>
                </c:pt>
                <c:pt idx="2469">
                  <c:v>216.54</c:v>
                </c:pt>
                <c:pt idx="2470">
                  <c:v>216.56</c:v>
                </c:pt>
                <c:pt idx="2471">
                  <c:v>215.97</c:v>
                </c:pt>
                <c:pt idx="2472">
                  <c:v>215.92000000000002</c:v>
                </c:pt>
                <c:pt idx="2473">
                  <c:v>216.63</c:v>
                </c:pt>
                <c:pt idx="2474">
                  <c:v>216.54</c:v>
                </c:pt>
                <c:pt idx="2475">
                  <c:v>216.26</c:v>
                </c:pt>
                <c:pt idx="2476">
                  <c:v>215.92000000000002</c:v>
                </c:pt>
                <c:pt idx="2477">
                  <c:v>216.32</c:v>
                </c:pt>
                <c:pt idx="2478">
                  <c:v>216.14</c:v>
                </c:pt>
                <c:pt idx="2479">
                  <c:v>216.64</c:v>
                </c:pt>
                <c:pt idx="2480">
                  <c:v>216.57</c:v>
                </c:pt>
                <c:pt idx="2481">
                  <c:v>216.2</c:v>
                </c:pt>
                <c:pt idx="2482">
                  <c:v>215.93</c:v>
                </c:pt>
                <c:pt idx="2483">
                  <c:v>216.13</c:v>
                </c:pt>
                <c:pt idx="2484">
                  <c:v>216.49</c:v>
                </c:pt>
                <c:pt idx="2485">
                  <c:v>216.16</c:v>
                </c:pt>
                <c:pt idx="2486">
                  <c:v>216.23</c:v>
                </c:pt>
                <c:pt idx="2487">
                  <c:v>216.20999999999998</c:v>
                </c:pt>
                <c:pt idx="2488">
                  <c:v>216.42000000000002</c:v>
                </c:pt>
                <c:pt idx="2489">
                  <c:v>216.36</c:v>
                </c:pt>
                <c:pt idx="2490">
                  <c:v>216.41</c:v>
                </c:pt>
                <c:pt idx="2491">
                  <c:v>217.04</c:v>
                </c:pt>
                <c:pt idx="2492">
                  <c:v>215.82</c:v>
                </c:pt>
                <c:pt idx="2493">
                  <c:v>216.13</c:v>
                </c:pt>
                <c:pt idx="2494">
                  <c:v>216.1</c:v>
                </c:pt>
                <c:pt idx="2495">
                  <c:v>216.16</c:v>
                </c:pt>
                <c:pt idx="2496">
                  <c:v>215.88</c:v>
                </c:pt>
                <c:pt idx="2497">
                  <c:v>215.45</c:v>
                </c:pt>
                <c:pt idx="2498">
                  <c:v>215.76</c:v>
                </c:pt>
                <c:pt idx="2499">
                  <c:v>216.1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A3AB-1043-9B0C-B96A5A32F3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34203583"/>
        <c:axId val="434202143"/>
      </c:scatterChart>
      <c:valAx>
        <c:axId val="434203583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Time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4202143"/>
        <c:crosses val="autoZero"/>
        <c:crossBetween val="midCat"/>
      </c:valAx>
      <c:valAx>
        <c:axId val="434202143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Vertical Force (N)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420358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C79E8C-3236-4CFA-A0D5-4C7F41CA38DD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28A05E9-CFB2-42B9-A112-C9CBFB2A91BB}">
      <dgm:prSet/>
      <dgm:spPr/>
      <dgm:t>
        <a:bodyPr/>
        <a:lstStyle/>
        <a:p>
          <a:pPr>
            <a:defRPr cap="all"/>
          </a:pPr>
          <a:r>
            <a:rPr lang="en-GB" dirty="0"/>
            <a:t>Kinematics</a:t>
          </a:r>
          <a:endParaRPr lang="en-US" dirty="0"/>
        </a:p>
      </dgm:t>
    </dgm:pt>
    <dgm:pt modelId="{9729D123-3EBD-4DE1-9FD5-7EF71BEEC02F}" type="parTrans" cxnId="{4648B822-3B4E-4160-9DCE-5BEBCC4ED7B1}">
      <dgm:prSet/>
      <dgm:spPr/>
      <dgm:t>
        <a:bodyPr/>
        <a:lstStyle/>
        <a:p>
          <a:endParaRPr lang="en-US"/>
        </a:p>
      </dgm:t>
    </dgm:pt>
    <dgm:pt modelId="{136604C5-B82D-4605-887B-061D7053C746}" type="sibTrans" cxnId="{4648B822-3B4E-4160-9DCE-5BEBCC4ED7B1}">
      <dgm:prSet/>
      <dgm:spPr/>
      <dgm:t>
        <a:bodyPr/>
        <a:lstStyle/>
        <a:p>
          <a:endParaRPr lang="en-US"/>
        </a:p>
      </dgm:t>
    </dgm:pt>
    <dgm:pt modelId="{66C7C475-CE44-40B8-BB04-4B984E613509}">
      <dgm:prSet/>
      <dgm:spPr/>
      <dgm:t>
        <a:bodyPr/>
        <a:lstStyle/>
        <a:p>
          <a:pPr>
            <a:defRPr cap="all"/>
          </a:pPr>
          <a:r>
            <a:rPr lang="en-GB"/>
            <a:t>Model as Projectile</a:t>
          </a:r>
          <a:endParaRPr lang="en-US"/>
        </a:p>
      </dgm:t>
    </dgm:pt>
    <dgm:pt modelId="{E29AB40A-8842-4F85-9BC7-6501C4D5308D}" type="parTrans" cxnId="{5F84A6D7-62CD-4B88-ABAF-5A5E8BDB0D29}">
      <dgm:prSet/>
      <dgm:spPr/>
      <dgm:t>
        <a:bodyPr/>
        <a:lstStyle/>
        <a:p>
          <a:endParaRPr lang="en-US"/>
        </a:p>
      </dgm:t>
    </dgm:pt>
    <dgm:pt modelId="{A0403B02-E4E0-418F-9FF5-0071E080CDB9}" type="sibTrans" cxnId="{5F84A6D7-62CD-4B88-ABAF-5A5E8BDB0D29}">
      <dgm:prSet/>
      <dgm:spPr/>
      <dgm:t>
        <a:bodyPr/>
        <a:lstStyle/>
        <a:p>
          <a:endParaRPr lang="en-US"/>
        </a:p>
      </dgm:t>
    </dgm:pt>
    <dgm:pt modelId="{CBA56E67-841F-4BC0-A031-95168642682B}">
      <dgm:prSet/>
      <dgm:spPr/>
      <dgm:t>
        <a:bodyPr/>
        <a:lstStyle/>
        <a:p>
          <a:pPr>
            <a:defRPr cap="all"/>
          </a:pPr>
          <a:r>
            <a:rPr lang="en-GB"/>
            <a:t>Conservation of Energy</a:t>
          </a:r>
          <a:endParaRPr lang="en-US"/>
        </a:p>
      </dgm:t>
    </dgm:pt>
    <dgm:pt modelId="{357D942D-642C-424E-A652-EAF03AA9C3C2}" type="parTrans" cxnId="{0FEAC96D-2816-4811-B5A4-1C9259588E8A}">
      <dgm:prSet/>
      <dgm:spPr/>
      <dgm:t>
        <a:bodyPr/>
        <a:lstStyle/>
        <a:p>
          <a:endParaRPr lang="en-US"/>
        </a:p>
      </dgm:t>
    </dgm:pt>
    <dgm:pt modelId="{E2577D23-CDEA-4048-844D-B0C5AB2601B8}" type="sibTrans" cxnId="{0FEAC96D-2816-4811-B5A4-1C9259588E8A}">
      <dgm:prSet/>
      <dgm:spPr/>
      <dgm:t>
        <a:bodyPr/>
        <a:lstStyle/>
        <a:p>
          <a:endParaRPr lang="en-US"/>
        </a:p>
      </dgm:t>
    </dgm:pt>
    <dgm:pt modelId="{8D0B6BDB-9C55-419E-9A29-397E742E3E67}" type="pres">
      <dgm:prSet presAssocID="{7CC79E8C-3236-4CFA-A0D5-4C7F41CA38DD}" presName="root" presStyleCnt="0">
        <dgm:presLayoutVars>
          <dgm:dir/>
          <dgm:resizeHandles val="exact"/>
        </dgm:presLayoutVars>
      </dgm:prSet>
      <dgm:spPr/>
    </dgm:pt>
    <dgm:pt modelId="{F968A0FE-8F01-4115-88E2-64BEB054BE62}" type="pres">
      <dgm:prSet presAssocID="{228A05E9-CFB2-42B9-A112-C9CBFB2A91BB}" presName="compNode" presStyleCnt="0"/>
      <dgm:spPr/>
    </dgm:pt>
    <dgm:pt modelId="{DEB180ED-B419-47C9-9149-60211176E39F}" type="pres">
      <dgm:prSet presAssocID="{228A05E9-CFB2-42B9-A112-C9CBFB2A91BB}" presName="iconBgRect" presStyleLbl="bgShp" presStyleIdx="0" presStyleCnt="3"/>
      <dgm:spPr/>
    </dgm:pt>
    <dgm:pt modelId="{A9BF89C4-C041-45D6-AFB9-718FB4A958A1}" type="pres">
      <dgm:prSet presAssocID="{228A05E9-CFB2-42B9-A112-C9CBFB2A91B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keleton"/>
        </a:ext>
      </dgm:extLst>
    </dgm:pt>
    <dgm:pt modelId="{A6CA872E-471B-41FE-B77E-697558A559FA}" type="pres">
      <dgm:prSet presAssocID="{228A05E9-CFB2-42B9-A112-C9CBFB2A91BB}" presName="spaceRect" presStyleCnt="0"/>
      <dgm:spPr/>
    </dgm:pt>
    <dgm:pt modelId="{B0435349-6FEE-44A3-B2A2-2706634360CC}" type="pres">
      <dgm:prSet presAssocID="{228A05E9-CFB2-42B9-A112-C9CBFB2A91BB}" presName="textRect" presStyleLbl="revTx" presStyleIdx="0" presStyleCnt="3">
        <dgm:presLayoutVars>
          <dgm:chMax val="1"/>
          <dgm:chPref val="1"/>
        </dgm:presLayoutVars>
      </dgm:prSet>
      <dgm:spPr/>
    </dgm:pt>
    <dgm:pt modelId="{F8D940DD-8F17-4851-AFC7-FA05F20F1CDE}" type="pres">
      <dgm:prSet presAssocID="{136604C5-B82D-4605-887B-061D7053C746}" presName="sibTrans" presStyleCnt="0"/>
      <dgm:spPr/>
    </dgm:pt>
    <dgm:pt modelId="{A29E3AE3-2EE4-40A5-9C45-127065406045}" type="pres">
      <dgm:prSet presAssocID="{66C7C475-CE44-40B8-BB04-4B984E613509}" presName="compNode" presStyleCnt="0"/>
      <dgm:spPr/>
    </dgm:pt>
    <dgm:pt modelId="{A966BEAD-9D55-46A5-A54A-527BC8B45FC9}" type="pres">
      <dgm:prSet presAssocID="{66C7C475-CE44-40B8-BB04-4B984E613509}" presName="iconBgRect" presStyleLbl="bgShp" presStyleIdx="1" presStyleCnt="3"/>
      <dgm:spPr/>
    </dgm:pt>
    <dgm:pt modelId="{2B4EE777-9FAB-4B47-95BB-95B51728726E}" type="pres">
      <dgm:prSet presAssocID="{66C7C475-CE44-40B8-BB04-4B984E61350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merang"/>
        </a:ext>
      </dgm:extLst>
    </dgm:pt>
    <dgm:pt modelId="{F24C5F8F-4278-4002-B6F9-021FE05ED9DC}" type="pres">
      <dgm:prSet presAssocID="{66C7C475-CE44-40B8-BB04-4B984E613509}" presName="spaceRect" presStyleCnt="0"/>
      <dgm:spPr/>
    </dgm:pt>
    <dgm:pt modelId="{C4BBC4D2-DF91-48AD-9F2D-4660F1EC5F5A}" type="pres">
      <dgm:prSet presAssocID="{66C7C475-CE44-40B8-BB04-4B984E613509}" presName="textRect" presStyleLbl="revTx" presStyleIdx="1" presStyleCnt="3">
        <dgm:presLayoutVars>
          <dgm:chMax val="1"/>
          <dgm:chPref val="1"/>
        </dgm:presLayoutVars>
      </dgm:prSet>
      <dgm:spPr/>
    </dgm:pt>
    <dgm:pt modelId="{120A6A6F-174F-46C5-9572-C4B5D3075F35}" type="pres">
      <dgm:prSet presAssocID="{A0403B02-E4E0-418F-9FF5-0071E080CDB9}" presName="sibTrans" presStyleCnt="0"/>
      <dgm:spPr/>
    </dgm:pt>
    <dgm:pt modelId="{7EBF9EFB-1E29-4C86-B536-6D2EAC8027E6}" type="pres">
      <dgm:prSet presAssocID="{CBA56E67-841F-4BC0-A031-95168642682B}" presName="compNode" presStyleCnt="0"/>
      <dgm:spPr/>
    </dgm:pt>
    <dgm:pt modelId="{0B9A2F3D-994B-4D0B-8AB5-8967376E90D1}" type="pres">
      <dgm:prSet presAssocID="{CBA56E67-841F-4BC0-A031-95168642682B}" presName="iconBgRect" presStyleLbl="bgShp" presStyleIdx="2" presStyleCnt="3"/>
      <dgm:spPr/>
    </dgm:pt>
    <dgm:pt modelId="{E46C867E-E638-43B5-A8B2-D7A9A6C26EC9}" type="pres">
      <dgm:prSet presAssocID="{CBA56E67-841F-4BC0-A031-95168642682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ton's Cradle"/>
        </a:ext>
      </dgm:extLst>
    </dgm:pt>
    <dgm:pt modelId="{78379F40-068D-46FA-BF11-6636C705CB44}" type="pres">
      <dgm:prSet presAssocID="{CBA56E67-841F-4BC0-A031-95168642682B}" presName="spaceRect" presStyleCnt="0"/>
      <dgm:spPr/>
    </dgm:pt>
    <dgm:pt modelId="{D93854F6-FDAC-4383-8BFF-6C4E01A1939A}" type="pres">
      <dgm:prSet presAssocID="{CBA56E67-841F-4BC0-A031-95168642682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999B609-75CC-43F8-B5A9-B63C190FDFD7}" type="presOf" srcId="{66C7C475-CE44-40B8-BB04-4B984E613509}" destId="{C4BBC4D2-DF91-48AD-9F2D-4660F1EC5F5A}" srcOrd="0" destOrd="0" presId="urn:microsoft.com/office/officeart/2018/5/layout/IconCircleLabelList"/>
    <dgm:cxn modelId="{D77E350F-F2D9-4356-BC08-3D3E0DF0E19E}" type="presOf" srcId="{228A05E9-CFB2-42B9-A112-C9CBFB2A91BB}" destId="{B0435349-6FEE-44A3-B2A2-2706634360CC}" srcOrd="0" destOrd="0" presId="urn:microsoft.com/office/officeart/2018/5/layout/IconCircleLabelList"/>
    <dgm:cxn modelId="{8C3A4F16-B247-4810-B41A-09B9ACBE230E}" type="presOf" srcId="{7CC79E8C-3236-4CFA-A0D5-4C7F41CA38DD}" destId="{8D0B6BDB-9C55-419E-9A29-397E742E3E67}" srcOrd="0" destOrd="0" presId="urn:microsoft.com/office/officeart/2018/5/layout/IconCircleLabelList"/>
    <dgm:cxn modelId="{4648B822-3B4E-4160-9DCE-5BEBCC4ED7B1}" srcId="{7CC79E8C-3236-4CFA-A0D5-4C7F41CA38DD}" destId="{228A05E9-CFB2-42B9-A112-C9CBFB2A91BB}" srcOrd="0" destOrd="0" parTransId="{9729D123-3EBD-4DE1-9FD5-7EF71BEEC02F}" sibTransId="{136604C5-B82D-4605-887B-061D7053C746}"/>
    <dgm:cxn modelId="{0FEAC96D-2816-4811-B5A4-1C9259588E8A}" srcId="{7CC79E8C-3236-4CFA-A0D5-4C7F41CA38DD}" destId="{CBA56E67-841F-4BC0-A031-95168642682B}" srcOrd="2" destOrd="0" parTransId="{357D942D-642C-424E-A652-EAF03AA9C3C2}" sibTransId="{E2577D23-CDEA-4048-844D-B0C5AB2601B8}"/>
    <dgm:cxn modelId="{5F84A6D7-62CD-4B88-ABAF-5A5E8BDB0D29}" srcId="{7CC79E8C-3236-4CFA-A0D5-4C7F41CA38DD}" destId="{66C7C475-CE44-40B8-BB04-4B984E613509}" srcOrd="1" destOrd="0" parTransId="{E29AB40A-8842-4F85-9BC7-6501C4D5308D}" sibTransId="{A0403B02-E4E0-418F-9FF5-0071E080CDB9}"/>
    <dgm:cxn modelId="{D0E515EF-E471-4200-96B9-BD5B73B32A6C}" type="presOf" srcId="{CBA56E67-841F-4BC0-A031-95168642682B}" destId="{D93854F6-FDAC-4383-8BFF-6C4E01A1939A}" srcOrd="0" destOrd="0" presId="urn:microsoft.com/office/officeart/2018/5/layout/IconCircleLabelList"/>
    <dgm:cxn modelId="{F724D0C3-CFBC-437E-9BBB-343B5218217E}" type="presParOf" srcId="{8D0B6BDB-9C55-419E-9A29-397E742E3E67}" destId="{F968A0FE-8F01-4115-88E2-64BEB054BE62}" srcOrd="0" destOrd="0" presId="urn:microsoft.com/office/officeart/2018/5/layout/IconCircleLabelList"/>
    <dgm:cxn modelId="{F97ADD93-6EF3-4527-88BD-EF6AB036F202}" type="presParOf" srcId="{F968A0FE-8F01-4115-88E2-64BEB054BE62}" destId="{DEB180ED-B419-47C9-9149-60211176E39F}" srcOrd="0" destOrd="0" presId="urn:microsoft.com/office/officeart/2018/5/layout/IconCircleLabelList"/>
    <dgm:cxn modelId="{36653F3B-54D5-4D43-83B6-DD87458E3005}" type="presParOf" srcId="{F968A0FE-8F01-4115-88E2-64BEB054BE62}" destId="{A9BF89C4-C041-45D6-AFB9-718FB4A958A1}" srcOrd="1" destOrd="0" presId="urn:microsoft.com/office/officeart/2018/5/layout/IconCircleLabelList"/>
    <dgm:cxn modelId="{6A39EE48-EA30-413F-8EC9-A43067AC7430}" type="presParOf" srcId="{F968A0FE-8F01-4115-88E2-64BEB054BE62}" destId="{A6CA872E-471B-41FE-B77E-697558A559FA}" srcOrd="2" destOrd="0" presId="urn:microsoft.com/office/officeart/2018/5/layout/IconCircleLabelList"/>
    <dgm:cxn modelId="{B2BA5A98-62BB-4F76-99B6-556C25CBA4C1}" type="presParOf" srcId="{F968A0FE-8F01-4115-88E2-64BEB054BE62}" destId="{B0435349-6FEE-44A3-B2A2-2706634360CC}" srcOrd="3" destOrd="0" presId="urn:microsoft.com/office/officeart/2018/5/layout/IconCircleLabelList"/>
    <dgm:cxn modelId="{E7C0AB8D-DF48-474B-B889-4AADD852FD41}" type="presParOf" srcId="{8D0B6BDB-9C55-419E-9A29-397E742E3E67}" destId="{F8D940DD-8F17-4851-AFC7-FA05F20F1CDE}" srcOrd="1" destOrd="0" presId="urn:microsoft.com/office/officeart/2018/5/layout/IconCircleLabelList"/>
    <dgm:cxn modelId="{0E246FE7-2BE3-463C-954B-A911B6B82759}" type="presParOf" srcId="{8D0B6BDB-9C55-419E-9A29-397E742E3E67}" destId="{A29E3AE3-2EE4-40A5-9C45-127065406045}" srcOrd="2" destOrd="0" presId="urn:microsoft.com/office/officeart/2018/5/layout/IconCircleLabelList"/>
    <dgm:cxn modelId="{66D8C61B-80E6-4C3B-8D24-7121696C40F9}" type="presParOf" srcId="{A29E3AE3-2EE4-40A5-9C45-127065406045}" destId="{A966BEAD-9D55-46A5-A54A-527BC8B45FC9}" srcOrd="0" destOrd="0" presId="urn:microsoft.com/office/officeart/2018/5/layout/IconCircleLabelList"/>
    <dgm:cxn modelId="{0C6C4FAC-8C45-4B56-AD0F-5E1319F296BF}" type="presParOf" srcId="{A29E3AE3-2EE4-40A5-9C45-127065406045}" destId="{2B4EE777-9FAB-4B47-95BB-95B51728726E}" srcOrd="1" destOrd="0" presId="urn:microsoft.com/office/officeart/2018/5/layout/IconCircleLabelList"/>
    <dgm:cxn modelId="{37D12A27-48CA-491F-8FEB-A8DD227218FE}" type="presParOf" srcId="{A29E3AE3-2EE4-40A5-9C45-127065406045}" destId="{F24C5F8F-4278-4002-B6F9-021FE05ED9DC}" srcOrd="2" destOrd="0" presId="urn:microsoft.com/office/officeart/2018/5/layout/IconCircleLabelList"/>
    <dgm:cxn modelId="{2BBA8B16-C76E-4952-91BF-AB83B4F73150}" type="presParOf" srcId="{A29E3AE3-2EE4-40A5-9C45-127065406045}" destId="{C4BBC4D2-DF91-48AD-9F2D-4660F1EC5F5A}" srcOrd="3" destOrd="0" presId="urn:microsoft.com/office/officeart/2018/5/layout/IconCircleLabelList"/>
    <dgm:cxn modelId="{8E9E936E-0789-4CD0-A869-6B83878B7A54}" type="presParOf" srcId="{8D0B6BDB-9C55-419E-9A29-397E742E3E67}" destId="{120A6A6F-174F-46C5-9572-C4B5D3075F35}" srcOrd="3" destOrd="0" presId="urn:microsoft.com/office/officeart/2018/5/layout/IconCircleLabelList"/>
    <dgm:cxn modelId="{C2B50D7D-0251-4689-ABD5-942C3B3D773F}" type="presParOf" srcId="{8D0B6BDB-9C55-419E-9A29-397E742E3E67}" destId="{7EBF9EFB-1E29-4C86-B536-6D2EAC8027E6}" srcOrd="4" destOrd="0" presId="urn:microsoft.com/office/officeart/2018/5/layout/IconCircleLabelList"/>
    <dgm:cxn modelId="{225DF252-CE82-499D-BD5D-01310DC16E01}" type="presParOf" srcId="{7EBF9EFB-1E29-4C86-B536-6D2EAC8027E6}" destId="{0B9A2F3D-994B-4D0B-8AB5-8967376E90D1}" srcOrd="0" destOrd="0" presId="urn:microsoft.com/office/officeart/2018/5/layout/IconCircleLabelList"/>
    <dgm:cxn modelId="{F894AFEB-5D09-4D42-A9F5-6CC8D908F86D}" type="presParOf" srcId="{7EBF9EFB-1E29-4C86-B536-6D2EAC8027E6}" destId="{E46C867E-E638-43B5-A8B2-D7A9A6C26EC9}" srcOrd="1" destOrd="0" presId="urn:microsoft.com/office/officeart/2018/5/layout/IconCircleLabelList"/>
    <dgm:cxn modelId="{97A25EB1-3AFD-462D-A21B-5ECFE2C2DE81}" type="presParOf" srcId="{7EBF9EFB-1E29-4C86-B536-6D2EAC8027E6}" destId="{78379F40-068D-46FA-BF11-6636C705CB44}" srcOrd="2" destOrd="0" presId="urn:microsoft.com/office/officeart/2018/5/layout/IconCircleLabelList"/>
    <dgm:cxn modelId="{32EEC1BB-523C-44D4-9866-40DBE4A46177}" type="presParOf" srcId="{7EBF9EFB-1E29-4C86-B536-6D2EAC8027E6}" destId="{D93854F6-FDAC-4383-8BFF-6C4E01A1939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180ED-B419-47C9-9149-60211176E39F}">
      <dsp:nvSpPr>
        <dsp:cNvPr id="0" name=""/>
        <dsp:cNvSpPr/>
      </dsp:nvSpPr>
      <dsp:spPr>
        <a:xfrm>
          <a:off x="494099" y="1345320"/>
          <a:ext cx="1303875" cy="130387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BF89C4-C041-45D6-AFB9-718FB4A958A1}">
      <dsp:nvSpPr>
        <dsp:cNvPr id="0" name=""/>
        <dsp:cNvSpPr/>
      </dsp:nvSpPr>
      <dsp:spPr>
        <a:xfrm>
          <a:off x="771974" y="1623195"/>
          <a:ext cx="748125" cy="748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435349-6FEE-44A3-B2A2-2706634360CC}">
      <dsp:nvSpPr>
        <dsp:cNvPr id="0" name=""/>
        <dsp:cNvSpPr/>
      </dsp:nvSpPr>
      <dsp:spPr>
        <a:xfrm>
          <a:off x="77287" y="3055320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300" kern="1200" dirty="0"/>
            <a:t>Kinematics</a:t>
          </a:r>
          <a:endParaRPr lang="en-US" sz="2300" kern="1200" dirty="0"/>
        </a:p>
      </dsp:txBody>
      <dsp:txXfrm>
        <a:off x="77287" y="3055320"/>
        <a:ext cx="2137500" cy="720000"/>
      </dsp:txXfrm>
    </dsp:sp>
    <dsp:sp modelId="{A966BEAD-9D55-46A5-A54A-527BC8B45FC9}">
      <dsp:nvSpPr>
        <dsp:cNvPr id="0" name=""/>
        <dsp:cNvSpPr/>
      </dsp:nvSpPr>
      <dsp:spPr>
        <a:xfrm>
          <a:off x="3005662" y="1345320"/>
          <a:ext cx="1303875" cy="130387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4EE777-9FAB-4B47-95BB-95B51728726E}">
      <dsp:nvSpPr>
        <dsp:cNvPr id="0" name=""/>
        <dsp:cNvSpPr/>
      </dsp:nvSpPr>
      <dsp:spPr>
        <a:xfrm>
          <a:off x="3283537" y="1623195"/>
          <a:ext cx="748125" cy="748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BBC4D2-DF91-48AD-9F2D-4660F1EC5F5A}">
      <dsp:nvSpPr>
        <dsp:cNvPr id="0" name=""/>
        <dsp:cNvSpPr/>
      </dsp:nvSpPr>
      <dsp:spPr>
        <a:xfrm>
          <a:off x="2588849" y="3055320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300" kern="1200"/>
            <a:t>Model as Projectile</a:t>
          </a:r>
          <a:endParaRPr lang="en-US" sz="2300" kern="1200"/>
        </a:p>
      </dsp:txBody>
      <dsp:txXfrm>
        <a:off x="2588849" y="3055320"/>
        <a:ext cx="2137500" cy="720000"/>
      </dsp:txXfrm>
    </dsp:sp>
    <dsp:sp modelId="{0B9A2F3D-994B-4D0B-8AB5-8967376E90D1}">
      <dsp:nvSpPr>
        <dsp:cNvPr id="0" name=""/>
        <dsp:cNvSpPr/>
      </dsp:nvSpPr>
      <dsp:spPr>
        <a:xfrm>
          <a:off x="5517225" y="1345320"/>
          <a:ext cx="1303875" cy="1303875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6C867E-E638-43B5-A8B2-D7A9A6C26EC9}">
      <dsp:nvSpPr>
        <dsp:cNvPr id="0" name=""/>
        <dsp:cNvSpPr/>
      </dsp:nvSpPr>
      <dsp:spPr>
        <a:xfrm>
          <a:off x="5795100" y="1623195"/>
          <a:ext cx="748125" cy="748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079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3854F6-FDAC-4383-8BFF-6C4E01A1939A}">
      <dsp:nvSpPr>
        <dsp:cNvPr id="0" name=""/>
        <dsp:cNvSpPr/>
      </dsp:nvSpPr>
      <dsp:spPr>
        <a:xfrm>
          <a:off x="5100412" y="3055320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300" kern="1200"/>
            <a:t>Conservation of Energy</a:t>
          </a:r>
          <a:endParaRPr lang="en-US" sz="2300" kern="1200"/>
        </a:p>
      </dsp:txBody>
      <dsp:txXfrm>
        <a:off x="5100412" y="3055320"/>
        <a:ext cx="2137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EE56C-3AB1-9A40-9017-64EC09F5F255}" type="datetimeFigureOut">
              <a:rPr lang="en-US" smtClean="0"/>
              <a:t>3/3/25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65CA5-2EEB-F345-ABBC-8F1BF6B75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578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65CA5-2EEB-F345-ABBC-8F1BF6B75E2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61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65CA5-2EEB-F345-ABBC-8F1BF6B75E2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37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65CA5-2EEB-F345-ABBC-8F1BF6B75E2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275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65CA5-2EEB-F345-ABBC-8F1BF6B75E2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919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65CA5-2EEB-F345-ABBC-8F1BF6B75E2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798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65CA5-2EEB-F345-ABBC-8F1BF6B75E2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27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GB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65CA5-2EEB-F345-ABBC-8F1BF6B75E2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8961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65CA5-2EEB-F345-ABBC-8F1BF6B75E2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1000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65CA5-2EEB-F345-ABBC-8F1BF6B75E2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873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65CA5-2EEB-F345-ABBC-8F1BF6B75E2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584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65CA5-2EEB-F345-ABBC-8F1BF6B75E2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3862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65CA5-2EEB-F345-ABBC-8F1BF6B75E2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0538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65CA5-2EEB-F345-ABBC-8F1BF6B75E2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853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65CA5-2EEB-F345-ABBC-8F1BF6B75E2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2319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65CA5-2EEB-F345-ABBC-8F1BF6B75E2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2817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Moving on 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65CA5-2EEB-F345-ABBC-8F1BF6B75E2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3305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65CA5-2EEB-F345-ABBC-8F1BF6B75E2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567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65CA5-2EEB-F345-ABBC-8F1BF6B75E2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3007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65CA5-2EEB-F345-ABBC-8F1BF6B75E2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360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en-GB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65CA5-2EEB-F345-ABBC-8F1BF6B75E2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41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80C37-F59A-486B-8D58-52AAD7148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9D278E-05C3-40DC-B2DE-66783FD0D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BFA98A-151B-4A12-839E-EB76FC093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8AC8-C101-4DD9-98D3-0D023DBDEB2D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22D25-EA6E-4E04-BBA9-C5F9499B7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83498-71CE-4A25-BBCF-65C5143E5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0E84-F968-4F9B-9BC4-66222301C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781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51807-0F61-4C19-84FB-36B86C212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E7A3C-7234-4AE7-AF56-38F38D21EF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0A9E6-9620-4F81-AEB4-4ED44C8A3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8AC8-C101-4DD9-98D3-0D023DBDEB2D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0C8F7-3DE3-4CBA-8B96-E07B9521B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2F77C-E10C-448F-9AF9-DBECBF5A0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0E84-F968-4F9B-9BC4-66222301C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240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FEA87-2890-4F2E-BBC1-2828103DF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D2DBB-8ACB-4787-B4E2-6CDBC0705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1D5EA-CF47-486E-838B-2CB124226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8AC8-C101-4DD9-98D3-0D023DBDEB2D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19F8D-BCCE-4DA4-A51B-74F52C19B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A5472-07FF-4C51-9605-A08B80793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0E84-F968-4F9B-9BC4-66222301C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124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4B602-44B9-4FA9-B545-CBB4B2EFB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504B8-4F7F-463E-A484-A8474F3170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ABB2BF-3E4E-46EC-B3A1-DEE6CA8CF6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8ABFD-E50E-4E4F-9DD1-B0D26230E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8AC8-C101-4DD9-98D3-0D023DBDEB2D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A3BA8-CFEE-4120-AD10-8F09B8903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DB957-6A3F-4874-9A81-A4433D238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0E84-F968-4F9B-9BC4-66222301C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806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A7217-23E8-4423-BC4B-465CE2160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E3D6A-0516-4453-B8EF-94869627B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9B342-FE2E-46D4-9D63-EF74047463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BF5585-ECF7-4544-9747-377887AD0F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149D1-64E8-4260-8922-25DE938D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E4D96F-698C-41F0-B693-86D0724EB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8AC8-C101-4DD9-98D3-0D023DBDEB2D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445BBC-3214-4203-A572-663461E25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498680-AE8A-4A38-B865-DC64B86CA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0E84-F968-4F9B-9BC4-66222301C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596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BAEE6-61B8-42EA-918E-B24666226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7668D9-7A66-4A86-94D0-679FAEA99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8AC8-C101-4DD9-98D3-0D023DBDEB2D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66EE9D-BBAC-4324-BDCC-3F4EB32B8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8DBB5-BD74-40D8-8FA1-3E1BC633B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0E84-F968-4F9B-9BC4-66222301C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7354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94800A-DD39-41E2-964A-E42EEBF80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8AC8-C101-4DD9-98D3-0D023DBDEB2D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5D05AC-DBF3-45D5-80CF-117427D1A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CC260-6C8F-42DF-B365-E777D96DB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0E84-F968-4F9B-9BC4-66222301C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2778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D62E9-4728-4C57-834C-0B07E950D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F113E-60D2-468A-B261-6BD7DEC77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94D52-DF72-4376-B86C-5B2E1D15B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C6C96-0E31-48CE-9AC8-C8914ABF0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8AC8-C101-4DD9-98D3-0D023DBDEB2D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C8FC47-5AB5-4FFF-86B3-7C274CC05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96AA2-5F3E-44C6-B6D8-CFBD8B3CB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0E84-F968-4F9B-9BC4-66222301C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5364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543C8-FC52-4DC1-B49A-EE5803A1A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522DE0-5041-4DCA-AABD-BB3B93DCC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C706F1-9679-4AE2-B846-03DD0D0E5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465AE-147F-4D96-BE01-3EB39FE91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8AC8-C101-4DD9-98D3-0D023DBDEB2D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E4AA9E-74AD-4D55-A409-AF2CBC24C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F98DF-03E0-4FA7-B6C4-E3A76D738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0E84-F968-4F9B-9BC4-66222301C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1474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9A0D6-128F-4561-9D50-45D64B4FE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2BC225-87DC-4272-B020-F1BBED54F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2329B-0551-4D35-A56A-B56069891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8AC8-C101-4DD9-98D3-0D023DBDEB2D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3CAD6-12D1-4DA1-9C19-B40C1C6EE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28345-78F5-4D72-8722-3F14CC69E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0E84-F968-4F9B-9BC4-66222301C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7187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699536-8344-498C-A1E3-6B11835CC1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55B720-79D9-4743-BA8D-D9E279873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4F78A-402E-458C-9BB4-AD33D2741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F8AC8-C101-4DD9-98D3-0D023DBDEB2D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36077-13E8-4EAF-AF45-53D503218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21008-4668-4709-AB51-AC32A5AA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40E84-F968-4F9B-9BC4-66222301C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93212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 Brayne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372B-7A70-4720-BE76-74D1F89F8279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DF6B55FE-72E4-481F-BFAE-3B5E65648B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4061" y="100667"/>
            <a:ext cx="1548882" cy="65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9517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rse Stru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004260"/>
            <a:ext cx="9141619" cy="109173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5004262"/>
            <a:ext cx="2925318" cy="109173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1535" y="5218451"/>
            <a:ext cx="7315200" cy="663355"/>
          </a:xfrm>
        </p:spPr>
        <p:txBody>
          <a:bodyPr anchor="b">
            <a:noAutofit/>
          </a:bodyPr>
          <a:lstStyle>
            <a:lvl1pPr algn="l">
              <a:defRPr sz="36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 Brayne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372B-7A70-4720-BE76-74D1F89F8279}" type="slidenum">
              <a:rPr lang="en-GB" smtClean="0"/>
              <a:t>‹#›</a:t>
            </a:fld>
            <a:endParaRPr lang="en-GB"/>
          </a:p>
        </p:txBody>
      </p: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A2A5A9B7-97C2-4F08-ADD0-7F14F98A104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4061" y="100667"/>
            <a:ext cx="1548882" cy="65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9538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 Brayne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372B-7A70-4720-BE76-74D1F89F82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9919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144158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2696546"/>
            <a:ext cx="2834640" cy="3119619"/>
          </a:xfrm>
        </p:spPr>
        <p:txBody>
          <a:bodyPr anchor="t">
            <a:normAutofit/>
          </a:bodyPr>
          <a:lstStyle>
            <a:lvl1pPr marL="285750" indent="-285750">
              <a:lnSpc>
                <a:spcPct val="100000"/>
              </a:lnSpc>
              <a:buClr>
                <a:schemeClr val="bg1"/>
              </a:buClr>
              <a:buFont typeface="Arial" panose="020B0604020202020204" pitchFamily="34" charset="0"/>
              <a:buChar char="•"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 Brayne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372B-7A70-4720-BE76-74D1F89F82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52235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48826" y="6356350"/>
            <a:ext cx="5911517" cy="365125"/>
          </a:xfrm>
        </p:spPr>
        <p:txBody>
          <a:bodyPr/>
          <a:lstStyle/>
          <a:p>
            <a:r>
              <a:rPr lang="en-GB" dirty="0"/>
              <a:t>L Brayne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372B-7A70-4720-BE76-74D1F89F8279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2D1CFD-1536-4B99-B01D-3D66F174E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6610B7A-DF98-4291-89CE-C177B6EC6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55248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 Brayne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372B-7A70-4720-BE76-74D1F89F82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25188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 Brayne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372B-7A70-4720-BE76-74D1F89F8279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8DA7420-C927-4CFE-8A79-75677CB46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1500A6F-F335-4EC7-9B29-A22764D48B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229501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 Brayne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372B-7A70-4720-BE76-74D1F89F82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6093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 Brayne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372B-7A70-4720-BE76-74D1F89F82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43775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 Brayne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372B-7A70-4720-BE76-74D1F89F82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79903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 Brayne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372B-7A70-4720-BE76-74D1F89F82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45720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36293" y="6356350"/>
            <a:ext cx="6330448" cy="365125"/>
          </a:xfrm>
        </p:spPr>
        <p:txBody>
          <a:bodyPr/>
          <a:lstStyle/>
          <a:p>
            <a:r>
              <a:rPr lang="en-GB" dirty="0"/>
              <a:t>L Brayne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372B-7A70-4720-BE76-74D1F89F82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91053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 Brayne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372B-7A70-4720-BE76-74D1F89F82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8097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8D9F31-BE52-4809-8EF2-15534BAFC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B415C-12A4-4F91-A9D9-1B492DE37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7BC04-7F7E-47B1-94C1-6CFB58B651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9F8AC8-C101-4DD9-98D3-0D023DBDEB2D}" type="datetimeFigureOut">
              <a:rPr lang="en-GB" smtClean="0"/>
              <a:t>03/03/2025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69952-E21F-4B4E-B146-96CC4E4F28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66335-AEED-427D-BD2B-F11F82BF2B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40E84-F968-4F9B-9BC4-66222301CC8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8176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2919" y="6356350"/>
            <a:ext cx="63304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 dirty="0"/>
              <a:t>L Brayne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9560372B-7A70-4720-BE76-74D1F89F8279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B7D1A0B7-533F-498B-84B7-0ECAB3E38231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4061" y="100667"/>
            <a:ext cx="1548882" cy="65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982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u="none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8.xml"/><Relationship Id="rId1" Type="http://schemas.openxmlformats.org/officeDocument/2006/relationships/video" Target="https://www.youtube.com/embed/qN3apht8zRs?feature=oembed" TargetMode="External"/><Relationship Id="rId5" Type="http://schemas.openxmlformats.org/officeDocument/2006/relationships/hyperlink" Target="https://www.youtube.com/watch?v=qN3apht8zRs" TargetMode="Externa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8.png"/><Relationship Id="rId7" Type="http://schemas.openxmlformats.org/officeDocument/2006/relationships/image" Target="../media/image1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20.png"/><Relationship Id="rId7" Type="http://schemas.openxmlformats.org/officeDocument/2006/relationships/image" Target="../media/image1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14.png"/><Relationship Id="rId4" Type="http://schemas.openxmlformats.org/officeDocument/2006/relationships/image" Target="../media/image1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C93EC0-F2F3-4237-BDDF-52478BE0F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Estimating COM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193DA2-1202-4DB7-A58F-D3EC64A82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4496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C93EC0-F2F3-4237-BDDF-52478BE0F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7912" y="1298447"/>
            <a:ext cx="7315200" cy="4269595"/>
          </a:xfrm>
        </p:spPr>
        <p:txBody>
          <a:bodyPr>
            <a:normAutofit fontScale="90000"/>
          </a:bodyPr>
          <a:lstStyle/>
          <a:p>
            <a:r>
              <a:rPr lang="en-GB" sz="4400" dirty="0">
                <a:solidFill>
                  <a:schemeClr val="tx1"/>
                </a:solidFill>
                <a:effectLst/>
                <a:latin typeface="+mn-lt"/>
              </a:rPr>
              <a:t>Kinematic method</a:t>
            </a:r>
            <a:br>
              <a:rPr lang="en-GB" sz="4400" dirty="0">
                <a:solidFill>
                  <a:schemeClr val="tx1"/>
                </a:solidFill>
                <a:effectLst/>
                <a:latin typeface="+mn-lt"/>
              </a:rPr>
            </a:br>
            <a:br>
              <a:rPr lang="en-GB" sz="44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GB" sz="4400" dirty="0">
                <a:solidFill>
                  <a:schemeClr val="tx1"/>
                </a:solidFill>
                <a:effectLst/>
                <a:latin typeface="+mn-lt"/>
              </a:rPr>
              <a:t>Modelling the body as a projectile</a:t>
            </a:r>
            <a:br>
              <a:rPr lang="en-GB" sz="4400" dirty="0">
                <a:solidFill>
                  <a:schemeClr val="tx1"/>
                </a:solidFill>
                <a:effectLst/>
                <a:latin typeface="+mn-lt"/>
              </a:rPr>
            </a:br>
            <a:br>
              <a:rPr lang="en-GB" sz="4400" dirty="0">
                <a:solidFill>
                  <a:schemeClr val="tx1"/>
                </a:solidFill>
                <a:latin typeface="+mn-lt"/>
              </a:rPr>
            </a:br>
            <a:r>
              <a:rPr lang="en-GB" sz="4400" dirty="0">
                <a:solidFill>
                  <a:schemeClr val="tx1"/>
                </a:solidFill>
                <a:effectLst/>
                <a:latin typeface="+mn-lt"/>
              </a:rPr>
              <a:t>Conservation of energy</a:t>
            </a:r>
            <a:br>
              <a:rPr lang="en-GB" dirty="0">
                <a:effectLst/>
                <a:latin typeface="Helvetica" pitchFamily="2" charset="0"/>
              </a:rPr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8440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nline Media 6" title="Slow motion video of vertical jump with synchronized vertical force data.">
            <a:hlinkClick r:id="" action="ppaction://media"/>
            <a:extLst>
              <a:ext uri="{FF2B5EF4-FFF2-40B4-BE49-F238E27FC236}">
                <a16:creationId xmlns:a16="http://schemas.microsoft.com/office/drawing/2014/main" id="{964243AC-B40F-47AD-B03C-1FE301DDF640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2724150" y="762000"/>
            <a:ext cx="9469473" cy="532657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A6CBF2-44B1-4087-A814-003CA586C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prstClr val="black">
                    <a:lumMod val="50000"/>
                    <a:lumOff val="50000"/>
                  </a:prstClr>
                </a:solidFill>
                <a:latin typeface="Corbel" panose="020B0503020204020204"/>
              </a:rPr>
              <a:t>L Brayne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A286A-FAC5-46C8-A77A-B4D50A379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60372B-7A70-4720-BE76-74D1F89F827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571A7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571A7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904F001-7CC9-4D43-930E-4B199B5F3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Vertical Jump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5DD393-B509-4950-86C0-745633BAD34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D4169-CDB2-4862-8F99-9127905F264A}"/>
              </a:ext>
            </a:extLst>
          </p:cNvPr>
          <p:cNvSpPr txBox="1"/>
          <p:nvPr/>
        </p:nvSpPr>
        <p:spPr>
          <a:xfrm>
            <a:off x="5959479" y="6356350"/>
            <a:ext cx="1247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  <a:hlinkClick r:id="rId5"/>
              </a:rPr>
              <a:t>Video Link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2631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9D2E5A-DD87-9E20-96B4-2A4C147E4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 Brayne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57E536-2400-A49C-2610-0EB430B3A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372B-7A70-4720-BE76-74D1F89F8279}" type="slidenum">
              <a:rPr lang="en-GB" smtClean="0"/>
              <a:t>4</a:t>
            </a:fld>
            <a:endParaRPr lang="en-GB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1722F55-C3C4-50AF-4F98-38BE251C8D60}"/>
              </a:ext>
            </a:extLst>
          </p:cNvPr>
          <p:cNvSpPr txBox="1">
            <a:spLocks/>
          </p:cNvSpPr>
          <p:nvPr/>
        </p:nvSpPr>
        <p:spPr>
          <a:xfrm>
            <a:off x="313544" y="-2648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u="none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>
                <a:solidFill>
                  <a:schemeClr val="tx1"/>
                </a:solidFill>
              </a:rPr>
              <a:t>Phases of a CMJ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63AFDA-E10F-B20A-87D7-DA6000893CE1}"/>
              </a:ext>
            </a:extLst>
          </p:cNvPr>
          <p:cNvSpPr/>
          <p:nvPr/>
        </p:nvSpPr>
        <p:spPr>
          <a:xfrm>
            <a:off x="3386197" y="3143930"/>
            <a:ext cx="17585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21EC444-B4D4-F230-81B9-E563F682D8A0}"/>
              </a:ext>
            </a:extLst>
          </p:cNvPr>
          <p:cNvGraphicFramePr>
            <a:graphicFrameLocks/>
          </p:cNvGraphicFramePr>
          <p:nvPr/>
        </p:nvGraphicFramePr>
        <p:xfrm>
          <a:off x="734517" y="1071796"/>
          <a:ext cx="10867869" cy="5681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0F53F5E-1FA3-D6AF-080E-0C86AAF9CC90}"/>
              </a:ext>
            </a:extLst>
          </p:cNvPr>
          <p:cNvCxnSpPr/>
          <p:nvPr/>
        </p:nvCxnSpPr>
        <p:spPr>
          <a:xfrm>
            <a:off x="232157" y="4772443"/>
            <a:ext cx="11992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D6CD0B6-7E68-99E4-0D06-33DE5A46BA64}"/>
              </a:ext>
            </a:extLst>
          </p:cNvPr>
          <p:cNvSpPr txBox="1"/>
          <p:nvPr/>
        </p:nvSpPr>
        <p:spPr>
          <a:xfrm>
            <a:off x="313544" y="4505981"/>
            <a:ext cx="675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33A462-DB28-2C70-2010-94B06F30C34E}"/>
              </a:ext>
            </a:extLst>
          </p:cNvPr>
          <p:cNvSpPr txBox="1"/>
          <p:nvPr/>
        </p:nvSpPr>
        <p:spPr>
          <a:xfrm>
            <a:off x="1351645" y="1210760"/>
            <a:ext cx="38724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Weighing phase</a:t>
            </a:r>
          </a:p>
          <a:p>
            <a:r>
              <a:rPr lang="en-GB" sz="1200" dirty="0"/>
              <a:t>(silent/stance)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99316B-D772-7225-F9A7-D94BBE33AB2C}"/>
              </a:ext>
            </a:extLst>
          </p:cNvPr>
          <p:cNvCxnSpPr/>
          <p:nvPr/>
        </p:nvCxnSpPr>
        <p:spPr>
          <a:xfrm>
            <a:off x="4711190" y="993097"/>
            <a:ext cx="6724" cy="583866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7E48F6F-806A-6B41-1B98-22184CFC6471}"/>
              </a:ext>
            </a:extLst>
          </p:cNvPr>
          <p:cNvCxnSpPr/>
          <p:nvPr/>
        </p:nvCxnSpPr>
        <p:spPr>
          <a:xfrm>
            <a:off x="2465235" y="993097"/>
            <a:ext cx="6724" cy="583866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6CF007-2BAD-B95E-53E5-B75A93E11E1F}"/>
              </a:ext>
            </a:extLst>
          </p:cNvPr>
          <p:cNvCxnSpPr/>
          <p:nvPr/>
        </p:nvCxnSpPr>
        <p:spPr>
          <a:xfrm>
            <a:off x="5042979" y="993097"/>
            <a:ext cx="6724" cy="583866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1959A9-8D4C-F234-608A-697685CC692F}"/>
              </a:ext>
            </a:extLst>
          </p:cNvPr>
          <p:cNvCxnSpPr/>
          <p:nvPr/>
        </p:nvCxnSpPr>
        <p:spPr>
          <a:xfrm>
            <a:off x="5398505" y="993097"/>
            <a:ext cx="6724" cy="583866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9527C69-2A0E-CE7B-055B-D5185CD236A4}"/>
              </a:ext>
            </a:extLst>
          </p:cNvPr>
          <p:cNvSpPr txBox="1"/>
          <p:nvPr/>
        </p:nvSpPr>
        <p:spPr>
          <a:xfrm>
            <a:off x="3081029" y="1257391"/>
            <a:ext cx="10555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Unweighting</a:t>
            </a:r>
          </a:p>
          <a:p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111CF3-7E83-AB3D-0C4B-3DE2A75D2DBF}"/>
              </a:ext>
            </a:extLst>
          </p:cNvPr>
          <p:cNvSpPr txBox="1"/>
          <p:nvPr/>
        </p:nvSpPr>
        <p:spPr>
          <a:xfrm>
            <a:off x="4521906" y="580500"/>
            <a:ext cx="10555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Braking</a:t>
            </a:r>
          </a:p>
          <a:p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11CB0C-2871-8FCE-E19A-2778EC2C6C8B}"/>
              </a:ext>
            </a:extLst>
          </p:cNvPr>
          <p:cNvSpPr txBox="1"/>
          <p:nvPr/>
        </p:nvSpPr>
        <p:spPr>
          <a:xfrm>
            <a:off x="5112857" y="587280"/>
            <a:ext cx="10555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Propulsion</a:t>
            </a:r>
          </a:p>
          <a:p>
            <a:endParaRPr lang="en-GB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3A07F82-161C-CF8D-51BD-BA8AEC6DA07A}"/>
              </a:ext>
            </a:extLst>
          </p:cNvPr>
          <p:cNvCxnSpPr/>
          <p:nvPr/>
        </p:nvCxnSpPr>
        <p:spPr>
          <a:xfrm>
            <a:off x="6330970" y="993096"/>
            <a:ext cx="6724" cy="583866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40948C1-EA6E-BE6A-0D1C-18B8092697A8}"/>
              </a:ext>
            </a:extLst>
          </p:cNvPr>
          <p:cNvCxnSpPr/>
          <p:nvPr/>
        </p:nvCxnSpPr>
        <p:spPr>
          <a:xfrm>
            <a:off x="4829131" y="857499"/>
            <a:ext cx="36085" cy="261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4A11435-18C1-9D09-42DC-E0B69AFA1569}"/>
              </a:ext>
            </a:extLst>
          </p:cNvPr>
          <p:cNvCxnSpPr/>
          <p:nvPr/>
        </p:nvCxnSpPr>
        <p:spPr>
          <a:xfrm flipH="1">
            <a:off x="5224104" y="834068"/>
            <a:ext cx="232064" cy="273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6B85428-6212-F766-2B47-8D9A7DB4E621}"/>
              </a:ext>
            </a:extLst>
          </p:cNvPr>
          <p:cNvSpPr txBox="1"/>
          <p:nvPr/>
        </p:nvSpPr>
        <p:spPr>
          <a:xfrm>
            <a:off x="5376332" y="1442275"/>
            <a:ext cx="10555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Flight</a:t>
            </a:r>
          </a:p>
          <a:p>
            <a:endParaRPr lang="en-GB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70BC7A-8E44-48B5-7DB0-48CECC3C3526}"/>
              </a:ext>
            </a:extLst>
          </p:cNvPr>
          <p:cNvCxnSpPr/>
          <p:nvPr/>
        </p:nvCxnSpPr>
        <p:spPr>
          <a:xfrm>
            <a:off x="8670871" y="921145"/>
            <a:ext cx="6724" cy="583866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CF001FB4-6842-E835-DACD-02D0B18FB9FD}"/>
              </a:ext>
            </a:extLst>
          </p:cNvPr>
          <p:cNvSpPr txBox="1"/>
          <p:nvPr/>
        </p:nvSpPr>
        <p:spPr>
          <a:xfrm>
            <a:off x="7717446" y="1401614"/>
            <a:ext cx="10555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Landing</a:t>
            </a:r>
          </a:p>
          <a:p>
            <a:endParaRPr lang="en-GB" dirty="0"/>
          </a:p>
        </p:txBody>
      </p:sp>
      <p:sp>
        <p:nvSpPr>
          <p:cNvPr id="23" name="Explosion 1 22">
            <a:extLst>
              <a:ext uri="{FF2B5EF4-FFF2-40B4-BE49-F238E27FC236}">
                <a16:creationId xmlns:a16="http://schemas.microsoft.com/office/drawing/2014/main" id="{AC8DB655-EACF-9EAB-4710-53A77ABB5579}"/>
              </a:ext>
            </a:extLst>
          </p:cNvPr>
          <p:cNvSpPr/>
          <p:nvPr/>
        </p:nvSpPr>
        <p:spPr>
          <a:xfrm>
            <a:off x="8843142" y="-422548"/>
            <a:ext cx="4347078" cy="4263028"/>
          </a:xfrm>
          <a:prstGeom prst="irregularSeal1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What would the force-time trace look like for a SJ?</a:t>
            </a:r>
          </a:p>
        </p:txBody>
      </p:sp>
    </p:spTree>
    <p:extLst>
      <p:ext uri="{BB962C8B-B14F-4D97-AF65-F5344CB8AC3E}">
        <p14:creationId xmlns:p14="http://schemas.microsoft.com/office/powerpoint/2010/main" val="1281255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7BF9D8F-09F6-4329-AA6B-97BA410B2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1441580"/>
          </a:xfrm>
        </p:spPr>
        <p:txBody>
          <a:bodyPr anchor="b">
            <a:normAutofit/>
          </a:bodyPr>
          <a:lstStyle/>
          <a:p>
            <a:r>
              <a:rPr lang="en-GB" dirty="0"/>
              <a:t>Methods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AECAE94-71A6-4A90-B659-6359327BA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6032" y="2696546"/>
            <a:ext cx="2834640" cy="3119619"/>
          </a:xfr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0D38DD-9A95-4924-806C-9FA5B8382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919" y="6356350"/>
            <a:ext cx="6330448" cy="365125"/>
          </a:xfr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 Brayne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6DD77-DF7E-4E69-8287-7E21B610C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9560372B-7A70-4720-BE76-74D1F89F827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571A7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571A7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aphicFrame>
        <p:nvGraphicFramePr>
          <p:cNvPr id="8" name="Content Placeholder 1">
            <a:extLst>
              <a:ext uri="{FF2B5EF4-FFF2-40B4-BE49-F238E27FC236}">
                <a16:creationId xmlns:a16="http://schemas.microsoft.com/office/drawing/2014/main" id="{FAFC0337-DF68-4E01-94A4-6F44B629C8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1338147"/>
              </p:ext>
            </p:extLst>
          </p:nvPr>
        </p:nvGraphicFramePr>
        <p:xfrm>
          <a:off x="3867912" y="868680"/>
          <a:ext cx="7315200" cy="512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30230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70E468-A00E-B9BD-6B73-DCCF3FF5E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 Brayne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8CBE47-F8F8-CF3E-06BC-9EF437829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372B-7A70-4720-BE76-74D1F89F8279}" type="slidenum">
              <a:rPr lang="en-GB" smtClean="0"/>
              <a:t>6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6D5CC4-270F-C05B-7FD3-C389EDDC7683}"/>
              </a:ext>
            </a:extLst>
          </p:cNvPr>
          <p:cNvSpPr txBox="1"/>
          <p:nvPr/>
        </p:nvSpPr>
        <p:spPr>
          <a:xfrm>
            <a:off x="2253343" y="2416629"/>
            <a:ext cx="80522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</a:rPr>
              <a:t>Kinematic method</a:t>
            </a:r>
          </a:p>
        </p:txBody>
      </p:sp>
    </p:spTree>
    <p:extLst>
      <p:ext uri="{BB962C8B-B14F-4D97-AF65-F5344CB8AC3E}">
        <p14:creationId xmlns:p14="http://schemas.microsoft.com/office/powerpoint/2010/main" val="507467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4B04BC-F8BA-4A57-BABD-84CDDA86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Kinematic Method</a:t>
            </a:r>
          </a:p>
        </p:txBody>
      </p:sp>
      <p:sp>
        <p:nvSpPr>
          <p:cNvPr id="69" name="Content Placeholder 68">
            <a:extLst>
              <a:ext uri="{FF2B5EF4-FFF2-40B4-BE49-F238E27FC236}">
                <a16:creationId xmlns:a16="http://schemas.microsoft.com/office/drawing/2014/main" id="{6E9123FE-5B02-46A3-8657-906282C70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276AD038-61A8-451E-B2A9-A029FDD73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937D74-1932-4A02-961C-7CD6445D1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 Brayne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AECFD-3E16-4D02-BB81-6DFCDE04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60372B-7A70-4720-BE76-74D1F89F827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571A7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571A7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0A9234E-0AB4-4D5C-9827-12EF23CDE1AD}"/>
              </a:ext>
            </a:extLst>
          </p:cNvPr>
          <p:cNvGrpSpPr/>
          <p:nvPr/>
        </p:nvGrpSpPr>
        <p:grpSpPr>
          <a:xfrm>
            <a:off x="3572968" y="1143000"/>
            <a:ext cx="7752257" cy="5191333"/>
            <a:chOff x="3572968" y="1143000"/>
            <a:chExt cx="7752257" cy="5191333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E857FA9-195A-41E6-BF7E-45C507D48A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811" y="1143000"/>
              <a:ext cx="0" cy="4527239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D95CEBC-03F2-428E-B3AC-B3356BCC2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811" y="5670239"/>
              <a:ext cx="7338414" cy="2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58D4CE1-F3A3-4CF4-9BA8-B8A983B5A2C5}"/>
                </a:ext>
              </a:extLst>
            </p:cNvPr>
            <p:cNvSpPr txBox="1"/>
            <p:nvPr/>
          </p:nvSpPr>
          <p:spPr>
            <a:xfrm rot="16200000">
              <a:off x="3021919" y="3056121"/>
              <a:ext cx="1471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Z Force (N)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E95A34C-0733-407E-AB2E-85C8C8050E86}"/>
                </a:ext>
              </a:extLst>
            </p:cNvPr>
            <p:cNvSpPr txBox="1"/>
            <p:nvPr/>
          </p:nvSpPr>
          <p:spPr>
            <a:xfrm>
              <a:off x="7259498" y="5752330"/>
              <a:ext cx="1272224" cy="5820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Time (s)</a:t>
              </a: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1D2B51A-F18C-4D6A-A96F-8A53DB5CB765}"/>
              </a:ext>
            </a:extLst>
          </p:cNvPr>
          <p:cNvCxnSpPr>
            <a:cxnSpLocks/>
          </p:cNvCxnSpPr>
          <p:nvPr/>
        </p:nvCxnSpPr>
        <p:spPr>
          <a:xfrm>
            <a:off x="9216583" y="1602344"/>
            <a:ext cx="31432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E1A0A17-1006-4EA4-84E4-D713E6BB2B05}"/>
              </a:ext>
            </a:extLst>
          </p:cNvPr>
          <p:cNvSpPr txBox="1"/>
          <p:nvPr/>
        </p:nvSpPr>
        <p:spPr>
          <a:xfrm>
            <a:off x="9506944" y="1417678"/>
            <a:ext cx="2562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Ground reaction force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61C692B-0739-436F-86E8-DE49FD6BD79A}"/>
              </a:ext>
            </a:extLst>
          </p:cNvPr>
          <p:cNvGrpSpPr/>
          <p:nvPr/>
        </p:nvGrpSpPr>
        <p:grpSpPr>
          <a:xfrm>
            <a:off x="4014273" y="1732231"/>
            <a:ext cx="8064418" cy="3173225"/>
            <a:chOff x="4014273" y="1732231"/>
            <a:chExt cx="8064418" cy="3173225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ADBFD4C-10B2-4933-B175-06CD78311FD4}"/>
                </a:ext>
              </a:extLst>
            </p:cNvPr>
            <p:cNvCxnSpPr>
              <a:cxnSpLocks/>
            </p:cNvCxnSpPr>
            <p:nvPr/>
          </p:nvCxnSpPr>
          <p:spPr>
            <a:xfrm>
              <a:off x="9222339" y="1916897"/>
              <a:ext cx="323850" cy="0"/>
            </a:xfrm>
            <a:prstGeom prst="line">
              <a:avLst/>
            </a:prstGeom>
            <a:ln w="19050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17C1ECE-F886-4DA4-A25C-38E5B7D55844}"/>
                </a:ext>
              </a:extLst>
            </p:cNvPr>
            <p:cNvSpPr txBox="1"/>
            <p:nvPr/>
          </p:nvSpPr>
          <p:spPr>
            <a:xfrm>
              <a:off x="9516469" y="1732231"/>
              <a:ext cx="25622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Bodyweight</a:t>
              </a:r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7FDE71B-CB94-4C76-B252-E968A45609B8}"/>
                </a:ext>
              </a:extLst>
            </p:cNvPr>
            <p:cNvCxnSpPr>
              <a:cxnSpLocks/>
            </p:cNvCxnSpPr>
            <p:nvPr/>
          </p:nvCxnSpPr>
          <p:spPr>
            <a:xfrm>
              <a:off x="4014273" y="4905456"/>
              <a:ext cx="7094325" cy="0"/>
            </a:xfrm>
            <a:prstGeom prst="line">
              <a:avLst/>
            </a:prstGeom>
            <a:ln w="28575">
              <a:solidFill>
                <a:srgbClr val="C0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87EC39B-980B-4039-AADB-686D18FA4C24}"/>
              </a:ext>
            </a:extLst>
          </p:cNvPr>
          <p:cNvGrpSpPr/>
          <p:nvPr/>
        </p:nvGrpSpPr>
        <p:grpSpPr>
          <a:xfrm>
            <a:off x="4014274" y="1781403"/>
            <a:ext cx="7053777" cy="3891987"/>
            <a:chOff x="4026736" y="2048125"/>
            <a:chExt cx="7971332" cy="2469806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EA2A6747-1CC2-40B0-A4F4-FC18756378A9}"/>
                </a:ext>
              </a:extLst>
            </p:cNvPr>
            <p:cNvSpPr/>
            <p:nvPr/>
          </p:nvSpPr>
          <p:spPr>
            <a:xfrm>
              <a:off x="4026736" y="3317476"/>
              <a:ext cx="3422687" cy="1200455"/>
            </a:xfrm>
            <a:custGeom>
              <a:avLst/>
              <a:gdLst>
                <a:gd name="connsiteX0" fmla="*/ 0 w 2407641"/>
                <a:gd name="connsiteY0" fmla="*/ 724024 h 1277697"/>
                <a:gd name="connsiteX1" fmla="*/ 763399 w 2407641"/>
                <a:gd name="connsiteY1" fmla="*/ 732413 h 1277697"/>
                <a:gd name="connsiteX2" fmla="*/ 1082180 w 2407641"/>
                <a:gd name="connsiteY2" fmla="*/ 942137 h 1277697"/>
                <a:gd name="connsiteX3" fmla="*/ 2122415 w 2407641"/>
                <a:gd name="connsiteY3" fmla="*/ 2570 h 1277697"/>
                <a:gd name="connsiteX4" fmla="*/ 2407641 w 2407641"/>
                <a:gd name="connsiteY4" fmla="*/ 1277697 h 1277697"/>
                <a:gd name="connsiteX0" fmla="*/ 0 w 2407641"/>
                <a:gd name="connsiteY0" fmla="*/ 724028 h 1277701"/>
                <a:gd name="connsiteX1" fmla="*/ 587230 w 2407641"/>
                <a:gd name="connsiteY1" fmla="*/ 740806 h 1277701"/>
                <a:gd name="connsiteX2" fmla="*/ 1082180 w 2407641"/>
                <a:gd name="connsiteY2" fmla="*/ 942141 h 1277701"/>
                <a:gd name="connsiteX3" fmla="*/ 2122415 w 2407641"/>
                <a:gd name="connsiteY3" fmla="*/ 2574 h 1277701"/>
                <a:gd name="connsiteX4" fmla="*/ 2407641 w 2407641"/>
                <a:gd name="connsiteY4" fmla="*/ 1277701 h 1277701"/>
                <a:gd name="connsiteX0" fmla="*/ 0 w 2407641"/>
                <a:gd name="connsiteY0" fmla="*/ 724205 h 1277878"/>
                <a:gd name="connsiteX1" fmla="*/ 587230 w 2407641"/>
                <a:gd name="connsiteY1" fmla="*/ 740983 h 1277878"/>
                <a:gd name="connsiteX2" fmla="*/ 1115736 w 2407641"/>
                <a:gd name="connsiteY2" fmla="*/ 883596 h 1277878"/>
                <a:gd name="connsiteX3" fmla="*/ 2122415 w 2407641"/>
                <a:gd name="connsiteY3" fmla="*/ 2751 h 1277878"/>
                <a:gd name="connsiteX4" fmla="*/ 2407641 w 2407641"/>
                <a:gd name="connsiteY4" fmla="*/ 1277878 h 1277878"/>
                <a:gd name="connsiteX0" fmla="*/ 0 w 2407641"/>
                <a:gd name="connsiteY0" fmla="*/ 740939 h 1294612"/>
                <a:gd name="connsiteX1" fmla="*/ 587230 w 2407641"/>
                <a:gd name="connsiteY1" fmla="*/ 757717 h 1294612"/>
                <a:gd name="connsiteX2" fmla="*/ 1115736 w 2407641"/>
                <a:gd name="connsiteY2" fmla="*/ 900330 h 1294612"/>
                <a:gd name="connsiteX3" fmla="*/ 2206305 w 2407641"/>
                <a:gd name="connsiteY3" fmla="*/ 2707 h 1294612"/>
                <a:gd name="connsiteX4" fmla="*/ 2407641 w 2407641"/>
                <a:gd name="connsiteY4" fmla="*/ 1294612 h 1294612"/>
                <a:gd name="connsiteX0" fmla="*/ 0 w 2407641"/>
                <a:gd name="connsiteY0" fmla="*/ 740939 h 1294612"/>
                <a:gd name="connsiteX1" fmla="*/ 587230 w 2407641"/>
                <a:gd name="connsiteY1" fmla="*/ 757717 h 1294612"/>
                <a:gd name="connsiteX2" fmla="*/ 1115736 w 2407641"/>
                <a:gd name="connsiteY2" fmla="*/ 900330 h 1294612"/>
                <a:gd name="connsiteX3" fmla="*/ 2206305 w 2407641"/>
                <a:gd name="connsiteY3" fmla="*/ 2707 h 1294612"/>
                <a:gd name="connsiteX4" fmla="*/ 2407641 w 2407641"/>
                <a:gd name="connsiteY4" fmla="*/ 1294612 h 1294612"/>
                <a:gd name="connsiteX0" fmla="*/ 0 w 2407641"/>
                <a:gd name="connsiteY0" fmla="*/ 739094 h 1292767"/>
                <a:gd name="connsiteX1" fmla="*/ 587230 w 2407641"/>
                <a:gd name="connsiteY1" fmla="*/ 755872 h 1292767"/>
                <a:gd name="connsiteX2" fmla="*/ 1115736 w 2407641"/>
                <a:gd name="connsiteY2" fmla="*/ 898485 h 1292767"/>
                <a:gd name="connsiteX3" fmla="*/ 2206305 w 2407641"/>
                <a:gd name="connsiteY3" fmla="*/ 862 h 1292767"/>
                <a:gd name="connsiteX4" fmla="*/ 2407641 w 2407641"/>
                <a:gd name="connsiteY4" fmla="*/ 1292767 h 1292767"/>
                <a:gd name="connsiteX0" fmla="*/ 0 w 2407641"/>
                <a:gd name="connsiteY0" fmla="*/ 739094 h 1311817"/>
                <a:gd name="connsiteX1" fmla="*/ 587230 w 2407641"/>
                <a:gd name="connsiteY1" fmla="*/ 755872 h 1311817"/>
                <a:gd name="connsiteX2" fmla="*/ 1115736 w 2407641"/>
                <a:gd name="connsiteY2" fmla="*/ 898485 h 1311817"/>
                <a:gd name="connsiteX3" fmla="*/ 2206305 w 2407641"/>
                <a:gd name="connsiteY3" fmla="*/ 862 h 1311817"/>
                <a:gd name="connsiteX4" fmla="*/ 2407641 w 2407641"/>
                <a:gd name="connsiteY4" fmla="*/ 1311817 h 1311817"/>
                <a:gd name="connsiteX0" fmla="*/ 0 w 2407641"/>
                <a:gd name="connsiteY0" fmla="*/ 739094 h 1311817"/>
                <a:gd name="connsiteX1" fmla="*/ 587230 w 2407641"/>
                <a:gd name="connsiteY1" fmla="*/ 755872 h 1311817"/>
                <a:gd name="connsiteX2" fmla="*/ 1115736 w 2407641"/>
                <a:gd name="connsiteY2" fmla="*/ 898485 h 1311817"/>
                <a:gd name="connsiteX3" fmla="*/ 2206305 w 2407641"/>
                <a:gd name="connsiteY3" fmla="*/ 862 h 1311817"/>
                <a:gd name="connsiteX4" fmla="*/ 2407641 w 2407641"/>
                <a:gd name="connsiteY4" fmla="*/ 1311817 h 1311817"/>
                <a:gd name="connsiteX0" fmla="*/ 0 w 2407641"/>
                <a:gd name="connsiteY0" fmla="*/ 743616 h 1316339"/>
                <a:gd name="connsiteX1" fmla="*/ 587230 w 2407641"/>
                <a:gd name="connsiteY1" fmla="*/ 760394 h 1316339"/>
                <a:gd name="connsiteX2" fmla="*/ 1115736 w 2407641"/>
                <a:gd name="connsiteY2" fmla="*/ 903007 h 1316339"/>
                <a:gd name="connsiteX3" fmla="*/ 2206305 w 2407641"/>
                <a:gd name="connsiteY3" fmla="*/ 5384 h 1316339"/>
                <a:gd name="connsiteX4" fmla="*/ 2407641 w 2407641"/>
                <a:gd name="connsiteY4" fmla="*/ 1316339 h 1316339"/>
                <a:gd name="connsiteX0" fmla="*/ 0 w 2407641"/>
                <a:gd name="connsiteY0" fmla="*/ 775442 h 1348165"/>
                <a:gd name="connsiteX1" fmla="*/ 587230 w 2407641"/>
                <a:gd name="connsiteY1" fmla="*/ 792220 h 1348165"/>
                <a:gd name="connsiteX2" fmla="*/ 1115736 w 2407641"/>
                <a:gd name="connsiteY2" fmla="*/ 934833 h 1348165"/>
                <a:gd name="connsiteX3" fmla="*/ 1804311 w 2407641"/>
                <a:gd name="connsiteY3" fmla="*/ 435447 h 1348165"/>
                <a:gd name="connsiteX4" fmla="*/ 2206305 w 2407641"/>
                <a:gd name="connsiteY4" fmla="*/ 37210 h 1348165"/>
                <a:gd name="connsiteX5" fmla="*/ 2407641 w 2407641"/>
                <a:gd name="connsiteY5" fmla="*/ 1348165 h 1348165"/>
                <a:gd name="connsiteX0" fmla="*/ 0 w 2407641"/>
                <a:gd name="connsiteY0" fmla="*/ 775442 h 1348165"/>
                <a:gd name="connsiteX1" fmla="*/ 587230 w 2407641"/>
                <a:gd name="connsiteY1" fmla="*/ 792220 h 1348165"/>
                <a:gd name="connsiteX2" fmla="*/ 970479 w 2407641"/>
                <a:gd name="connsiteY2" fmla="*/ 958645 h 1348165"/>
                <a:gd name="connsiteX3" fmla="*/ 1804311 w 2407641"/>
                <a:gd name="connsiteY3" fmla="*/ 435447 h 1348165"/>
                <a:gd name="connsiteX4" fmla="*/ 2206305 w 2407641"/>
                <a:gd name="connsiteY4" fmla="*/ 37210 h 1348165"/>
                <a:gd name="connsiteX5" fmla="*/ 2407641 w 2407641"/>
                <a:gd name="connsiteY5" fmla="*/ 1348165 h 1348165"/>
                <a:gd name="connsiteX0" fmla="*/ 0 w 2407641"/>
                <a:gd name="connsiteY0" fmla="*/ 775442 h 1350546"/>
                <a:gd name="connsiteX1" fmla="*/ 587230 w 2407641"/>
                <a:gd name="connsiteY1" fmla="*/ 792220 h 1350546"/>
                <a:gd name="connsiteX2" fmla="*/ 970479 w 2407641"/>
                <a:gd name="connsiteY2" fmla="*/ 958645 h 1350546"/>
                <a:gd name="connsiteX3" fmla="*/ 1804311 w 2407641"/>
                <a:gd name="connsiteY3" fmla="*/ 435447 h 1350546"/>
                <a:gd name="connsiteX4" fmla="*/ 2206305 w 2407641"/>
                <a:gd name="connsiteY4" fmla="*/ 37210 h 1350546"/>
                <a:gd name="connsiteX5" fmla="*/ 2407641 w 2407641"/>
                <a:gd name="connsiteY5" fmla="*/ 1350546 h 1350546"/>
                <a:gd name="connsiteX0" fmla="*/ 0 w 3422688"/>
                <a:gd name="connsiteY0" fmla="*/ 799254 h 1350546"/>
                <a:gd name="connsiteX1" fmla="*/ 1602277 w 3422688"/>
                <a:gd name="connsiteY1" fmla="*/ 792220 h 1350546"/>
                <a:gd name="connsiteX2" fmla="*/ 1985526 w 3422688"/>
                <a:gd name="connsiteY2" fmla="*/ 958645 h 1350546"/>
                <a:gd name="connsiteX3" fmla="*/ 2819358 w 3422688"/>
                <a:gd name="connsiteY3" fmla="*/ 435447 h 1350546"/>
                <a:gd name="connsiteX4" fmla="*/ 3221352 w 3422688"/>
                <a:gd name="connsiteY4" fmla="*/ 37210 h 1350546"/>
                <a:gd name="connsiteX5" fmla="*/ 3422688 w 3422688"/>
                <a:gd name="connsiteY5" fmla="*/ 1350546 h 1350546"/>
                <a:gd name="connsiteX0" fmla="*/ 0 w 3422688"/>
                <a:gd name="connsiteY0" fmla="*/ 799254 h 1350546"/>
                <a:gd name="connsiteX1" fmla="*/ 1602277 w 3422688"/>
                <a:gd name="connsiteY1" fmla="*/ 792220 h 1350546"/>
                <a:gd name="connsiteX2" fmla="*/ 1985526 w 3422688"/>
                <a:gd name="connsiteY2" fmla="*/ 958645 h 1350546"/>
                <a:gd name="connsiteX3" fmla="*/ 2819358 w 3422688"/>
                <a:gd name="connsiteY3" fmla="*/ 435447 h 1350546"/>
                <a:gd name="connsiteX4" fmla="*/ 3221352 w 3422688"/>
                <a:gd name="connsiteY4" fmla="*/ 37210 h 1350546"/>
                <a:gd name="connsiteX5" fmla="*/ 3422688 w 3422688"/>
                <a:gd name="connsiteY5" fmla="*/ 1350546 h 1350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2688" h="1350546">
                  <a:moveTo>
                    <a:pt x="0" y="799254"/>
                  </a:moveTo>
                  <a:cubicBezTo>
                    <a:pt x="727469" y="799560"/>
                    <a:pt x="1271356" y="765655"/>
                    <a:pt x="1602277" y="792220"/>
                  </a:cubicBezTo>
                  <a:cubicBezTo>
                    <a:pt x="1933198" y="818785"/>
                    <a:pt x="1782679" y="1018107"/>
                    <a:pt x="1985526" y="958645"/>
                  </a:cubicBezTo>
                  <a:cubicBezTo>
                    <a:pt x="2188373" y="899183"/>
                    <a:pt x="2637597" y="585051"/>
                    <a:pt x="2819358" y="435447"/>
                  </a:cubicBezTo>
                  <a:cubicBezTo>
                    <a:pt x="3001120" y="285843"/>
                    <a:pt x="3108891" y="-124831"/>
                    <a:pt x="3221352" y="37210"/>
                  </a:cubicBezTo>
                  <a:cubicBezTo>
                    <a:pt x="3366105" y="140653"/>
                    <a:pt x="3390530" y="740946"/>
                    <a:pt x="3422688" y="1350546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F806C7E0-DF88-4D05-B7F3-38AF7F0BE260}"/>
                </a:ext>
              </a:extLst>
            </p:cNvPr>
            <p:cNvSpPr/>
            <p:nvPr/>
          </p:nvSpPr>
          <p:spPr>
            <a:xfrm>
              <a:off x="8379620" y="2048125"/>
              <a:ext cx="3618448" cy="2466725"/>
            </a:xfrm>
            <a:custGeom>
              <a:avLst/>
              <a:gdLst>
                <a:gd name="connsiteX0" fmla="*/ 0 w 2147888"/>
                <a:gd name="connsiteY0" fmla="*/ 2757803 h 2757803"/>
                <a:gd name="connsiteX1" fmla="*/ 123825 w 2147888"/>
                <a:gd name="connsiteY1" fmla="*/ 33653 h 2757803"/>
                <a:gd name="connsiteX2" fmla="*/ 214313 w 2147888"/>
                <a:gd name="connsiteY2" fmla="*/ 1224278 h 2757803"/>
                <a:gd name="connsiteX3" fmla="*/ 266700 w 2147888"/>
                <a:gd name="connsiteY3" fmla="*/ 1038541 h 2757803"/>
                <a:gd name="connsiteX4" fmla="*/ 528638 w 2147888"/>
                <a:gd name="connsiteY4" fmla="*/ 2619691 h 2757803"/>
                <a:gd name="connsiteX5" fmla="*/ 852488 w 2147888"/>
                <a:gd name="connsiteY5" fmla="*/ 2148203 h 2757803"/>
                <a:gd name="connsiteX6" fmla="*/ 1066800 w 2147888"/>
                <a:gd name="connsiteY6" fmla="*/ 2238691 h 2757803"/>
                <a:gd name="connsiteX7" fmla="*/ 2147888 w 2147888"/>
                <a:gd name="connsiteY7" fmla="*/ 2210116 h 2757803"/>
                <a:gd name="connsiteX0" fmla="*/ 0 w 2147888"/>
                <a:gd name="connsiteY0" fmla="*/ 2788172 h 2788172"/>
                <a:gd name="connsiteX1" fmla="*/ 152400 w 2147888"/>
                <a:gd name="connsiteY1" fmla="*/ 33066 h 2788172"/>
                <a:gd name="connsiteX2" fmla="*/ 214313 w 2147888"/>
                <a:gd name="connsiteY2" fmla="*/ 1254647 h 2788172"/>
                <a:gd name="connsiteX3" fmla="*/ 266700 w 2147888"/>
                <a:gd name="connsiteY3" fmla="*/ 1068910 h 2788172"/>
                <a:gd name="connsiteX4" fmla="*/ 528638 w 2147888"/>
                <a:gd name="connsiteY4" fmla="*/ 2650060 h 2788172"/>
                <a:gd name="connsiteX5" fmla="*/ 852488 w 2147888"/>
                <a:gd name="connsiteY5" fmla="*/ 2178572 h 2788172"/>
                <a:gd name="connsiteX6" fmla="*/ 1066800 w 2147888"/>
                <a:gd name="connsiteY6" fmla="*/ 2269060 h 2788172"/>
                <a:gd name="connsiteX7" fmla="*/ 2147888 w 2147888"/>
                <a:gd name="connsiteY7" fmla="*/ 2240485 h 2788172"/>
                <a:gd name="connsiteX0" fmla="*/ 0 w 2147888"/>
                <a:gd name="connsiteY0" fmla="*/ 2755219 h 2755219"/>
                <a:gd name="connsiteX1" fmla="*/ 152400 w 2147888"/>
                <a:gd name="connsiteY1" fmla="*/ 113 h 2755219"/>
                <a:gd name="connsiteX2" fmla="*/ 214313 w 2147888"/>
                <a:gd name="connsiteY2" fmla="*/ 1221694 h 2755219"/>
                <a:gd name="connsiteX3" fmla="*/ 266700 w 2147888"/>
                <a:gd name="connsiteY3" fmla="*/ 1035957 h 2755219"/>
                <a:gd name="connsiteX4" fmla="*/ 528638 w 2147888"/>
                <a:gd name="connsiteY4" fmla="*/ 2617107 h 2755219"/>
                <a:gd name="connsiteX5" fmla="*/ 852488 w 2147888"/>
                <a:gd name="connsiteY5" fmla="*/ 2145619 h 2755219"/>
                <a:gd name="connsiteX6" fmla="*/ 1066800 w 2147888"/>
                <a:gd name="connsiteY6" fmla="*/ 2236107 h 2755219"/>
                <a:gd name="connsiteX7" fmla="*/ 2147888 w 2147888"/>
                <a:gd name="connsiteY7" fmla="*/ 2207532 h 2755219"/>
                <a:gd name="connsiteX0" fmla="*/ 0 w 2147888"/>
                <a:gd name="connsiteY0" fmla="*/ 2755114 h 2755114"/>
                <a:gd name="connsiteX1" fmla="*/ 152400 w 2147888"/>
                <a:gd name="connsiteY1" fmla="*/ 8 h 2755114"/>
                <a:gd name="connsiteX2" fmla="*/ 214313 w 2147888"/>
                <a:gd name="connsiteY2" fmla="*/ 1221589 h 2755114"/>
                <a:gd name="connsiteX3" fmla="*/ 266700 w 2147888"/>
                <a:gd name="connsiteY3" fmla="*/ 1035852 h 2755114"/>
                <a:gd name="connsiteX4" fmla="*/ 528638 w 2147888"/>
                <a:gd name="connsiteY4" fmla="*/ 2617002 h 2755114"/>
                <a:gd name="connsiteX5" fmla="*/ 852488 w 2147888"/>
                <a:gd name="connsiteY5" fmla="*/ 2145514 h 2755114"/>
                <a:gd name="connsiteX6" fmla="*/ 1066800 w 2147888"/>
                <a:gd name="connsiteY6" fmla="*/ 2236002 h 2755114"/>
                <a:gd name="connsiteX7" fmla="*/ 2147888 w 2147888"/>
                <a:gd name="connsiteY7" fmla="*/ 2207427 h 2755114"/>
                <a:gd name="connsiteX0" fmla="*/ 0 w 2147888"/>
                <a:gd name="connsiteY0" fmla="*/ 2786117 h 2786117"/>
                <a:gd name="connsiteX1" fmla="*/ 152400 w 2147888"/>
                <a:gd name="connsiteY1" fmla="*/ 31011 h 2786117"/>
                <a:gd name="connsiteX2" fmla="*/ 214313 w 2147888"/>
                <a:gd name="connsiteY2" fmla="*/ 1288311 h 2786117"/>
                <a:gd name="connsiteX3" fmla="*/ 266700 w 2147888"/>
                <a:gd name="connsiteY3" fmla="*/ 1066855 h 2786117"/>
                <a:gd name="connsiteX4" fmla="*/ 528638 w 2147888"/>
                <a:gd name="connsiteY4" fmla="*/ 2648005 h 2786117"/>
                <a:gd name="connsiteX5" fmla="*/ 852488 w 2147888"/>
                <a:gd name="connsiteY5" fmla="*/ 2176517 h 2786117"/>
                <a:gd name="connsiteX6" fmla="*/ 1066800 w 2147888"/>
                <a:gd name="connsiteY6" fmla="*/ 2267005 h 2786117"/>
                <a:gd name="connsiteX7" fmla="*/ 2147888 w 2147888"/>
                <a:gd name="connsiteY7" fmla="*/ 2238430 h 278611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28638 w 2147888"/>
                <a:gd name="connsiteY4" fmla="*/ 2648115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21532 w 2147888"/>
                <a:gd name="connsiteY5" fmla="*/ 2188533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02444 w 2147888"/>
                <a:gd name="connsiteY4" fmla="*/ 2598109 h 2786227"/>
                <a:gd name="connsiteX5" fmla="*/ 821532 w 2147888"/>
                <a:gd name="connsiteY5" fmla="*/ 2188533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02444 w 2147888"/>
                <a:gd name="connsiteY4" fmla="*/ 2598109 h 2786227"/>
                <a:gd name="connsiteX5" fmla="*/ 821532 w 2147888"/>
                <a:gd name="connsiteY5" fmla="*/ 2188533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02444 w 2147888"/>
                <a:gd name="connsiteY4" fmla="*/ 2598109 h 2786227"/>
                <a:gd name="connsiteX5" fmla="*/ 821532 w 2147888"/>
                <a:gd name="connsiteY5" fmla="*/ 2188533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55393 h 2755393"/>
                <a:gd name="connsiteX1" fmla="*/ 97631 w 2147888"/>
                <a:gd name="connsiteY1" fmla="*/ 1381412 h 2755393"/>
                <a:gd name="connsiteX2" fmla="*/ 152400 w 2147888"/>
                <a:gd name="connsiteY2" fmla="*/ 287 h 2755393"/>
                <a:gd name="connsiteX3" fmla="*/ 214313 w 2147888"/>
                <a:gd name="connsiteY3" fmla="*/ 1257587 h 2755393"/>
                <a:gd name="connsiteX4" fmla="*/ 292893 w 2147888"/>
                <a:gd name="connsiteY4" fmla="*/ 1069469 h 2755393"/>
                <a:gd name="connsiteX5" fmla="*/ 502444 w 2147888"/>
                <a:gd name="connsiteY5" fmla="*/ 2567275 h 2755393"/>
                <a:gd name="connsiteX6" fmla="*/ 821532 w 2147888"/>
                <a:gd name="connsiteY6" fmla="*/ 2157699 h 2755393"/>
                <a:gd name="connsiteX7" fmla="*/ 1066800 w 2147888"/>
                <a:gd name="connsiteY7" fmla="*/ 2236281 h 2755393"/>
                <a:gd name="connsiteX8" fmla="*/ 2147888 w 2147888"/>
                <a:gd name="connsiteY8" fmla="*/ 2207706 h 2755393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823913 w 2150269"/>
                <a:gd name="connsiteY6" fmla="*/ 2157699 h 2783968"/>
                <a:gd name="connsiteX7" fmla="*/ 1069181 w 2150269"/>
                <a:gd name="connsiteY7" fmla="*/ 2236281 h 2783968"/>
                <a:gd name="connsiteX8" fmla="*/ 2150269 w 2150269"/>
                <a:gd name="connsiteY8" fmla="*/ 2207706 h 2783968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823913 w 2150269"/>
                <a:gd name="connsiteY6" fmla="*/ 2157699 h 2783968"/>
                <a:gd name="connsiteX7" fmla="*/ 2150269 w 2150269"/>
                <a:gd name="connsiteY7" fmla="*/ 2207706 h 2783968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876300 w 2150269"/>
                <a:gd name="connsiteY6" fmla="*/ 2162461 h 2783968"/>
                <a:gd name="connsiteX7" fmla="*/ 2150269 w 2150269"/>
                <a:gd name="connsiteY7" fmla="*/ 2207706 h 2783968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876300 w 2150269"/>
                <a:gd name="connsiteY6" fmla="*/ 2162461 h 2783968"/>
                <a:gd name="connsiteX7" fmla="*/ 2150269 w 2150269"/>
                <a:gd name="connsiteY7" fmla="*/ 2207706 h 2783968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904875 w 2150269"/>
                <a:gd name="connsiteY6" fmla="*/ 2181511 h 2783968"/>
                <a:gd name="connsiteX7" fmla="*/ 2150269 w 2150269"/>
                <a:gd name="connsiteY7" fmla="*/ 2207706 h 2783968"/>
                <a:gd name="connsiteX0" fmla="*/ 0 w 3015662"/>
                <a:gd name="connsiteY0" fmla="*/ 2783968 h 2783968"/>
                <a:gd name="connsiteX1" fmla="*/ 100012 w 3015662"/>
                <a:gd name="connsiteY1" fmla="*/ 1381412 h 2783968"/>
                <a:gd name="connsiteX2" fmla="*/ 154781 w 3015662"/>
                <a:gd name="connsiteY2" fmla="*/ 287 h 2783968"/>
                <a:gd name="connsiteX3" fmla="*/ 216694 w 3015662"/>
                <a:gd name="connsiteY3" fmla="*/ 1257587 h 2783968"/>
                <a:gd name="connsiteX4" fmla="*/ 295274 w 3015662"/>
                <a:gd name="connsiteY4" fmla="*/ 1069469 h 2783968"/>
                <a:gd name="connsiteX5" fmla="*/ 504825 w 3015662"/>
                <a:gd name="connsiteY5" fmla="*/ 2567275 h 2783968"/>
                <a:gd name="connsiteX6" fmla="*/ 904875 w 3015662"/>
                <a:gd name="connsiteY6" fmla="*/ 2181511 h 2783968"/>
                <a:gd name="connsiteX7" fmla="*/ 3015662 w 3015662"/>
                <a:gd name="connsiteY7" fmla="*/ 2231519 h 2783968"/>
                <a:gd name="connsiteX0" fmla="*/ 0 w 3015662"/>
                <a:gd name="connsiteY0" fmla="*/ 2783968 h 2783968"/>
                <a:gd name="connsiteX1" fmla="*/ 100012 w 3015662"/>
                <a:gd name="connsiteY1" fmla="*/ 1381412 h 2783968"/>
                <a:gd name="connsiteX2" fmla="*/ 154781 w 3015662"/>
                <a:gd name="connsiteY2" fmla="*/ 287 h 2783968"/>
                <a:gd name="connsiteX3" fmla="*/ 216694 w 3015662"/>
                <a:gd name="connsiteY3" fmla="*/ 1257587 h 2783968"/>
                <a:gd name="connsiteX4" fmla="*/ 295274 w 3015662"/>
                <a:gd name="connsiteY4" fmla="*/ 1069469 h 2783968"/>
                <a:gd name="connsiteX5" fmla="*/ 504825 w 3015662"/>
                <a:gd name="connsiteY5" fmla="*/ 2567275 h 2783968"/>
                <a:gd name="connsiteX6" fmla="*/ 904875 w 3015662"/>
                <a:gd name="connsiteY6" fmla="*/ 2181511 h 2783968"/>
                <a:gd name="connsiteX7" fmla="*/ 3015662 w 3015662"/>
                <a:gd name="connsiteY7" fmla="*/ 2231519 h 2783968"/>
                <a:gd name="connsiteX0" fmla="*/ 0 w 3015662"/>
                <a:gd name="connsiteY0" fmla="*/ 2783968 h 2783968"/>
                <a:gd name="connsiteX1" fmla="*/ 100012 w 3015662"/>
                <a:gd name="connsiteY1" fmla="*/ 1381412 h 2783968"/>
                <a:gd name="connsiteX2" fmla="*/ 154781 w 3015662"/>
                <a:gd name="connsiteY2" fmla="*/ 287 h 2783968"/>
                <a:gd name="connsiteX3" fmla="*/ 216694 w 3015662"/>
                <a:gd name="connsiteY3" fmla="*/ 1257587 h 2783968"/>
                <a:gd name="connsiteX4" fmla="*/ 295274 w 3015662"/>
                <a:gd name="connsiteY4" fmla="*/ 1069469 h 2783968"/>
                <a:gd name="connsiteX5" fmla="*/ 504825 w 3015662"/>
                <a:gd name="connsiteY5" fmla="*/ 2567275 h 2783968"/>
                <a:gd name="connsiteX6" fmla="*/ 904875 w 3015662"/>
                <a:gd name="connsiteY6" fmla="*/ 2181511 h 2783968"/>
                <a:gd name="connsiteX7" fmla="*/ 3015662 w 3015662"/>
                <a:gd name="connsiteY7" fmla="*/ 2231519 h 2783968"/>
                <a:gd name="connsiteX0" fmla="*/ 0 w 3586154"/>
                <a:gd name="connsiteY0" fmla="*/ 2783968 h 2783968"/>
                <a:gd name="connsiteX1" fmla="*/ 100012 w 3586154"/>
                <a:gd name="connsiteY1" fmla="*/ 1381412 h 2783968"/>
                <a:gd name="connsiteX2" fmla="*/ 154781 w 3586154"/>
                <a:gd name="connsiteY2" fmla="*/ 287 h 2783968"/>
                <a:gd name="connsiteX3" fmla="*/ 216694 w 3586154"/>
                <a:gd name="connsiteY3" fmla="*/ 1257587 h 2783968"/>
                <a:gd name="connsiteX4" fmla="*/ 295274 w 3586154"/>
                <a:gd name="connsiteY4" fmla="*/ 1069469 h 2783968"/>
                <a:gd name="connsiteX5" fmla="*/ 504825 w 3586154"/>
                <a:gd name="connsiteY5" fmla="*/ 2567275 h 2783968"/>
                <a:gd name="connsiteX6" fmla="*/ 904875 w 3586154"/>
                <a:gd name="connsiteY6" fmla="*/ 2181511 h 2783968"/>
                <a:gd name="connsiteX7" fmla="*/ 3586154 w 3586154"/>
                <a:gd name="connsiteY7" fmla="*/ 2243608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18446" h="2783968">
                  <a:moveTo>
                    <a:pt x="0" y="2783968"/>
                  </a:moveTo>
                  <a:cubicBezTo>
                    <a:pt x="9128" y="2559734"/>
                    <a:pt x="74612" y="1840596"/>
                    <a:pt x="100012" y="1381412"/>
                  </a:cubicBezTo>
                  <a:cubicBezTo>
                    <a:pt x="125412" y="922228"/>
                    <a:pt x="135334" y="20924"/>
                    <a:pt x="154781" y="287"/>
                  </a:cubicBezTo>
                  <a:cubicBezTo>
                    <a:pt x="174228" y="-20350"/>
                    <a:pt x="193279" y="1079390"/>
                    <a:pt x="216694" y="1257587"/>
                  </a:cubicBezTo>
                  <a:cubicBezTo>
                    <a:pt x="240109" y="1435784"/>
                    <a:pt x="247252" y="851188"/>
                    <a:pt x="295274" y="1069469"/>
                  </a:cubicBezTo>
                  <a:cubicBezTo>
                    <a:pt x="343296" y="1287750"/>
                    <a:pt x="403225" y="2381935"/>
                    <a:pt x="504825" y="2567275"/>
                  </a:cubicBezTo>
                  <a:cubicBezTo>
                    <a:pt x="606425" y="2752615"/>
                    <a:pt x="493578" y="2169975"/>
                    <a:pt x="904875" y="2181511"/>
                  </a:cubicBezTo>
                  <a:cubicBezTo>
                    <a:pt x="1316172" y="2193047"/>
                    <a:pt x="661464" y="2276417"/>
                    <a:pt x="3618446" y="2237563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4C0BF93-E60E-4D14-92CB-192F297BDFE4}"/>
                </a:ext>
              </a:extLst>
            </p:cNvPr>
            <p:cNvCxnSpPr>
              <a:cxnSpLocks/>
              <a:stCxn id="66" idx="5"/>
            </p:cNvCxnSpPr>
            <p:nvPr/>
          </p:nvCxnSpPr>
          <p:spPr>
            <a:xfrm flipV="1">
              <a:off x="7449423" y="4515549"/>
              <a:ext cx="932575" cy="2382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66779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4B04BC-F8BA-4A57-BABD-84CDDA86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Kinematic Method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602D0043-FF30-4425-A2B0-A0DA982F7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03F4EE49-C807-484E-B2FF-049A6A204CE4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GRF-BW=Generated Force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𝑚𝑎</m:t>
                      </m:r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GB" dirty="0">
                    <a:solidFill>
                      <a:schemeClr val="bg1"/>
                    </a:solidFill>
                  </a:rPr>
                  <a:t>More precisely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𝑛𝑒𝑡</m:t>
                      </m:r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𝑚𝑎</m:t>
                      </m:r>
                    </m:oMath>
                  </m:oMathPara>
                </a14:m>
                <a:endParaRPr lang="en-GB" b="0" dirty="0">
                  <a:solidFill>
                    <a:schemeClr val="bg1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𝑛𝑒𝑡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GB" b="0" dirty="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>
          <p:sp>
            <p:nvSpPr>
              <p:cNvPr id="6" name="Text Placeholder 5">
                <a:extLst>
                  <a:ext uri="{FF2B5EF4-FFF2-40B4-BE49-F238E27FC236}">
                    <a16:creationId xmlns:a16="http://schemas.microsoft.com/office/drawing/2014/main" id="{03F4EE49-C807-484E-B2FF-049A6A204C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3"/>
                <a:stretch>
                  <a:fillRect l="-1339" t="-16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937D74-1932-4A02-961C-7CD6445D1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 Brayne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AECFD-3E16-4D02-BB81-6DFCDE04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60372B-7A70-4720-BE76-74D1F89F827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571A7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571A7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0A9234E-0AB4-4D5C-9827-12EF23CDE1AD}"/>
              </a:ext>
            </a:extLst>
          </p:cNvPr>
          <p:cNvGrpSpPr/>
          <p:nvPr/>
        </p:nvGrpSpPr>
        <p:grpSpPr>
          <a:xfrm>
            <a:off x="3572968" y="1143001"/>
            <a:ext cx="7752257" cy="4962524"/>
            <a:chOff x="3572968" y="1143001"/>
            <a:chExt cx="7752257" cy="4962524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E857FA9-195A-41E6-BF7E-45C507D48A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811" y="1143001"/>
              <a:ext cx="0" cy="4962524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D95CEBC-03F2-428E-B3AC-B3356BCC2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811" y="4917764"/>
              <a:ext cx="7338414" cy="2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58D4CE1-F3A3-4CF4-9BA8-B8A983B5A2C5}"/>
                </a:ext>
              </a:extLst>
            </p:cNvPr>
            <p:cNvSpPr txBox="1"/>
            <p:nvPr/>
          </p:nvSpPr>
          <p:spPr>
            <a:xfrm rot="16200000">
              <a:off x="3021919" y="3056121"/>
              <a:ext cx="1471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Z Force (N)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E95A34C-0733-407E-AB2E-85C8C8050E86}"/>
                </a:ext>
              </a:extLst>
            </p:cNvPr>
            <p:cNvSpPr txBox="1"/>
            <p:nvPr/>
          </p:nvSpPr>
          <p:spPr>
            <a:xfrm>
              <a:off x="9159716" y="4917764"/>
              <a:ext cx="1272224" cy="5820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Time (s)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AE2A993-449D-47B2-AB30-A94004693A6D}"/>
              </a:ext>
            </a:extLst>
          </p:cNvPr>
          <p:cNvGrpSpPr/>
          <p:nvPr/>
        </p:nvGrpSpPr>
        <p:grpSpPr>
          <a:xfrm>
            <a:off x="4014274" y="1781403"/>
            <a:ext cx="7053777" cy="3891987"/>
            <a:chOff x="4026736" y="2048125"/>
            <a:chExt cx="7971332" cy="2469806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15CE4ED-8B11-42B3-9802-1F6B56814B07}"/>
                </a:ext>
              </a:extLst>
            </p:cNvPr>
            <p:cNvSpPr/>
            <p:nvPr/>
          </p:nvSpPr>
          <p:spPr>
            <a:xfrm>
              <a:off x="4026736" y="3317476"/>
              <a:ext cx="3422687" cy="1200455"/>
            </a:xfrm>
            <a:custGeom>
              <a:avLst/>
              <a:gdLst>
                <a:gd name="connsiteX0" fmla="*/ 0 w 2407641"/>
                <a:gd name="connsiteY0" fmla="*/ 724024 h 1277697"/>
                <a:gd name="connsiteX1" fmla="*/ 763399 w 2407641"/>
                <a:gd name="connsiteY1" fmla="*/ 732413 h 1277697"/>
                <a:gd name="connsiteX2" fmla="*/ 1082180 w 2407641"/>
                <a:gd name="connsiteY2" fmla="*/ 942137 h 1277697"/>
                <a:gd name="connsiteX3" fmla="*/ 2122415 w 2407641"/>
                <a:gd name="connsiteY3" fmla="*/ 2570 h 1277697"/>
                <a:gd name="connsiteX4" fmla="*/ 2407641 w 2407641"/>
                <a:gd name="connsiteY4" fmla="*/ 1277697 h 1277697"/>
                <a:gd name="connsiteX0" fmla="*/ 0 w 2407641"/>
                <a:gd name="connsiteY0" fmla="*/ 724028 h 1277701"/>
                <a:gd name="connsiteX1" fmla="*/ 587230 w 2407641"/>
                <a:gd name="connsiteY1" fmla="*/ 740806 h 1277701"/>
                <a:gd name="connsiteX2" fmla="*/ 1082180 w 2407641"/>
                <a:gd name="connsiteY2" fmla="*/ 942141 h 1277701"/>
                <a:gd name="connsiteX3" fmla="*/ 2122415 w 2407641"/>
                <a:gd name="connsiteY3" fmla="*/ 2574 h 1277701"/>
                <a:gd name="connsiteX4" fmla="*/ 2407641 w 2407641"/>
                <a:gd name="connsiteY4" fmla="*/ 1277701 h 1277701"/>
                <a:gd name="connsiteX0" fmla="*/ 0 w 2407641"/>
                <a:gd name="connsiteY0" fmla="*/ 724205 h 1277878"/>
                <a:gd name="connsiteX1" fmla="*/ 587230 w 2407641"/>
                <a:gd name="connsiteY1" fmla="*/ 740983 h 1277878"/>
                <a:gd name="connsiteX2" fmla="*/ 1115736 w 2407641"/>
                <a:gd name="connsiteY2" fmla="*/ 883596 h 1277878"/>
                <a:gd name="connsiteX3" fmla="*/ 2122415 w 2407641"/>
                <a:gd name="connsiteY3" fmla="*/ 2751 h 1277878"/>
                <a:gd name="connsiteX4" fmla="*/ 2407641 w 2407641"/>
                <a:gd name="connsiteY4" fmla="*/ 1277878 h 1277878"/>
                <a:gd name="connsiteX0" fmla="*/ 0 w 2407641"/>
                <a:gd name="connsiteY0" fmla="*/ 740939 h 1294612"/>
                <a:gd name="connsiteX1" fmla="*/ 587230 w 2407641"/>
                <a:gd name="connsiteY1" fmla="*/ 757717 h 1294612"/>
                <a:gd name="connsiteX2" fmla="*/ 1115736 w 2407641"/>
                <a:gd name="connsiteY2" fmla="*/ 900330 h 1294612"/>
                <a:gd name="connsiteX3" fmla="*/ 2206305 w 2407641"/>
                <a:gd name="connsiteY3" fmla="*/ 2707 h 1294612"/>
                <a:gd name="connsiteX4" fmla="*/ 2407641 w 2407641"/>
                <a:gd name="connsiteY4" fmla="*/ 1294612 h 1294612"/>
                <a:gd name="connsiteX0" fmla="*/ 0 w 2407641"/>
                <a:gd name="connsiteY0" fmla="*/ 740939 h 1294612"/>
                <a:gd name="connsiteX1" fmla="*/ 587230 w 2407641"/>
                <a:gd name="connsiteY1" fmla="*/ 757717 h 1294612"/>
                <a:gd name="connsiteX2" fmla="*/ 1115736 w 2407641"/>
                <a:gd name="connsiteY2" fmla="*/ 900330 h 1294612"/>
                <a:gd name="connsiteX3" fmla="*/ 2206305 w 2407641"/>
                <a:gd name="connsiteY3" fmla="*/ 2707 h 1294612"/>
                <a:gd name="connsiteX4" fmla="*/ 2407641 w 2407641"/>
                <a:gd name="connsiteY4" fmla="*/ 1294612 h 1294612"/>
                <a:gd name="connsiteX0" fmla="*/ 0 w 2407641"/>
                <a:gd name="connsiteY0" fmla="*/ 739094 h 1292767"/>
                <a:gd name="connsiteX1" fmla="*/ 587230 w 2407641"/>
                <a:gd name="connsiteY1" fmla="*/ 755872 h 1292767"/>
                <a:gd name="connsiteX2" fmla="*/ 1115736 w 2407641"/>
                <a:gd name="connsiteY2" fmla="*/ 898485 h 1292767"/>
                <a:gd name="connsiteX3" fmla="*/ 2206305 w 2407641"/>
                <a:gd name="connsiteY3" fmla="*/ 862 h 1292767"/>
                <a:gd name="connsiteX4" fmla="*/ 2407641 w 2407641"/>
                <a:gd name="connsiteY4" fmla="*/ 1292767 h 1292767"/>
                <a:gd name="connsiteX0" fmla="*/ 0 w 2407641"/>
                <a:gd name="connsiteY0" fmla="*/ 739094 h 1311817"/>
                <a:gd name="connsiteX1" fmla="*/ 587230 w 2407641"/>
                <a:gd name="connsiteY1" fmla="*/ 755872 h 1311817"/>
                <a:gd name="connsiteX2" fmla="*/ 1115736 w 2407641"/>
                <a:gd name="connsiteY2" fmla="*/ 898485 h 1311817"/>
                <a:gd name="connsiteX3" fmla="*/ 2206305 w 2407641"/>
                <a:gd name="connsiteY3" fmla="*/ 862 h 1311817"/>
                <a:gd name="connsiteX4" fmla="*/ 2407641 w 2407641"/>
                <a:gd name="connsiteY4" fmla="*/ 1311817 h 1311817"/>
                <a:gd name="connsiteX0" fmla="*/ 0 w 2407641"/>
                <a:gd name="connsiteY0" fmla="*/ 739094 h 1311817"/>
                <a:gd name="connsiteX1" fmla="*/ 587230 w 2407641"/>
                <a:gd name="connsiteY1" fmla="*/ 755872 h 1311817"/>
                <a:gd name="connsiteX2" fmla="*/ 1115736 w 2407641"/>
                <a:gd name="connsiteY2" fmla="*/ 898485 h 1311817"/>
                <a:gd name="connsiteX3" fmla="*/ 2206305 w 2407641"/>
                <a:gd name="connsiteY3" fmla="*/ 862 h 1311817"/>
                <a:gd name="connsiteX4" fmla="*/ 2407641 w 2407641"/>
                <a:gd name="connsiteY4" fmla="*/ 1311817 h 1311817"/>
                <a:gd name="connsiteX0" fmla="*/ 0 w 2407641"/>
                <a:gd name="connsiteY0" fmla="*/ 743616 h 1316339"/>
                <a:gd name="connsiteX1" fmla="*/ 587230 w 2407641"/>
                <a:gd name="connsiteY1" fmla="*/ 760394 h 1316339"/>
                <a:gd name="connsiteX2" fmla="*/ 1115736 w 2407641"/>
                <a:gd name="connsiteY2" fmla="*/ 903007 h 1316339"/>
                <a:gd name="connsiteX3" fmla="*/ 2206305 w 2407641"/>
                <a:gd name="connsiteY3" fmla="*/ 5384 h 1316339"/>
                <a:gd name="connsiteX4" fmla="*/ 2407641 w 2407641"/>
                <a:gd name="connsiteY4" fmla="*/ 1316339 h 1316339"/>
                <a:gd name="connsiteX0" fmla="*/ 0 w 2407641"/>
                <a:gd name="connsiteY0" fmla="*/ 775442 h 1348165"/>
                <a:gd name="connsiteX1" fmla="*/ 587230 w 2407641"/>
                <a:gd name="connsiteY1" fmla="*/ 792220 h 1348165"/>
                <a:gd name="connsiteX2" fmla="*/ 1115736 w 2407641"/>
                <a:gd name="connsiteY2" fmla="*/ 934833 h 1348165"/>
                <a:gd name="connsiteX3" fmla="*/ 1804311 w 2407641"/>
                <a:gd name="connsiteY3" fmla="*/ 435447 h 1348165"/>
                <a:gd name="connsiteX4" fmla="*/ 2206305 w 2407641"/>
                <a:gd name="connsiteY4" fmla="*/ 37210 h 1348165"/>
                <a:gd name="connsiteX5" fmla="*/ 2407641 w 2407641"/>
                <a:gd name="connsiteY5" fmla="*/ 1348165 h 1348165"/>
                <a:gd name="connsiteX0" fmla="*/ 0 w 2407641"/>
                <a:gd name="connsiteY0" fmla="*/ 775442 h 1348165"/>
                <a:gd name="connsiteX1" fmla="*/ 587230 w 2407641"/>
                <a:gd name="connsiteY1" fmla="*/ 792220 h 1348165"/>
                <a:gd name="connsiteX2" fmla="*/ 970479 w 2407641"/>
                <a:gd name="connsiteY2" fmla="*/ 958645 h 1348165"/>
                <a:gd name="connsiteX3" fmla="*/ 1804311 w 2407641"/>
                <a:gd name="connsiteY3" fmla="*/ 435447 h 1348165"/>
                <a:gd name="connsiteX4" fmla="*/ 2206305 w 2407641"/>
                <a:gd name="connsiteY4" fmla="*/ 37210 h 1348165"/>
                <a:gd name="connsiteX5" fmla="*/ 2407641 w 2407641"/>
                <a:gd name="connsiteY5" fmla="*/ 1348165 h 1348165"/>
                <a:gd name="connsiteX0" fmla="*/ 0 w 2407641"/>
                <a:gd name="connsiteY0" fmla="*/ 775442 h 1350546"/>
                <a:gd name="connsiteX1" fmla="*/ 587230 w 2407641"/>
                <a:gd name="connsiteY1" fmla="*/ 792220 h 1350546"/>
                <a:gd name="connsiteX2" fmla="*/ 970479 w 2407641"/>
                <a:gd name="connsiteY2" fmla="*/ 958645 h 1350546"/>
                <a:gd name="connsiteX3" fmla="*/ 1804311 w 2407641"/>
                <a:gd name="connsiteY3" fmla="*/ 435447 h 1350546"/>
                <a:gd name="connsiteX4" fmla="*/ 2206305 w 2407641"/>
                <a:gd name="connsiteY4" fmla="*/ 37210 h 1350546"/>
                <a:gd name="connsiteX5" fmla="*/ 2407641 w 2407641"/>
                <a:gd name="connsiteY5" fmla="*/ 1350546 h 1350546"/>
                <a:gd name="connsiteX0" fmla="*/ 0 w 3422688"/>
                <a:gd name="connsiteY0" fmla="*/ 799254 h 1350546"/>
                <a:gd name="connsiteX1" fmla="*/ 1602277 w 3422688"/>
                <a:gd name="connsiteY1" fmla="*/ 792220 h 1350546"/>
                <a:gd name="connsiteX2" fmla="*/ 1985526 w 3422688"/>
                <a:gd name="connsiteY2" fmla="*/ 958645 h 1350546"/>
                <a:gd name="connsiteX3" fmla="*/ 2819358 w 3422688"/>
                <a:gd name="connsiteY3" fmla="*/ 435447 h 1350546"/>
                <a:gd name="connsiteX4" fmla="*/ 3221352 w 3422688"/>
                <a:gd name="connsiteY4" fmla="*/ 37210 h 1350546"/>
                <a:gd name="connsiteX5" fmla="*/ 3422688 w 3422688"/>
                <a:gd name="connsiteY5" fmla="*/ 1350546 h 1350546"/>
                <a:gd name="connsiteX0" fmla="*/ 0 w 3422688"/>
                <a:gd name="connsiteY0" fmla="*/ 799254 h 1350546"/>
                <a:gd name="connsiteX1" fmla="*/ 1602277 w 3422688"/>
                <a:gd name="connsiteY1" fmla="*/ 792220 h 1350546"/>
                <a:gd name="connsiteX2" fmla="*/ 1985526 w 3422688"/>
                <a:gd name="connsiteY2" fmla="*/ 958645 h 1350546"/>
                <a:gd name="connsiteX3" fmla="*/ 2819358 w 3422688"/>
                <a:gd name="connsiteY3" fmla="*/ 435447 h 1350546"/>
                <a:gd name="connsiteX4" fmla="*/ 3221352 w 3422688"/>
                <a:gd name="connsiteY4" fmla="*/ 37210 h 1350546"/>
                <a:gd name="connsiteX5" fmla="*/ 3422688 w 3422688"/>
                <a:gd name="connsiteY5" fmla="*/ 1350546 h 1350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2688" h="1350546">
                  <a:moveTo>
                    <a:pt x="0" y="799254"/>
                  </a:moveTo>
                  <a:cubicBezTo>
                    <a:pt x="727469" y="799560"/>
                    <a:pt x="1271356" y="765655"/>
                    <a:pt x="1602277" y="792220"/>
                  </a:cubicBezTo>
                  <a:cubicBezTo>
                    <a:pt x="1933198" y="818785"/>
                    <a:pt x="1782679" y="1018107"/>
                    <a:pt x="1985526" y="958645"/>
                  </a:cubicBezTo>
                  <a:cubicBezTo>
                    <a:pt x="2188373" y="899183"/>
                    <a:pt x="2637597" y="585051"/>
                    <a:pt x="2819358" y="435447"/>
                  </a:cubicBezTo>
                  <a:cubicBezTo>
                    <a:pt x="3001120" y="285843"/>
                    <a:pt x="3108891" y="-124831"/>
                    <a:pt x="3221352" y="37210"/>
                  </a:cubicBezTo>
                  <a:cubicBezTo>
                    <a:pt x="3366105" y="140653"/>
                    <a:pt x="3390530" y="740946"/>
                    <a:pt x="3422688" y="1350546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613FF1C-ECA0-4F47-BC5A-0A92D3D54C08}"/>
                </a:ext>
              </a:extLst>
            </p:cNvPr>
            <p:cNvSpPr/>
            <p:nvPr/>
          </p:nvSpPr>
          <p:spPr>
            <a:xfrm>
              <a:off x="8379620" y="2048125"/>
              <a:ext cx="3618448" cy="2466725"/>
            </a:xfrm>
            <a:custGeom>
              <a:avLst/>
              <a:gdLst>
                <a:gd name="connsiteX0" fmla="*/ 0 w 2147888"/>
                <a:gd name="connsiteY0" fmla="*/ 2757803 h 2757803"/>
                <a:gd name="connsiteX1" fmla="*/ 123825 w 2147888"/>
                <a:gd name="connsiteY1" fmla="*/ 33653 h 2757803"/>
                <a:gd name="connsiteX2" fmla="*/ 214313 w 2147888"/>
                <a:gd name="connsiteY2" fmla="*/ 1224278 h 2757803"/>
                <a:gd name="connsiteX3" fmla="*/ 266700 w 2147888"/>
                <a:gd name="connsiteY3" fmla="*/ 1038541 h 2757803"/>
                <a:gd name="connsiteX4" fmla="*/ 528638 w 2147888"/>
                <a:gd name="connsiteY4" fmla="*/ 2619691 h 2757803"/>
                <a:gd name="connsiteX5" fmla="*/ 852488 w 2147888"/>
                <a:gd name="connsiteY5" fmla="*/ 2148203 h 2757803"/>
                <a:gd name="connsiteX6" fmla="*/ 1066800 w 2147888"/>
                <a:gd name="connsiteY6" fmla="*/ 2238691 h 2757803"/>
                <a:gd name="connsiteX7" fmla="*/ 2147888 w 2147888"/>
                <a:gd name="connsiteY7" fmla="*/ 2210116 h 2757803"/>
                <a:gd name="connsiteX0" fmla="*/ 0 w 2147888"/>
                <a:gd name="connsiteY0" fmla="*/ 2788172 h 2788172"/>
                <a:gd name="connsiteX1" fmla="*/ 152400 w 2147888"/>
                <a:gd name="connsiteY1" fmla="*/ 33066 h 2788172"/>
                <a:gd name="connsiteX2" fmla="*/ 214313 w 2147888"/>
                <a:gd name="connsiteY2" fmla="*/ 1254647 h 2788172"/>
                <a:gd name="connsiteX3" fmla="*/ 266700 w 2147888"/>
                <a:gd name="connsiteY3" fmla="*/ 1068910 h 2788172"/>
                <a:gd name="connsiteX4" fmla="*/ 528638 w 2147888"/>
                <a:gd name="connsiteY4" fmla="*/ 2650060 h 2788172"/>
                <a:gd name="connsiteX5" fmla="*/ 852488 w 2147888"/>
                <a:gd name="connsiteY5" fmla="*/ 2178572 h 2788172"/>
                <a:gd name="connsiteX6" fmla="*/ 1066800 w 2147888"/>
                <a:gd name="connsiteY6" fmla="*/ 2269060 h 2788172"/>
                <a:gd name="connsiteX7" fmla="*/ 2147888 w 2147888"/>
                <a:gd name="connsiteY7" fmla="*/ 2240485 h 2788172"/>
                <a:gd name="connsiteX0" fmla="*/ 0 w 2147888"/>
                <a:gd name="connsiteY0" fmla="*/ 2755219 h 2755219"/>
                <a:gd name="connsiteX1" fmla="*/ 152400 w 2147888"/>
                <a:gd name="connsiteY1" fmla="*/ 113 h 2755219"/>
                <a:gd name="connsiteX2" fmla="*/ 214313 w 2147888"/>
                <a:gd name="connsiteY2" fmla="*/ 1221694 h 2755219"/>
                <a:gd name="connsiteX3" fmla="*/ 266700 w 2147888"/>
                <a:gd name="connsiteY3" fmla="*/ 1035957 h 2755219"/>
                <a:gd name="connsiteX4" fmla="*/ 528638 w 2147888"/>
                <a:gd name="connsiteY4" fmla="*/ 2617107 h 2755219"/>
                <a:gd name="connsiteX5" fmla="*/ 852488 w 2147888"/>
                <a:gd name="connsiteY5" fmla="*/ 2145619 h 2755219"/>
                <a:gd name="connsiteX6" fmla="*/ 1066800 w 2147888"/>
                <a:gd name="connsiteY6" fmla="*/ 2236107 h 2755219"/>
                <a:gd name="connsiteX7" fmla="*/ 2147888 w 2147888"/>
                <a:gd name="connsiteY7" fmla="*/ 2207532 h 2755219"/>
                <a:gd name="connsiteX0" fmla="*/ 0 w 2147888"/>
                <a:gd name="connsiteY0" fmla="*/ 2755114 h 2755114"/>
                <a:gd name="connsiteX1" fmla="*/ 152400 w 2147888"/>
                <a:gd name="connsiteY1" fmla="*/ 8 h 2755114"/>
                <a:gd name="connsiteX2" fmla="*/ 214313 w 2147888"/>
                <a:gd name="connsiteY2" fmla="*/ 1221589 h 2755114"/>
                <a:gd name="connsiteX3" fmla="*/ 266700 w 2147888"/>
                <a:gd name="connsiteY3" fmla="*/ 1035852 h 2755114"/>
                <a:gd name="connsiteX4" fmla="*/ 528638 w 2147888"/>
                <a:gd name="connsiteY4" fmla="*/ 2617002 h 2755114"/>
                <a:gd name="connsiteX5" fmla="*/ 852488 w 2147888"/>
                <a:gd name="connsiteY5" fmla="*/ 2145514 h 2755114"/>
                <a:gd name="connsiteX6" fmla="*/ 1066800 w 2147888"/>
                <a:gd name="connsiteY6" fmla="*/ 2236002 h 2755114"/>
                <a:gd name="connsiteX7" fmla="*/ 2147888 w 2147888"/>
                <a:gd name="connsiteY7" fmla="*/ 2207427 h 2755114"/>
                <a:gd name="connsiteX0" fmla="*/ 0 w 2147888"/>
                <a:gd name="connsiteY0" fmla="*/ 2786117 h 2786117"/>
                <a:gd name="connsiteX1" fmla="*/ 152400 w 2147888"/>
                <a:gd name="connsiteY1" fmla="*/ 31011 h 2786117"/>
                <a:gd name="connsiteX2" fmla="*/ 214313 w 2147888"/>
                <a:gd name="connsiteY2" fmla="*/ 1288311 h 2786117"/>
                <a:gd name="connsiteX3" fmla="*/ 266700 w 2147888"/>
                <a:gd name="connsiteY3" fmla="*/ 1066855 h 2786117"/>
                <a:gd name="connsiteX4" fmla="*/ 528638 w 2147888"/>
                <a:gd name="connsiteY4" fmla="*/ 2648005 h 2786117"/>
                <a:gd name="connsiteX5" fmla="*/ 852488 w 2147888"/>
                <a:gd name="connsiteY5" fmla="*/ 2176517 h 2786117"/>
                <a:gd name="connsiteX6" fmla="*/ 1066800 w 2147888"/>
                <a:gd name="connsiteY6" fmla="*/ 2267005 h 2786117"/>
                <a:gd name="connsiteX7" fmla="*/ 2147888 w 2147888"/>
                <a:gd name="connsiteY7" fmla="*/ 2238430 h 278611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28638 w 2147888"/>
                <a:gd name="connsiteY4" fmla="*/ 2648115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21532 w 2147888"/>
                <a:gd name="connsiteY5" fmla="*/ 2188533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02444 w 2147888"/>
                <a:gd name="connsiteY4" fmla="*/ 2598109 h 2786227"/>
                <a:gd name="connsiteX5" fmla="*/ 821532 w 2147888"/>
                <a:gd name="connsiteY5" fmla="*/ 2188533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02444 w 2147888"/>
                <a:gd name="connsiteY4" fmla="*/ 2598109 h 2786227"/>
                <a:gd name="connsiteX5" fmla="*/ 821532 w 2147888"/>
                <a:gd name="connsiteY5" fmla="*/ 2188533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02444 w 2147888"/>
                <a:gd name="connsiteY4" fmla="*/ 2598109 h 2786227"/>
                <a:gd name="connsiteX5" fmla="*/ 821532 w 2147888"/>
                <a:gd name="connsiteY5" fmla="*/ 2188533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55393 h 2755393"/>
                <a:gd name="connsiteX1" fmla="*/ 97631 w 2147888"/>
                <a:gd name="connsiteY1" fmla="*/ 1381412 h 2755393"/>
                <a:gd name="connsiteX2" fmla="*/ 152400 w 2147888"/>
                <a:gd name="connsiteY2" fmla="*/ 287 h 2755393"/>
                <a:gd name="connsiteX3" fmla="*/ 214313 w 2147888"/>
                <a:gd name="connsiteY3" fmla="*/ 1257587 h 2755393"/>
                <a:gd name="connsiteX4" fmla="*/ 292893 w 2147888"/>
                <a:gd name="connsiteY4" fmla="*/ 1069469 h 2755393"/>
                <a:gd name="connsiteX5" fmla="*/ 502444 w 2147888"/>
                <a:gd name="connsiteY5" fmla="*/ 2567275 h 2755393"/>
                <a:gd name="connsiteX6" fmla="*/ 821532 w 2147888"/>
                <a:gd name="connsiteY6" fmla="*/ 2157699 h 2755393"/>
                <a:gd name="connsiteX7" fmla="*/ 1066800 w 2147888"/>
                <a:gd name="connsiteY7" fmla="*/ 2236281 h 2755393"/>
                <a:gd name="connsiteX8" fmla="*/ 2147888 w 2147888"/>
                <a:gd name="connsiteY8" fmla="*/ 2207706 h 2755393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823913 w 2150269"/>
                <a:gd name="connsiteY6" fmla="*/ 2157699 h 2783968"/>
                <a:gd name="connsiteX7" fmla="*/ 1069181 w 2150269"/>
                <a:gd name="connsiteY7" fmla="*/ 2236281 h 2783968"/>
                <a:gd name="connsiteX8" fmla="*/ 2150269 w 2150269"/>
                <a:gd name="connsiteY8" fmla="*/ 2207706 h 2783968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823913 w 2150269"/>
                <a:gd name="connsiteY6" fmla="*/ 2157699 h 2783968"/>
                <a:gd name="connsiteX7" fmla="*/ 2150269 w 2150269"/>
                <a:gd name="connsiteY7" fmla="*/ 2207706 h 2783968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876300 w 2150269"/>
                <a:gd name="connsiteY6" fmla="*/ 2162461 h 2783968"/>
                <a:gd name="connsiteX7" fmla="*/ 2150269 w 2150269"/>
                <a:gd name="connsiteY7" fmla="*/ 2207706 h 2783968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876300 w 2150269"/>
                <a:gd name="connsiteY6" fmla="*/ 2162461 h 2783968"/>
                <a:gd name="connsiteX7" fmla="*/ 2150269 w 2150269"/>
                <a:gd name="connsiteY7" fmla="*/ 2207706 h 2783968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904875 w 2150269"/>
                <a:gd name="connsiteY6" fmla="*/ 2181511 h 2783968"/>
                <a:gd name="connsiteX7" fmla="*/ 2150269 w 2150269"/>
                <a:gd name="connsiteY7" fmla="*/ 2207706 h 2783968"/>
                <a:gd name="connsiteX0" fmla="*/ 0 w 3015662"/>
                <a:gd name="connsiteY0" fmla="*/ 2783968 h 2783968"/>
                <a:gd name="connsiteX1" fmla="*/ 100012 w 3015662"/>
                <a:gd name="connsiteY1" fmla="*/ 1381412 h 2783968"/>
                <a:gd name="connsiteX2" fmla="*/ 154781 w 3015662"/>
                <a:gd name="connsiteY2" fmla="*/ 287 h 2783968"/>
                <a:gd name="connsiteX3" fmla="*/ 216694 w 3015662"/>
                <a:gd name="connsiteY3" fmla="*/ 1257587 h 2783968"/>
                <a:gd name="connsiteX4" fmla="*/ 295274 w 3015662"/>
                <a:gd name="connsiteY4" fmla="*/ 1069469 h 2783968"/>
                <a:gd name="connsiteX5" fmla="*/ 504825 w 3015662"/>
                <a:gd name="connsiteY5" fmla="*/ 2567275 h 2783968"/>
                <a:gd name="connsiteX6" fmla="*/ 904875 w 3015662"/>
                <a:gd name="connsiteY6" fmla="*/ 2181511 h 2783968"/>
                <a:gd name="connsiteX7" fmla="*/ 3015662 w 3015662"/>
                <a:gd name="connsiteY7" fmla="*/ 2231519 h 2783968"/>
                <a:gd name="connsiteX0" fmla="*/ 0 w 3015662"/>
                <a:gd name="connsiteY0" fmla="*/ 2783968 h 2783968"/>
                <a:gd name="connsiteX1" fmla="*/ 100012 w 3015662"/>
                <a:gd name="connsiteY1" fmla="*/ 1381412 h 2783968"/>
                <a:gd name="connsiteX2" fmla="*/ 154781 w 3015662"/>
                <a:gd name="connsiteY2" fmla="*/ 287 h 2783968"/>
                <a:gd name="connsiteX3" fmla="*/ 216694 w 3015662"/>
                <a:gd name="connsiteY3" fmla="*/ 1257587 h 2783968"/>
                <a:gd name="connsiteX4" fmla="*/ 295274 w 3015662"/>
                <a:gd name="connsiteY4" fmla="*/ 1069469 h 2783968"/>
                <a:gd name="connsiteX5" fmla="*/ 504825 w 3015662"/>
                <a:gd name="connsiteY5" fmla="*/ 2567275 h 2783968"/>
                <a:gd name="connsiteX6" fmla="*/ 904875 w 3015662"/>
                <a:gd name="connsiteY6" fmla="*/ 2181511 h 2783968"/>
                <a:gd name="connsiteX7" fmla="*/ 3015662 w 3015662"/>
                <a:gd name="connsiteY7" fmla="*/ 2231519 h 2783968"/>
                <a:gd name="connsiteX0" fmla="*/ 0 w 3015662"/>
                <a:gd name="connsiteY0" fmla="*/ 2783968 h 2783968"/>
                <a:gd name="connsiteX1" fmla="*/ 100012 w 3015662"/>
                <a:gd name="connsiteY1" fmla="*/ 1381412 h 2783968"/>
                <a:gd name="connsiteX2" fmla="*/ 154781 w 3015662"/>
                <a:gd name="connsiteY2" fmla="*/ 287 h 2783968"/>
                <a:gd name="connsiteX3" fmla="*/ 216694 w 3015662"/>
                <a:gd name="connsiteY3" fmla="*/ 1257587 h 2783968"/>
                <a:gd name="connsiteX4" fmla="*/ 295274 w 3015662"/>
                <a:gd name="connsiteY4" fmla="*/ 1069469 h 2783968"/>
                <a:gd name="connsiteX5" fmla="*/ 504825 w 3015662"/>
                <a:gd name="connsiteY5" fmla="*/ 2567275 h 2783968"/>
                <a:gd name="connsiteX6" fmla="*/ 904875 w 3015662"/>
                <a:gd name="connsiteY6" fmla="*/ 2181511 h 2783968"/>
                <a:gd name="connsiteX7" fmla="*/ 3015662 w 3015662"/>
                <a:gd name="connsiteY7" fmla="*/ 2231519 h 2783968"/>
                <a:gd name="connsiteX0" fmla="*/ 0 w 3586154"/>
                <a:gd name="connsiteY0" fmla="*/ 2783968 h 2783968"/>
                <a:gd name="connsiteX1" fmla="*/ 100012 w 3586154"/>
                <a:gd name="connsiteY1" fmla="*/ 1381412 h 2783968"/>
                <a:gd name="connsiteX2" fmla="*/ 154781 w 3586154"/>
                <a:gd name="connsiteY2" fmla="*/ 287 h 2783968"/>
                <a:gd name="connsiteX3" fmla="*/ 216694 w 3586154"/>
                <a:gd name="connsiteY3" fmla="*/ 1257587 h 2783968"/>
                <a:gd name="connsiteX4" fmla="*/ 295274 w 3586154"/>
                <a:gd name="connsiteY4" fmla="*/ 1069469 h 2783968"/>
                <a:gd name="connsiteX5" fmla="*/ 504825 w 3586154"/>
                <a:gd name="connsiteY5" fmla="*/ 2567275 h 2783968"/>
                <a:gd name="connsiteX6" fmla="*/ 904875 w 3586154"/>
                <a:gd name="connsiteY6" fmla="*/ 2181511 h 2783968"/>
                <a:gd name="connsiteX7" fmla="*/ 3586154 w 3586154"/>
                <a:gd name="connsiteY7" fmla="*/ 2243608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18446" h="2783968">
                  <a:moveTo>
                    <a:pt x="0" y="2783968"/>
                  </a:moveTo>
                  <a:cubicBezTo>
                    <a:pt x="9128" y="2559734"/>
                    <a:pt x="74612" y="1840596"/>
                    <a:pt x="100012" y="1381412"/>
                  </a:cubicBezTo>
                  <a:cubicBezTo>
                    <a:pt x="125412" y="922228"/>
                    <a:pt x="135334" y="20924"/>
                    <a:pt x="154781" y="287"/>
                  </a:cubicBezTo>
                  <a:cubicBezTo>
                    <a:pt x="174228" y="-20350"/>
                    <a:pt x="193279" y="1079390"/>
                    <a:pt x="216694" y="1257587"/>
                  </a:cubicBezTo>
                  <a:cubicBezTo>
                    <a:pt x="240109" y="1435784"/>
                    <a:pt x="247252" y="851188"/>
                    <a:pt x="295274" y="1069469"/>
                  </a:cubicBezTo>
                  <a:cubicBezTo>
                    <a:pt x="343296" y="1287750"/>
                    <a:pt x="403225" y="2381935"/>
                    <a:pt x="504825" y="2567275"/>
                  </a:cubicBezTo>
                  <a:cubicBezTo>
                    <a:pt x="606425" y="2752615"/>
                    <a:pt x="493578" y="2169975"/>
                    <a:pt x="904875" y="2181511"/>
                  </a:cubicBezTo>
                  <a:cubicBezTo>
                    <a:pt x="1316172" y="2193047"/>
                    <a:pt x="661464" y="2276417"/>
                    <a:pt x="3618446" y="2237563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17FEBEE-ADA1-460C-B6EC-9434D15FEA96}"/>
                </a:ext>
              </a:extLst>
            </p:cNvPr>
            <p:cNvCxnSpPr>
              <a:cxnSpLocks/>
              <a:stCxn id="52" idx="5"/>
            </p:cNvCxnSpPr>
            <p:nvPr/>
          </p:nvCxnSpPr>
          <p:spPr>
            <a:xfrm flipV="1">
              <a:off x="7449423" y="4515549"/>
              <a:ext cx="932575" cy="2382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6D83EDA-0DCD-411C-BDA7-DA5956BDCA68}"/>
              </a:ext>
            </a:extLst>
          </p:cNvPr>
          <p:cNvCxnSpPr>
            <a:cxnSpLocks/>
          </p:cNvCxnSpPr>
          <p:nvPr/>
        </p:nvCxnSpPr>
        <p:spPr>
          <a:xfrm>
            <a:off x="9216583" y="1602344"/>
            <a:ext cx="31432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232FC938-EE21-44F1-B7B0-952070DFDAD1}"/>
              </a:ext>
            </a:extLst>
          </p:cNvPr>
          <p:cNvSpPr txBox="1"/>
          <p:nvPr/>
        </p:nvSpPr>
        <p:spPr>
          <a:xfrm>
            <a:off x="9506944" y="1417678"/>
            <a:ext cx="2562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Force Generated</a:t>
            </a:r>
          </a:p>
        </p:txBody>
      </p:sp>
    </p:spTree>
    <p:extLst>
      <p:ext uri="{BB962C8B-B14F-4D97-AF65-F5344CB8AC3E}">
        <p14:creationId xmlns:p14="http://schemas.microsoft.com/office/powerpoint/2010/main" val="3153513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4B04BC-F8BA-4A57-BABD-84CDDA86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Kinematic Method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AE07B1-9808-4770-9B45-335BCB82D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8EED31D8-0D20-46A7-8012-EAF9B2E89F6E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GB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GB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GB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nary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GB" b="0" dirty="0">
                  <a:solidFill>
                    <a:schemeClr val="bg1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b="0" dirty="0">
                  <a:solidFill>
                    <a:schemeClr val="bg1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  <a:p>
                <a:pPr marL="0" indent="0" algn="ctr">
                  <a:buNone/>
                </a:pPr>
                <a:endParaRPr lang="en-GB" dirty="0">
                  <a:solidFill>
                    <a:schemeClr val="bg1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𝑎𝑡</m:t>
                      </m:r>
                    </m:oMath>
                  </m:oMathPara>
                </a14:m>
                <a:endParaRPr lang="en-GB" b="0" dirty="0">
                  <a:solidFill>
                    <a:schemeClr val="bg1"/>
                  </a:solidFill>
                </a:endParaRPr>
              </a:p>
              <a:p>
                <a:pPr marL="0" indent="0" algn="ctr">
                  <a:buNone/>
                </a:pPr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8EED31D8-0D20-46A7-8012-EAF9B2E89F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937D74-1932-4A02-961C-7CD6445D1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 Brayne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AECFD-3E16-4D02-BB81-6DFCDE04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60372B-7A70-4720-BE76-74D1F89F827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571A7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571A7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0A9234E-0AB4-4D5C-9827-12EF23CDE1AD}"/>
              </a:ext>
            </a:extLst>
          </p:cNvPr>
          <p:cNvGrpSpPr/>
          <p:nvPr/>
        </p:nvGrpSpPr>
        <p:grpSpPr>
          <a:xfrm>
            <a:off x="3572969" y="1143001"/>
            <a:ext cx="7752256" cy="4962524"/>
            <a:chOff x="3572969" y="1143001"/>
            <a:chExt cx="7752256" cy="4962524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E857FA9-195A-41E6-BF7E-45C507D48A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811" y="1143001"/>
              <a:ext cx="0" cy="4962524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D95CEBC-03F2-428E-B3AC-B3356BCC2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811" y="4917764"/>
              <a:ext cx="7338414" cy="2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58D4CE1-F3A3-4CF4-9BA8-B8A983B5A2C5}"/>
                </a:ext>
              </a:extLst>
            </p:cNvPr>
            <p:cNvSpPr txBox="1"/>
            <p:nvPr/>
          </p:nvSpPr>
          <p:spPr>
            <a:xfrm rot="16200000">
              <a:off x="2633688" y="2949055"/>
              <a:ext cx="2247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Z Acceleration (ms</a:t>
              </a:r>
              <a:r>
                <a:rPr kumimoji="0" lang="en-GB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-2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)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AE2A993-449D-47B2-AB30-A94004693A6D}"/>
              </a:ext>
            </a:extLst>
          </p:cNvPr>
          <p:cNvGrpSpPr/>
          <p:nvPr/>
        </p:nvGrpSpPr>
        <p:grpSpPr>
          <a:xfrm>
            <a:off x="4014274" y="1781403"/>
            <a:ext cx="7053777" cy="3891987"/>
            <a:chOff x="4026736" y="2048125"/>
            <a:chExt cx="7971332" cy="2469806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15CE4ED-8B11-42B3-9802-1F6B56814B07}"/>
                </a:ext>
              </a:extLst>
            </p:cNvPr>
            <p:cNvSpPr/>
            <p:nvPr/>
          </p:nvSpPr>
          <p:spPr>
            <a:xfrm>
              <a:off x="4026736" y="3317476"/>
              <a:ext cx="3422687" cy="1200455"/>
            </a:xfrm>
            <a:custGeom>
              <a:avLst/>
              <a:gdLst>
                <a:gd name="connsiteX0" fmla="*/ 0 w 2407641"/>
                <a:gd name="connsiteY0" fmla="*/ 724024 h 1277697"/>
                <a:gd name="connsiteX1" fmla="*/ 763399 w 2407641"/>
                <a:gd name="connsiteY1" fmla="*/ 732413 h 1277697"/>
                <a:gd name="connsiteX2" fmla="*/ 1082180 w 2407641"/>
                <a:gd name="connsiteY2" fmla="*/ 942137 h 1277697"/>
                <a:gd name="connsiteX3" fmla="*/ 2122415 w 2407641"/>
                <a:gd name="connsiteY3" fmla="*/ 2570 h 1277697"/>
                <a:gd name="connsiteX4" fmla="*/ 2407641 w 2407641"/>
                <a:gd name="connsiteY4" fmla="*/ 1277697 h 1277697"/>
                <a:gd name="connsiteX0" fmla="*/ 0 w 2407641"/>
                <a:gd name="connsiteY0" fmla="*/ 724028 h 1277701"/>
                <a:gd name="connsiteX1" fmla="*/ 587230 w 2407641"/>
                <a:gd name="connsiteY1" fmla="*/ 740806 h 1277701"/>
                <a:gd name="connsiteX2" fmla="*/ 1082180 w 2407641"/>
                <a:gd name="connsiteY2" fmla="*/ 942141 h 1277701"/>
                <a:gd name="connsiteX3" fmla="*/ 2122415 w 2407641"/>
                <a:gd name="connsiteY3" fmla="*/ 2574 h 1277701"/>
                <a:gd name="connsiteX4" fmla="*/ 2407641 w 2407641"/>
                <a:gd name="connsiteY4" fmla="*/ 1277701 h 1277701"/>
                <a:gd name="connsiteX0" fmla="*/ 0 w 2407641"/>
                <a:gd name="connsiteY0" fmla="*/ 724205 h 1277878"/>
                <a:gd name="connsiteX1" fmla="*/ 587230 w 2407641"/>
                <a:gd name="connsiteY1" fmla="*/ 740983 h 1277878"/>
                <a:gd name="connsiteX2" fmla="*/ 1115736 w 2407641"/>
                <a:gd name="connsiteY2" fmla="*/ 883596 h 1277878"/>
                <a:gd name="connsiteX3" fmla="*/ 2122415 w 2407641"/>
                <a:gd name="connsiteY3" fmla="*/ 2751 h 1277878"/>
                <a:gd name="connsiteX4" fmla="*/ 2407641 w 2407641"/>
                <a:gd name="connsiteY4" fmla="*/ 1277878 h 1277878"/>
                <a:gd name="connsiteX0" fmla="*/ 0 w 2407641"/>
                <a:gd name="connsiteY0" fmla="*/ 740939 h 1294612"/>
                <a:gd name="connsiteX1" fmla="*/ 587230 w 2407641"/>
                <a:gd name="connsiteY1" fmla="*/ 757717 h 1294612"/>
                <a:gd name="connsiteX2" fmla="*/ 1115736 w 2407641"/>
                <a:gd name="connsiteY2" fmla="*/ 900330 h 1294612"/>
                <a:gd name="connsiteX3" fmla="*/ 2206305 w 2407641"/>
                <a:gd name="connsiteY3" fmla="*/ 2707 h 1294612"/>
                <a:gd name="connsiteX4" fmla="*/ 2407641 w 2407641"/>
                <a:gd name="connsiteY4" fmla="*/ 1294612 h 1294612"/>
                <a:gd name="connsiteX0" fmla="*/ 0 w 2407641"/>
                <a:gd name="connsiteY0" fmla="*/ 740939 h 1294612"/>
                <a:gd name="connsiteX1" fmla="*/ 587230 w 2407641"/>
                <a:gd name="connsiteY1" fmla="*/ 757717 h 1294612"/>
                <a:gd name="connsiteX2" fmla="*/ 1115736 w 2407641"/>
                <a:gd name="connsiteY2" fmla="*/ 900330 h 1294612"/>
                <a:gd name="connsiteX3" fmla="*/ 2206305 w 2407641"/>
                <a:gd name="connsiteY3" fmla="*/ 2707 h 1294612"/>
                <a:gd name="connsiteX4" fmla="*/ 2407641 w 2407641"/>
                <a:gd name="connsiteY4" fmla="*/ 1294612 h 1294612"/>
                <a:gd name="connsiteX0" fmla="*/ 0 w 2407641"/>
                <a:gd name="connsiteY0" fmla="*/ 739094 h 1292767"/>
                <a:gd name="connsiteX1" fmla="*/ 587230 w 2407641"/>
                <a:gd name="connsiteY1" fmla="*/ 755872 h 1292767"/>
                <a:gd name="connsiteX2" fmla="*/ 1115736 w 2407641"/>
                <a:gd name="connsiteY2" fmla="*/ 898485 h 1292767"/>
                <a:gd name="connsiteX3" fmla="*/ 2206305 w 2407641"/>
                <a:gd name="connsiteY3" fmla="*/ 862 h 1292767"/>
                <a:gd name="connsiteX4" fmla="*/ 2407641 w 2407641"/>
                <a:gd name="connsiteY4" fmla="*/ 1292767 h 1292767"/>
                <a:gd name="connsiteX0" fmla="*/ 0 w 2407641"/>
                <a:gd name="connsiteY0" fmla="*/ 739094 h 1311817"/>
                <a:gd name="connsiteX1" fmla="*/ 587230 w 2407641"/>
                <a:gd name="connsiteY1" fmla="*/ 755872 h 1311817"/>
                <a:gd name="connsiteX2" fmla="*/ 1115736 w 2407641"/>
                <a:gd name="connsiteY2" fmla="*/ 898485 h 1311817"/>
                <a:gd name="connsiteX3" fmla="*/ 2206305 w 2407641"/>
                <a:gd name="connsiteY3" fmla="*/ 862 h 1311817"/>
                <a:gd name="connsiteX4" fmla="*/ 2407641 w 2407641"/>
                <a:gd name="connsiteY4" fmla="*/ 1311817 h 1311817"/>
                <a:gd name="connsiteX0" fmla="*/ 0 w 2407641"/>
                <a:gd name="connsiteY0" fmla="*/ 739094 h 1311817"/>
                <a:gd name="connsiteX1" fmla="*/ 587230 w 2407641"/>
                <a:gd name="connsiteY1" fmla="*/ 755872 h 1311817"/>
                <a:gd name="connsiteX2" fmla="*/ 1115736 w 2407641"/>
                <a:gd name="connsiteY2" fmla="*/ 898485 h 1311817"/>
                <a:gd name="connsiteX3" fmla="*/ 2206305 w 2407641"/>
                <a:gd name="connsiteY3" fmla="*/ 862 h 1311817"/>
                <a:gd name="connsiteX4" fmla="*/ 2407641 w 2407641"/>
                <a:gd name="connsiteY4" fmla="*/ 1311817 h 1311817"/>
                <a:gd name="connsiteX0" fmla="*/ 0 w 2407641"/>
                <a:gd name="connsiteY0" fmla="*/ 743616 h 1316339"/>
                <a:gd name="connsiteX1" fmla="*/ 587230 w 2407641"/>
                <a:gd name="connsiteY1" fmla="*/ 760394 h 1316339"/>
                <a:gd name="connsiteX2" fmla="*/ 1115736 w 2407641"/>
                <a:gd name="connsiteY2" fmla="*/ 903007 h 1316339"/>
                <a:gd name="connsiteX3" fmla="*/ 2206305 w 2407641"/>
                <a:gd name="connsiteY3" fmla="*/ 5384 h 1316339"/>
                <a:gd name="connsiteX4" fmla="*/ 2407641 w 2407641"/>
                <a:gd name="connsiteY4" fmla="*/ 1316339 h 1316339"/>
                <a:gd name="connsiteX0" fmla="*/ 0 w 2407641"/>
                <a:gd name="connsiteY0" fmla="*/ 775442 h 1348165"/>
                <a:gd name="connsiteX1" fmla="*/ 587230 w 2407641"/>
                <a:gd name="connsiteY1" fmla="*/ 792220 h 1348165"/>
                <a:gd name="connsiteX2" fmla="*/ 1115736 w 2407641"/>
                <a:gd name="connsiteY2" fmla="*/ 934833 h 1348165"/>
                <a:gd name="connsiteX3" fmla="*/ 1804311 w 2407641"/>
                <a:gd name="connsiteY3" fmla="*/ 435447 h 1348165"/>
                <a:gd name="connsiteX4" fmla="*/ 2206305 w 2407641"/>
                <a:gd name="connsiteY4" fmla="*/ 37210 h 1348165"/>
                <a:gd name="connsiteX5" fmla="*/ 2407641 w 2407641"/>
                <a:gd name="connsiteY5" fmla="*/ 1348165 h 1348165"/>
                <a:gd name="connsiteX0" fmla="*/ 0 w 2407641"/>
                <a:gd name="connsiteY0" fmla="*/ 775442 h 1348165"/>
                <a:gd name="connsiteX1" fmla="*/ 587230 w 2407641"/>
                <a:gd name="connsiteY1" fmla="*/ 792220 h 1348165"/>
                <a:gd name="connsiteX2" fmla="*/ 970479 w 2407641"/>
                <a:gd name="connsiteY2" fmla="*/ 958645 h 1348165"/>
                <a:gd name="connsiteX3" fmla="*/ 1804311 w 2407641"/>
                <a:gd name="connsiteY3" fmla="*/ 435447 h 1348165"/>
                <a:gd name="connsiteX4" fmla="*/ 2206305 w 2407641"/>
                <a:gd name="connsiteY4" fmla="*/ 37210 h 1348165"/>
                <a:gd name="connsiteX5" fmla="*/ 2407641 w 2407641"/>
                <a:gd name="connsiteY5" fmla="*/ 1348165 h 1348165"/>
                <a:gd name="connsiteX0" fmla="*/ 0 w 2407641"/>
                <a:gd name="connsiteY0" fmla="*/ 775442 h 1350546"/>
                <a:gd name="connsiteX1" fmla="*/ 587230 w 2407641"/>
                <a:gd name="connsiteY1" fmla="*/ 792220 h 1350546"/>
                <a:gd name="connsiteX2" fmla="*/ 970479 w 2407641"/>
                <a:gd name="connsiteY2" fmla="*/ 958645 h 1350546"/>
                <a:gd name="connsiteX3" fmla="*/ 1804311 w 2407641"/>
                <a:gd name="connsiteY3" fmla="*/ 435447 h 1350546"/>
                <a:gd name="connsiteX4" fmla="*/ 2206305 w 2407641"/>
                <a:gd name="connsiteY4" fmla="*/ 37210 h 1350546"/>
                <a:gd name="connsiteX5" fmla="*/ 2407641 w 2407641"/>
                <a:gd name="connsiteY5" fmla="*/ 1350546 h 1350546"/>
                <a:gd name="connsiteX0" fmla="*/ 0 w 3422688"/>
                <a:gd name="connsiteY0" fmla="*/ 799254 h 1350546"/>
                <a:gd name="connsiteX1" fmla="*/ 1602277 w 3422688"/>
                <a:gd name="connsiteY1" fmla="*/ 792220 h 1350546"/>
                <a:gd name="connsiteX2" fmla="*/ 1985526 w 3422688"/>
                <a:gd name="connsiteY2" fmla="*/ 958645 h 1350546"/>
                <a:gd name="connsiteX3" fmla="*/ 2819358 w 3422688"/>
                <a:gd name="connsiteY3" fmla="*/ 435447 h 1350546"/>
                <a:gd name="connsiteX4" fmla="*/ 3221352 w 3422688"/>
                <a:gd name="connsiteY4" fmla="*/ 37210 h 1350546"/>
                <a:gd name="connsiteX5" fmla="*/ 3422688 w 3422688"/>
                <a:gd name="connsiteY5" fmla="*/ 1350546 h 1350546"/>
                <a:gd name="connsiteX0" fmla="*/ 0 w 3422688"/>
                <a:gd name="connsiteY0" fmla="*/ 799254 h 1350546"/>
                <a:gd name="connsiteX1" fmla="*/ 1602277 w 3422688"/>
                <a:gd name="connsiteY1" fmla="*/ 792220 h 1350546"/>
                <a:gd name="connsiteX2" fmla="*/ 1985526 w 3422688"/>
                <a:gd name="connsiteY2" fmla="*/ 958645 h 1350546"/>
                <a:gd name="connsiteX3" fmla="*/ 2819358 w 3422688"/>
                <a:gd name="connsiteY3" fmla="*/ 435447 h 1350546"/>
                <a:gd name="connsiteX4" fmla="*/ 3221352 w 3422688"/>
                <a:gd name="connsiteY4" fmla="*/ 37210 h 1350546"/>
                <a:gd name="connsiteX5" fmla="*/ 3422688 w 3422688"/>
                <a:gd name="connsiteY5" fmla="*/ 1350546 h 1350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2688" h="1350546">
                  <a:moveTo>
                    <a:pt x="0" y="799254"/>
                  </a:moveTo>
                  <a:cubicBezTo>
                    <a:pt x="727469" y="799560"/>
                    <a:pt x="1271356" y="765655"/>
                    <a:pt x="1602277" y="792220"/>
                  </a:cubicBezTo>
                  <a:cubicBezTo>
                    <a:pt x="1933198" y="818785"/>
                    <a:pt x="1782679" y="1018107"/>
                    <a:pt x="1985526" y="958645"/>
                  </a:cubicBezTo>
                  <a:cubicBezTo>
                    <a:pt x="2188373" y="899183"/>
                    <a:pt x="2637597" y="585051"/>
                    <a:pt x="2819358" y="435447"/>
                  </a:cubicBezTo>
                  <a:cubicBezTo>
                    <a:pt x="3001120" y="285843"/>
                    <a:pt x="3108891" y="-124831"/>
                    <a:pt x="3221352" y="37210"/>
                  </a:cubicBezTo>
                  <a:cubicBezTo>
                    <a:pt x="3366105" y="140653"/>
                    <a:pt x="3390530" y="740946"/>
                    <a:pt x="3422688" y="1350546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613FF1C-ECA0-4F47-BC5A-0A92D3D54C08}"/>
                </a:ext>
              </a:extLst>
            </p:cNvPr>
            <p:cNvSpPr/>
            <p:nvPr/>
          </p:nvSpPr>
          <p:spPr>
            <a:xfrm>
              <a:off x="8379620" y="2048125"/>
              <a:ext cx="3618448" cy="2466725"/>
            </a:xfrm>
            <a:custGeom>
              <a:avLst/>
              <a:gdLst>
                <a:gd name="connsiteX0" fmla="*/ 0 w 2147888"/>
                <a:gd name="connsiteY0" fmla="*/ 2757803 h 2757803"/>
                <a:gd name="connsiteX1" fmla="*/ 123825 w 2147888"/>
                <a:gd name="connsiteY1" fmla="*/ 33653 h 2757803"/>
                <a:gd name="connsiteX2" fmla="*/ 214313 w 2147888"/>
                <a:gd name="connsiteY2" fmla="*/ 1224278 h 2757803"/>
                <a:gd name="connsiteX3" fmla="*/ 266700 w 2147888"/>
                <a:gd name="connsiteY3" fmla="*/ 1038541 h 2757803"/>
                <a:gd name="connsiteX4" fmla="*/ 528638 w 2147888"/>
                <a:gd name="connsiteY4" fmla="*/ 2619691 h 2757803"/>
                <a:gd name="connsiteX5" fmla="*/ 852488 w 2147888"/>
                <a:gd name="connsiteY5" fmla="*/ 2148203 h 2757803"/>
                <a:gd name="connsiteX6" fmla="*/ 1066800 w 2147888"/>
                <a:gd name="connsiteY6" fmla="*/ 2238691 h 2757803"/>
                <a:gd name="connsiteX7" fmla="*/ 2147888 w 2147888"/>
                <a:gd name="connsiteY7" fmla="*/ 2210116 h 2757803"/>
                <a:gd name="connsiteX0" fmla="*/ 0 w 2147888"/>
                <a:gd name="connsiteY0" fmla="*/ 2788172 h 2788172"/>
                <a:gd name="connsiteX1" fmla="*/ 152400 w 2147888"/>
                <a:gd name="connsiteY1" fmla="*/ 33066 h 2788172"/>
                <a:gd name="connsiteX2" fmla="*/ 214313 w 2147888"/>
                <a:gd name="connsiteY2" fmla="*/ 1254647 h 2788172"/>
                <a:gd name="connsiteX3" fmla="*/ 266700 w 2147888"/>
                <a:gd name="connsiteY3" fmla="*/ 1068910 h 2788172"/>
                <a:gd name="connsiteX4" fmla="*/ 528638 w 2147888"/>
                <a:gd name="connsiteY4" fmla="*/ 2650060 h 2788172"/>
                <a:gd name="connsiteX5" fmla="*/ 852488 w 2147888"/>
                <a:gd name="connsiteY5" fmla="*/ 2178572 h 2788172"/>
                <a:gd name="connsiteX6" fmla="*/ 1066800 w 2147888"/>
                <a:gd name="connsiteY6" fmla="*/ 2269060 h 2788172"/>
                <a:gd name="connsiteX7" fmla="*/ 2147888 w 2147888"/>
                <a:gd name="connsiteY7" fmla="*/ 2240485 h 2788172"/>
                <a:gd name="connsiteX0" fmla="*/ 0 w 2147888"/>
                <a:gd name="connsiteY0" fmla="*/ 2755219 h 2755219"/>
                <a:gd name="connsiteX1" fmla="*/ 152400 w 2147888"/>
                <a:gd name="connsiteY1" fmla="*/ 113 h 2755219"/>
                <a:gd name="connsiteX2" fmla="*/ 214313 w 2147888"/>
                <a:gd name="connsiteY2" fmla="*/ 1221694 h 2755219"/>
                <a:gd name="connsiteX3" fmla="*/ 266700 w 2147888"/>
                <a:gd name="connsiteY3" fmla="*/ 1035957 h 2755219"/>
                <a:gd name="connsiteX4" fmla="*/ 528638 w 2147888"/>
                <a:gd name="connsiteY4" fmla="*/ 2617107 h 2755219"/>
                <a:gd name="connsiteX5" fmla="*/ 852488 w 2147888"/>
                <a:gd name="connsiteY5" fmla="*/ 2145619 h 2755219"/>
                <a:gd name="connsiteX6" fmla="*/ 1066800 w 2147888"/>
                <a:gd name="connsiteY6" fmla="*/ 2236107 h 2755219"/>
                <a:gd name="connsiteX7" fmla="*/ 2147888 w 2147888"/>
                <a:gd name="connsiteY7" fmla="*/ 2207532 h 2755219"/>
                <a:gd name="connsiteX0" fmla="*/ 0 w 2147888"/>
                <a:gd name="connsiteY0" fmla="*/ 2755114 h 2755114"/>
                <a:gd name="connsiteX1" fmla="*/ 152400 w 2147888"/>
                <a:gd name="connsiteY1" fmla="*/ 8 h 2755114"/>
                <a:gd name="connsiteX2" fmla="*/ 214313 w 2147888"/>
                <a:gd name="connsiteY2" fmla="*/ 1221589 h 2755114"/>
                <a:gd name="connsiteX3" fmla="*/ 266700 w 2147888"/>
                <a:gd name="connsiteY3" fmla="*/ 1035852 h 2755114"/>
                <a:gd name="connsiteX4" fmla="*/ 528638 w 2147888"/>
                <a:gd name="connsiteY4" fmla="*/ 2617002 h 2755114"/>
                <a:gd name="connsiteX5" fmla="*/ 852488 w 2147888"/>
                <a:gd name="connsiteY5" fmla="*/ 2145514 h 2755114"/>
                <a:gd name="connsiteX6" fmla="*/ 1066800 w 2147888"/>
                <a:gd name="connsiteY6" fmla="*/ 2236002 h 2755114"/>
                <a:gd name="connsiteX7" fmla="*/ 2147888 w 2147888"/>
                <a:gd name="connsiteY7" fmla="*/ 2207427 h 2755114"/>
                <a:gd name="connsiteX0" fmla="*/ 0 w 2147888"/>
                <a:gd name="connsiteY0" fmla="*/ 2786117 h 2786117"/>
                <a:gd name="connsiteX1" fmla="*/ 152400 w 2147888"/>
                <a:gd name="connsiteY1" fmla="*/ 31011 h 2786117"/>
                <a:gd name="connsiteX2" fmla="*/ 214313 w 2147888"/>
                <a:gd name="connsiteY2" fmla="*/ 1288311 h 2786117"/>
                <a:gd name="connsiteX3" fmla="*/ 266700 w 2147888"/>
                <a:gd name="connsiteY3" fmla="*/ 1066855 h 2786117"/>
                <a:gd name="connsiteX4" fmla="*/ 528638 w 2147888"/>
                <a:gd name="connsiteY4" fmla="*/ 2648005 h 2786117"/>
                <a:gd name="connsiteX5" fmla="*/ 852488 w 2147888"/>
                <a:gd name="connsiteY5" fmla="*/ 2176517 h 2786117"/>
                <a:gd name="connsiteX6" fmla="*/ 1066800 w 2147888"/>
                <a:gd name="connsiteY6" fmla="*/ 2267005 h 2786117"/>
                <a:gd name="connsiteX7" fmla="*/ 2147888 w 2147888"/>
                <a:gd name="connsiteY7" fmla="*/ 2238430 h 278611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28638 w 2147888"/>
                <a:gd name="connsiteY4" fmla="*/ 2648115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21532 w 2147888"/>
                <a:gd name="connsiteY5" fmla="*/ 2188533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02444 w 2147888"/>
                <a:gd name="connsiteY4" fmla="*/ 2598109 h 2786227"/>
                <a:gd name="connsiteX5" fmla="*/ 821532 w 2147888"/>
                <a:gd name="connsiteY5" fmla="*/ 2188533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02444 w 2147888"/>
                <a:gd name="connsiteY4" fmla="*/ 2598109 h 2786227"/>
                <a:gd name="connsiteX5" fmla="*/ 821532 w 2147888"/>
                <a:gd name="connsiteY5" fmla="*/ 2188533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02444 w 2147888"/>
                <a:gd name="connsiteY4" fmla="*/ 2598109 h 2786227"/>
                <a:gd name="connsiteX5" fmla="*/ 821532 w 2147888"/>
                <a:gd name="connsiteY5" fmla="*/ 2188533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55393 h 2755393"/>
                <a:gd name="connsiteX1" fmla="*/ 97631 w 2147888"/>
                <a:gd name="connsiteY1" fmla="*/ 1381412 h 2755393"/>
                <a:gd name="connsiteX2" fmla="*/ 152400 w 2147888"/>
                <a:gd name="connsiteY2" fmla="*/ 287 h 2755393"/>
                <a:gd name="connsiteX3" fmla="*/ 214313 w 2147888"/>
                <a:gd name="connsiteY3" fmla="*/ 1257587 h 2755393"/>
                <a:gd name="connsiteX4" fmla="*/ 292893 w 2147888"/>
                <a:gd name="connsiteY4" fmla="*/ 1069469 h 2755393"/>
                <a:gd name="connsiteX5" fmla="*/ 502444 w 2147888"/>
                <a:gd name="connsiteY5" fmla="*/ 2567275 h 2755393"/>
                <a:gd name="connsiteX6" fmla="*/ 821532 w 2147888"/>
                <a:gd name="connsiteY6" fmla="*/ 2157699 h 2755393"/>
                <a:gd name="connsiteX7" fmla="*/ 1066800 w 2147888"/>
                <a:gd name="connsiteY7" fmla="*/ 2236281 h 2755393"/>
                <a:gd name="connsiteX8" fmla="*/ 2147888 w 2147888"/>
                <a:gd name="connsiteY8" fmla="*/ 2207706 h 2755393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823913 w 2150269"/>
                <a:gd name="connsiteY6" fmla="*/ 2157699 h 2783968"/>
                <a:gd name="connsiteX7" fmla="*/ 1069181 w 2150269"/>
                <a:gd name="connsiteY7" fmla="*/ 2236281 h 2783968"/>
                <a:gd name="connsiteX8" fmla="*/ 2150269 w 2150269"/>
                <a:gd name="connsiteY8" fmla="*/ 2207706 h 2783968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823913 w 2150269"/>
                <a:gd name="connsiteY6" fmla="*/ 2157699 h 2783968"/>
                <a:gd name="connsiteX7" fmla="*/ 2150269 w 2150269"/>
                <a:gd name="connsiteY7" fmla="*/ 2207706 h 2783968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876300 w 2150269"/>
                <a:gd name="connsiteY6" fmla="*/ 2162461 h 2783968"/>
                <a:gd name="connsiteX7" fmla="*/ 2150269 w 2150269"/>
                <a:gd name="connsiteY7" fmla="*/ 2207706 h 2783968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876300 w 2150269"/>
                <a:gd name="connsiteY6" fmla="*/ 2162461 h 2783968"/>
                <a:gd name="connsiteX7" fmla="*/ 2150269 w 2150269"/>
                <a:gd name="connsiteY7" fmla="*/ 2207706 h 2783968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904875 w 2150269"/>
                <a:gd name="connsiteY6" fmla="*/ 2181511 h 2783968"/>
                <a:gd name="connsiteX7" fmla="*/ 2150269 w 2150269"/>
                <a:gd name="connsiteY7" fmla="*/ 2207706 h 2783968"/>
                <a:gd name="connsiteX0" fmla="*/ 0 w 3015662"/>
                <a:gd name="connsiteY0" fmla="*/ 2783968 h 2783968"/>
                <a:gd name="connsiteX1" fmla="*/ 100012 w 3015662"/>
                <a:gd name="connsiteY1" fmla="*/ 1381412 h 2783968"/>
                <a:gd name="connsiteX2" fmla="*/ 154781 w 3015662"/>
                <a:gd name="connsiteY2" fmla="*/ 287 h 2783968"/>
                <a:gd name="connsiteX3" fmla="*/ 216694 w 3015662"/>
                <a:gd name="connsiteY3" fmla="*/ 1257587 h 2783968"/>
                <a:gd name="connsiteX4" fmla="*/ 295274 w 3015662"/>
                <a:gd name="connsiteY4" fmla="*/ 1069469 h 2783968"/>
                <a:gd name="connsiteX5" fmla="*/ 504825 w 3015662"/>
                <a:gd name="connsiteY5" fmla="*/ 2567275 h 2783968"/>
                <a:gd name="connsiteX6" fmla="*/ 904875 w 3015662"/>
                <a:gd name="connsiteY6" fmla="*/ 2181511 h 2783968"/>
                <a:gd name="connsiteX7" fmla="*/ 3015662 w 3015662"/>
                <a:gd name="connsiteY7" fmla="*/ 2231519 h 2783968"/>
                <a:gd name="connsiteX0" fmla="*/ 0 w 3015662"/>
                <a:gd name="connsiteY0" fmla="*/ 2783968 h 2783968"/>
                <a:gd name="connsiteX1" fmla="*/ 100012 w 3015662"/>
                <a:gd name="connsiteY1" fmla="*/ 1381412 h 2783968"/>
                <a:gd name="connsiteX2" fmla="*/ 154781 w 3015662"/>
                <a:gd name="connsiteY2" fmla="*/ 287 h 2783968"/>
                <a:gd name="connsiteX3" fmla="*/ 216694 w 3015662"/>
                <a:gd name="connsiteY3" fmla="*/ 1257587 h 2783968"/>
                <a:gd name="connsiteX4" fmla="*/ 295274 w 3015662"/>
                <a:gd name="connsiteY4" fmla="*/ 1069469 h 2783968"/>
                <a:gd name="connsiteX5" fmla="*/ 504825 w 3015662"/>
                <a:gd name="connsiteY5" fmla="*/ 2567275 h 2783968"/>
                <a:gd name="connsiteX6" fmla="*/ 904875 w 3015662"/>
                <a:gd name="connsiteY6" fmla="*/ 2181511 h 2783968"/>
                <a:gd name="connsiteX7" fmla="*/ 3015662 w 3015662"/>
                <a:gd name="connsiteY7" fmla="*/ 2231519 h 2783968"/>
                <a:gd name="connsiteX0" fmla="*/ 0 w 3015662"/>
                <a:gd name="connsiteY0" fmla="*/ 2783968 h 2783968"/>
                <a:gd name="connsiteX1" fmla="*/ 100012 w 3015662"/>
                <a:gd name="connsiteY1" fmla="*/ 1381412 h 2783968"/>
                <a:gd name="connsiteX2" fmla="*/ 154781 w 3015662"/>
                <a:gd name="connsiteY2" fmla="*/ 287 h 2783968"/>
                <a:gd name="connsiteX3" fmla="*/ 216694 w 3015662"/>
                <a:gd name="connsiteY3" fmla="*/ 1257587 h 2783968"/>
                <a:gd name="connsiteX4" fmla="*/ 295274 w 3015662"/>
                <a:gd name="connsiteY4" fmla="*/ 1069469 h 2783968"/>
                <a:gd name="connsiteX5" fmla="*/ 504825 w 3015662"/>
                <a:gd name="connsiteY5" fmla="*/ 2567275 h 2783968"/>
                <a:gd name="connsiteX6" fmla="*/ 904875 w 3015662"/>
                <a:gd name="connsiteY6" fmla="*/ 2181511 h 2783968"/>
                <a:gd name="connsiteX7" fmla="*/ 3015662 w 3015662"/>
                <a:gd name="connsiteY7" fmla="*/ 2231519 h 2783968"/>
                <a:gd name="connsiteX0" fmla="*/ 0 w 3586154"/>
                <a:gd name="connsiteY0" fmla="*/ 2783968 h 2783968"/>
                <a:gd name="connsiteX1" fmla="*/ 100012 w 3586154"/>
                <a:gd name="connsiteY1" fmla="*/ 1381412 h 2783968"/>
                <a:gd name="connsiteX2" fmla="*/ 154781 w 3586154"/>
                <a:gd name="connsiteY2" fmla="*/ 287 h 2783968"/>
                <a:gd name="connsiteX3" fmla="*/ 216694 w 3586154"/>
                <a:gd name="connsiteY3" fmla="*/ 1257587 h 2783968"/>
                <a:gd name="connsiteX4" fmla="*/ 295274 w 3586154"/>
                <a:gd name="connsiteY4" fmla="*/ 1069469 h 2783968"/>
                <a:gd name="connsiteX5" fmla="*/ 504825 w 3586154"/>
                <a:gd name="connsiteY5" fmla="*/ 2567275 h 2783968"/>
                <a:gd name="connsiteX6" fmla="*/ 904875 w 3586154"/>
                <a:gd name="connsiteY6" fmla="*/ 2181511 h 2783968"/>
                <a:gd name="connsiteX7" fmla="*/ 3586154 w 3586154"/>
                <a:gd name="connsiteY7" fmla="*/ 2243608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18446" h="2783968">
                  <a:moveTo>
                    <a:pt x="0" y="2783968"/>
                  </a:moveTo>
                  <a:cubicBezTo>
                    <a:pt x="9128" y="2559734"/>
                    <a:pt x="74612" y="1840596"/>
                    <a:pt x="100012" y="1381412"/>
                  </a:cubicBezTo>
                  <a:cubicBezTo>
                    <a:pt x="125412" y="922228"/>
                    <a:pt x="135334" y="20924"/>
                    <a:pt x="154781" y="287"/>
                  </a:cubicBezTo>
                  <a:cubicBezTo>
                    <a:pt x="174228" y="-20350"/>
                    <a:pt x="193279" y="1079390"/>
                    <a:pt x="216694" y="1257587"/>
                  </a:cubicBezTo>
                  <a:cubicBezTo>
                    <a:pt x="240109" y="1435784"/>
                    <a:pt x="247252" y="851188"/>
                    <a:pt x="295274" y="1069469"/>
                  </a:cubicBezTo>
                  <a:cubicBezTo>
                    <a:pt x="343296" y="1287750"/>
                    <a:pt x="403225" y="2381935"/>
                    <a:pt x="504825" y="2567275"/>
                  </a:cubicBezTo>
                  <a:cubicBezTo>
                    <a:pt x="606425" y="2752615"/>
                    <a:pt x="493578" y="2169975"/>
                    <a:pt x="904875" y="2181511"/>
                  </a:cubicBezTo>
                  <a:cubicBezTo>
                    <a:pt x="1316172" y="2193047"/>
                    <a:pt x="661464" y="2276417"/>
                    <a:pt x="3618446" y="2237563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C17FEBEE-ADA1-460C-B6EC-9434D15FEA96}"/>
                </a:ext>
              </a:extLst>
            </p:cNvPr>
            <p:cNvCxnSpPr>
              <a:cxnSpLocks/>
              <a:stCxn id="52" idx="5"/>
            </p:cNvCxnSpPr>
            <p:nvPr/>
          </p:nvCxnSpPr>
          <p:spPr>
            <a:xfrm flipV="1">
              <a:off x="7449423" y="4515549"/>
              <a:ext cx="932575" cy="2382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079B0B8-B2AE-41F4-917F-8244FF250E27}"/>
              </a:ext>
            </a:extLst>
          </p:cNvPr>
          <p:cNvSpPr txBox="1"/>
          <p:nvPr/>
        </p:nvSpPr>
        <p:spPr>
          <a:xfrm>
            <a:off x="9159716" y="4917764"/>
            <a:ext cx="1272224" cy="58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Time (s)</a:t>
            </a:r>
          </a:p>
        </p:txBody>
      </p:sp>
    </p:spTree>
    <p:extLst>
      <p:ext uri="{BB962C8B-B14F-4D97-AF65-F5344CB8AC3E}">
        <p14:creationId xmlns:p14="http://schemas.microsoft.com/office/powerpoint/2010/main" val="983671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4B04BC-F8BA-4A57-BABD-84CDDA86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Kinematic Method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AE07B1-9808-4770-9B45-335BCB82D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8EED31D8-0D20-46A7-8012-EAF9B2E89F6E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256032" y="2696546"/>
                <a:ext cx="2834640" cy="3189904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GB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GB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en-GB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nary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GB" b="0" dirty="0">
                  <a:solidFill>
                    <a:schemeClr val="bg1"/>
                  </a:solidFill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GB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b="0" dirty="0">
                  <a:solidFill>
                    <a:schemeClr val="bg1"/>
                  </a:solidFill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n-GB" dirty="0">
                  <a:solidFill>
                    <a:schemeClr val="bg1"/>
                  </a:solidFill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8EED31D8-0D20-46A7-8012-EAF9B2E89F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256032" y="2696546"/>
                <a:ext cx="2834640" cy="3189904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937D74-1932-4A02-961C-7CD6445D1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 Brayne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AECFD-3E16-4D02-BB81-6DFCDE04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60372B-7A70-4720-BE76-74D1F89F827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571A7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571A7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0A9234E-0AB4-4D5C-9827-12EF23CDE1AD}"/>
              </a:ext>
            </a:extLst>
          </p:cNvPr>
          <p:cNvGrpSpPr/>
          <p:nvPr/>
        </p:nvGrpSpPr>
        <p:grpSpPr>
          <a:xfrm>
            <a:off x="3572969" y="1143001"/>
            <a:ext cx="7752256" cy="4962524"/>
            <a:chOff x="3572969" y="1143001"/>
            <a:chExt cx="7752256" cy="4962524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E857FA9-195A-41E6-BF7E-45C507D48A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811" y="1143001"/>
              <a:ext cx="0" cy="4962524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D95CEBC-03F2-428E-B3AC-B3356BCC2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811" y="4917764"/>
              <a:ext cx="7338414" cy="2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58D4CE1-F3A3-4CF4-9BA8-B8A983B5A2C5}"/>
                </a:ext>
              </a:extLst>
            </p:cNvPr>
            <p:cNvSpPr txBox="1"/>
            <p:nvPr/>
          </p:nvSpPr>
          <p:spPr>
            <a:xfrm rot="16200000">
              <a:off x="2633688" y="2949055"/>
              <a:ext cx="2247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Z Velocity (ms</a:t>
              </a:r>
              <a:r>
                <a:rPr kumimoji="0" lang="en-GB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-1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)</a:t>
              </a:r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EC3F995-0A1D-460A-A708-DD3D4B54E00F}"/>
              </a:ext>
            </a:extLst>
          </p:cNvPr>
          <p:cNvSpPr/>
          <p:nvPr/>
        </p:nvSpPr>
        <p:spPr>
          <a:xfrm>
            <a:off x="4000500" y="3573980"/>
            <a:ext cx="7038975" cy="2402841"/>
          </a:xfrm>
          <a:custGeom>
            <a:avLst/>
            <a:gdLst>
              <a:gd name="connsiteX0" fmla="*/ 0 w 7038975"/>
              <a:gd name="connsiteY0" fmla="*/ 1554580 h 2608575"/>
              <a:gd name="connsiteX1" fmla="*/ 1552575 w 7038975"/>
              <a:gd name="connsiteY1" fmla="*/ 1506955 h 2608575"/>
              <a:gd name="connsiteX2" fmla="*/ 1781175 w 7038975"/>
              <a:gd name="connsiteY2" fmla="*/ 1630780 h 2608575"/>
              <a:gd name="connsiteX3" fmla="*/ 2809875 w 7038975"/>
              <a:gd name="connsiteY3" fmla="*/ 11530 h 2608575"/>
              <a:gd name="connsiteX4" fmla="*/ 3867150 w 7038975"/>
              <a:gd name="connsiteY4" fmla="*/ 2583280 h 2608575"/>
              <a:gd name="connsiteX5" fmla="*/ 4429125 w 7038975"/>
              <a:gd name="connsiteY5" fmla="*/ 1345030 h 2608575"/>
              <a:gd name="connsiteX6" fmla="*/ 4714875 w 7038975"/>
              <a:gd name="connsiteY6" fmla="*/ 1687930 h 2608575"/>
              <a:gd name="connsiteX7" fmla="*/ 5057775 w 7038975"/>
              <a:gd name="connsiteY7" fmla="*/ 1545055 h 2608575"/>
              <a:gd name="connsiteX8" fmla="*/ 7038975 w 7038975"/>
              <a:gd name="connsiteY8" fmla="*/ 1554580 h 2608575"/>
              <a:gd name="connsiteX0" fmla="*/ 0 w 7038975"/>
              <a:gd name="connsiteY0" fmla="*/ 1554580 h 2608575"/>
              <a:gd name="connsiteX1" fmla="*/ 1247775 w 7038975"/>
              <a:gd name="connsiteY1" fmla="*/ 1506955 h 2608575"/>
              <a:gd name="connsiteX2" fmla="*/ 1781175 w 7038975"/>
              <a:gd name="connsiteY2" fmla="*/ 1630780 h 2608575"/>
              <a:gd name="connsiteX3" fmla="*/ 2809875 w 7038975"/>
              <a:gd name="connsiteY3" fmla="*/ 11530 h 2608575"/>
              <a:gd name="connsiteX4" fmla="*/ 3867150 w 7038975"/>
              <a:gd name="connsiteY4" fmla="*/ 2583280 h 2608575"/>
              <a:gd name="connsiteX5" fmla="*/ 4429125 w 7038975"/>
              <a:gd name="connsiteY5" fmla="*/ 1345030 h 2608575"/>
              <a:gd name="connsiteX6" fmla="*/ 4714875 w 7038975"/>
              <a:gd name="connsiteY6" fmla="*/ 1687930 h 2608575"/>
              <a:gd name="connsiteX7" fmla="*/ 5057775 w 7038975"/>
              <a:gd name="connsiteY7" fmla="*/ 1545055 h 2608575"/>
              <a:gd name="connsiteX8" fmla="*/ 7038975 w 7038975"/>
              <a:gd name="connsiteY8" fmla="*/ 1554580 h 2608575"/>
              <a:gd name="connsiteX0" fmla="*/ 0 w 7038975"/>
              <a:gd name="connsiteY0" fmla="*/ 1554646 h 2608641"/>
              <a:gd name="connsiteX1" fmla="*/ 1247775 w 7038975"/>
              <a:gd name="connsiteY1" fmla="*/ 1564171 h 2608641"/>
              <a:gd name="connsiteX2" fmla="*/ 1781175 w 7038975"/>
              <a:gd name="connsiteY2" fmla="*/ 1630846 h 2608641"/>
              <a:gd name="connsiteX3" fmla="*/ 2809875 w 7038975"/>
              <a:gd name="connsiteY3" fmla="*/ 11596 h 2608641"/>
              <a:gd name="connsiteX4" fmla="*/ 3867150 w 7038975"/>
              <a:gd name="connsiteY4" fmla="*/ 2583346 h 2608641"/>
              <a:gd name="connsiteX5" fmla="*/ 4429125 w 7038975"/>
              <a:gd name="connsiteY5" fmla="*/ 1345096 h 2608641"/>
              <a:gd name="connsiteX6" fmla="*/ 4714875 w 7038975"/>
              <a:gd name="connsiteY6" fmla="*/ 1687996 h 2608641"/>
              <a:gd name="connsiteX7" fmla="*/ 5057775 w 7038975"/>
              <a:gd name="connsiteY7" fmla="*/ 1545121 h 2608641"/>
              <a:gd name="connsiteX8" fmla="*/ 7038975 w 7038975"/>
              <a:gd name="connsiteY8" fmla="*/ 1554646 h 2608641"/>
              <a:gd name="connsiteX0" fmla="*/ 0 w 7038975"/>
              <a:gd name="connsiteY0" fmla="*/ 1544082 h 2598077"/>
              <a:gd name="connsiteX1" fmla="*/ 1247775 w 7038975"/>
              <a:gd name="connsiteY1" fmla="*/ 1553607 h 2598077"/>
              <a:gd name="connsiteX2" fmla="*/ 1781175 w 7038975"/>
              <a:gd name="connsiteY2" fmla="*/ 1620282 h 2598077"/>
              <a:gd name="connsiteX3" fmla="*/ 2809875 w 7038975"/>
              <a:gd name="connsiteY3" fmla="*/ 1032 h 2598077"/>
              <a:gd name="connsiteX4" fmla="*/ 3867150 w 7038975"/>
              <a:gd name="connsiteY4" fmla="*/ 2572782 h 2598077"/>
              <a:gd name="connsiteX5" fmla="*/ 4429125 w 7038975"/>
              <a:gd name="connsiteY5" fmla="*/ 1334532 h 2598077"/>
              <a:gd name="connsiteX6" fmla="*/ 4714875 w 7038975"/>
              <a:gd name="connsiteY6" fmla="*/ 1677432 h 2598077"/>
              <a:gd name="connsiteX7" fmla="*/ 5057775 w 7038975"/>
              <a:gd name="connsiteY7" fmla="*/ 1534557 h 2598077"/>
              <a:gd name="connsiteX8" fmla="*/ 7038975 w 7038975"/>
              <a:gd name="connsiteY8" fmla="*/ 1544082 h 2598077"/>
              <a:gd name="connsiteX0" fmla="*/ 0 w 7038975"/>
              <a:gd name="connsiteY0" fmla="*/ 1543395 h 2597390"/>
              <a:gd name="connsiteX1" fmla="*/ 1247775 w 7038975"/>
              <a:gd name="connsiteY1" fmla="*/ 1552920 h 2597390"/>
              <a:gd name="connsiteX2" fmla="*/ 1781175 w 7038975"/>
              <a:gd name="connsiteY2" fmla="*/ 1619595 h 2597390"/>
              <a:gd name="connsiteX3" fmla="*/ 2809875 w 7038975"/>
              <a:gd name="connsiteY3" fmla="*/ 345 h 2597390"/>
              <a:gd name="connsiteX4" fmla="*/ 3867150 w 7038975"/>
              <a:gd name="connsiteY4" fmla="*/ 2572095 h 2597390"/>
              <a:gd name="connsiteX5" fmla="*/ 4429125 w 7038975"/>
              <a:gd name="connsiteY5" fmla="*/ 1333845 h 2597390"/>
              <a:gd name="connsiteX6" fmla="*/ 4714875 w 7038975"/>
              <a:gd name="connsiteY6" fmla="*/ 1676745 h 2597390"/>
              <a:gd name="connsiteX7" fmla="*/ 5057775 w 7038975"/>
              <a:gd name="connsiteY7" fmla="*/ 1533870 h 2597390"/>
              <a:gd name="connsiteX8" fmla="*/ 7038975 w 7038975"/>
              <a:gd name="connsiteY8" fmla="*/ 1543395 h 2597390"/>
              <a:gd name="connsiteX0" fmla="*/ 0 w 7038975"/>
              <a:gd name="connsiteY0" fmla="*/ 1577527 h 2631522"/>
              <a:gd name="connsiteX1" fmla="*/ 1247775 w 7038975"/>
              <a:gd name="connsiteY1" fmla="*/ 1587052 h 2631522"/>
              <a:gd name="connsiteX2" fmla="*/ 1781175 w 7038975"/>
              <a:gd name="connsiteY2" fmla="*/ 1653727 h 2631522"/>
              <a:gd name="connsiteX3" fmla="*/ 2809875 w 7038975"/>
              <a:gd name="connsiteY3" fmla="*/ 34477 h 2631522"/>
              <a:gd name="connsiteX4" fmla="*/ 3867150 w 7038975"/>
              <a:gd name="connsiteY4" fmla="*/ 2606227 h 2631522"/>
              <a:gd name="connsiteX5" fmla="*/ 4429125 w 7038975"/>
              <a:gd name="connsiteY5" fmla="*/ 1367977 h 2631522"/>
              <a:gd name="connsiteX6" fmla="*/ 4714875 w 7038975"/>
              <a:gd name="connsiteY6" fmla="*/ 1710877 h 2631522"/>
              <a:gd name="connsiteX7" fmla="*/ 5057775 w 7038975"/>
              <a:gd name="connsiteY7" fmla="*/ 1568002 h 2631522"/>
              <a:gd name="connsiteX8" fmla="*/ 7038975 w 7038975"/>
              <a:gd name="connsiteY8" fmla="*/ 1577527 h 2631522"/>
              <a:gd name="connsiteX0" fmla="*/ 0 w 7038975"/>
              <a:gd name="connsiteY0" fmla="*/ 1577527 h 2688602"/>
              <a:gd name="connsiteX1" fmla="*/ 1247775 w 7038975"/>
              <a:gd name="connsiteY1" fmla="*/ 1587052 h 2688602"/>
              <a:gd name="connsiteX2" fmla="*/ 1781175 w 7038975"/>
              <a:gd name="connsiteY2" fmla="*/ 1653727 h 2688602"/>
              <a:gd name="connsiteX3" fmla="*/ 2809875 w 7038975"/>
              <a:gd name="connsiteY3" fmla="*/ 34477 h 2688602"/>
              <a:gd name="connsiteX4" fmla="*/ 3867150 w 7038975"/>
              <a:gd name="connsiteY4" fmla="*/ 2606227 h 2688602"/>
              <a:gd name="connsiteX5" fmla="*/ 4429125 w 7038975"/>
              <a:gd name="connsiteY5" fmla="*/ 1367977 h 2688602"/>
              <a:gd name="connsiteX6" fmla="*/ 4714875 w 7038975"/>
              <a:gd name="connsiteY6" fmla="*/ 1710877 h 2688602"/>
              <a:gd name="connsiteX7" fmla="*/ 5057775 w 7038975"/>
              <a:gd name="connsiteY7" fmla="*/ 1568002 h 2688602"/>
              <a:gd name="connsiteX8" fmla="*/ 7038975 w 7038975"/>
              <a:gd name="connsiteY8" fmla="*/ 1577527 h 2688602"/>
              <a:gd name="connsiteX0" fmla="*/ 0 w 7038975"/>
              <a:gd name="connsiteY0" fmla="*/ 1577527 h 2704186"/>
              <a:gd name="connsiteX1" fmla="*/ 1247775 w 7038975"/>
              <a:gd name="connsiteY1" fmla="*/ 1587052 h 2704186"/>
              <a:gd name="connsiteX2" fmla="*/ 1781175 w 7038975"/>
              <a:gd name="connsiteY2" fmla="*/ 1653727 h 2704186"/>
              <a:gd name="connsiteX3" fmla="*/ 2809875 w 7038975"/>
              <a:gd name="connsiteY3" fmla="*/ 34477 h 2704186"/>
              <a:gd name="connsiteX4" fmla="*/ 3867150 w 7038975"/>
              <a:gd name="connsiteY4" fmla="*/ 2606227 h 2704186"/>
              <a:gd name="connsiteX5" fmla="*/ 4429125 w 7038975"/>
              <a:gd name="connsiteY5" fmla="*/ 1367977 h 2704186"/>
              <a:gd name="connsiteX6" fmla="*/ 4714875 w 7038975"/>
              <a:gd name="connsiteY6" fmla="*/ 1710877 h 2704186"/>
              <a:gd name="connsiteX7" fmla="*/ 5057775 w 7038975"/>
              <a:gd name="connsiteY7" fmla="*/ 1568002 h 2704186"/>
              <a:gd name="connsiteX8" fmla="*/ 7038975 w 7038975"/>
              <a:gd name="connsiteY8" fmla="*/ 1577527 h 2704186"/>
              <a:gd name="connsiteX0" fmla="*/ 0 w 7038975"/>
              <a:gd name="connsiteY0" fmla="*/ 1577527 h 2650569"/>
              <a:gd name="connsiteX1" fmla="*/ 1247775 w 7038975"/>
              <a:gd name="connsiteY1" fmla="*/ 1587052 h 2650569"/>
              <a:gd name="connsiteX2" fmla="*/ 1781175 w 7038975"/>
              <a:gd name="connsiteY2" fmla="*/ 1653727 h 2650569"/>
              <a:gd name="connsiteX3" fmla="*/ 2809875 w 7038975"/>
              <a:gd name="connsiteY3" fmla="*/ 34477 h 2650569"/>
              <a:gd name="connsiteX4" fmla="*/ 3867150 w 7038975"/>
              <a:gd name="connsiteY4" fmla="*/ 2606227 h 2650569"/>
              <a:gd name="connsiteX5" fmla="*/ 4324350 w 7038975"/>
              <a:gd name="connsiteY5" fmla="*/ 1529902 h 2650569"/>
              <a:gd name="connsiteX6" fmla="*/ 4714875 w 7038975"/>
              <a:gd name="connsiteY6" fmla="*/ 1710877 h 2650569"/>
              <a:gd name="connsiteX7" fmla="*/ 5057775 w 7038975"/>
              <a:gd name="connsiteY7" fmla="*/ 1568002 h 2650569"/>
              <a:gd name="connsiteX8" fmla="*/ 7038975 w 7038975"/>
              <a:gd name="connsiteY8" fmla="*/ 1577527 h 2650569"/>
              <a:gd name="connsiteX0" fmla="*/ 0 w 7038975"/>
              <a:gd name="connsiteY0" fmla="*/ 1577527 h 2704802"/>
              <a:gd name="connsiteX1" fmla="*/ 1247775 w 7038975"/>
              <a:gd name="connsiteY1" fmla="*/ 1587052 h 2704802"/>
              <a:gd name="connsiteX2" fmla="*/ 1781175 w 7038975"/>
              <a:gd name="connsiteY2" fmla="*/ 1653727 h 2704802"/>
              <a:gd name="connsiteX3" fmla="*/ 2809875 w 7038975"/>
              <a:gd name="connsiteY3" fmla="*/ 34477 h 2704802"/>
              <a:gd name="connsiteX4" fmla="*/ 3867150 w 7038975"/>
              <a:gd name="connsiteY4" fmla="*/ 2606227 h 2704802"/>
              <a:gd name="connsiteX5" fmla="*/ 4324350 w 7038975"/>
              <a:gd name="connsiteY5" fmla="*/ 1529902 h 2704802"/>
              <a:gd name="connsiteX6" fmla="*/ 4714875 w 7038975"/>
              <a:gd name="connsiteY6" fmla="*/ 1710877 h 2704802"/>
              <a:gd name="connsiteX7" fmla="*/ 5057775 w 7038975"/>
              <a:gd name="connsiteY7" fmla="*/ 1568002 h 2704802"/>
              <a:gd name="connsiteX8" fmla="*/ 7038975 w 7038975"/>
              <a:gd name="connsiteY8" fmla="*/ 1577527 h 2704802"/>
              <a:gd name="connsiteX0" fmla="*/ 0 w 7038975"/>
              <a:gd name="connsiteY0" fmla="*/ 1577527 h 2651418"/>
              <a:gd name="connsiteX1" fmla="*/ 1247775 w 7038975"/>
              <a:gd name="connsiteY1" fmla="*/ 1587052 h 2651418"/>
              <a:gd name="connsiteX2" fmla="*/ 1781175 w 7038975"/>
              <a:gd name="connsiteY2" fmla="*/ 1653727 h 2651418"/>
              <a:gd name="connsiteX3" fmla="*/ 2809875 w 7038975"/>
              <a:gd name="connsiteY3" fmla="*/ 34477 h 2651418"/>
              <a:gd name="connsiteX4" fmla="*/ 3867150 w 7038975"/>
              <a:gd name="connsiteY4" fmla="*/ 2606227 h 2651418"/>
              <a:gd name="connsiteX5" fmla="*/ 4371975 w 7038975"/>
              <a:gd name="connsiteY5" fmla="*/ 1539427 h 2651418"/>
              <a:gd name="connsiteX6" fmla="*/ 4714875 w 7038975"/>
              <a:gd name="connsiteY6" fmla="*/ 1710877 h 2651418"/>
              <a:gd name="connsiteX7" fmla="*/ 5057775 w 7038975"/>
              <a:gd name="connsiteY7" fmla="*/ 1568002 h 2651418"/>
              <a:gd name="connsiteX8" fmla="*/ 7038975 w 7038975"/>
              <a:gd name="connsiteY8" fmla="*/ 1577527 h 2651418"/>
              <a:gd name="connsiteX0" fmla="*/ 0 w 7038975"/>
              <a:gd name="connsiteY0" fmla="*/ 1577527 h 2715976"/>
              <a:gd name="connsiteX1" fmla="*/ 1247775 w 7038975"/>
              <a:gd name="connsiteY1" fmla="*/ 1587052 h 2715976"/>
              <a:gd name="connsiteX2" fmla="*/ 1781175 w 7038975"/>
              <a:gd name="connsiteY2" fmla="*/ 1653727 h 2715976"/>
              <a:gd name="connsiteX3" fmla="*/ 2809875 w 7038975"/>
              <a:gd name="connsiteY3" fmla="*/ 34477 h 2715976"/>
              <a:gd name="connsiteX4" fmla="*/ 3867150 w 7038975"/>
              <a:gd name="connsiteY4" fmla="*/ 2606227 h 2715976"/>
              <a:gd name="connsiteX5" fmla="*/ 4371975 w 7038975"/>
              <a:gd name="connsiteY5" fmla="*/ 1539427 h 2715976"/>
              <a:gd name="connsiteX6" fmla="*/ 4714875 w 7038975"/>
              <a:gd name="connsiteY6" fmla="*/ 1710877 h 2715976"/>
              <a:gd name="connsiteX7" fmla="*/ 5057775 w 7038975"/>
              <a:gd name="connsiteY7" fmla="*/ 1568002 h 2715976"/>
              <a:gd name="connsiteX8" fmla="*/ 7038975 w 7038975"/>
              <a:gd name="connsiteY8" fmla="*/ 1577527 h 2715976"/>
              <a:gd name="connsiteX0" fmla="*/ 0 w 7038975"/>
              <a:gd name="connsiteY0" fmla="*/ 1577527 h 2715976"/>
              <a:gd name="connsiteX1" fmla="*/ 1247775 w 7038975"/>
              <a:gd name="connsiteY1" fmla="*/ 1587052 h 2715976"/>
              <a:gd name="connsiteX2" fmla="*/ 1781175 w 7038975"/>
              <a:gd name="connsiteY2" fmla="*/ 1653727 h 2715976"/>
              <a:gd name="connsiteX3" fmla="*/ 2809875 w 7038975"/>
              <a:gd name="connsiteY3" fmla="*/ 34477 h 2715976"/>
              <a:gd name="connsiteX4" fmla="*/ 3867150 w 7038975"/>
              <a:gd name="connsiteY4" fmla="*/ 2606227 h 2715976"/>
              <a:gd name="connsiteX5" fmla="*/ 4371975 w 7038975"/>
              <a:gd name="connsiteY5" fmla="*/ 1539427 h 2715976"/>
              <a:gd name="connsiteX6" fmla="*/ 4714875 w 7038975"/>
              <a:gd name="connsiteY6" fmla="*/ 1710877 h 2715976"/>
              <a:gd name="connsiteX7" fmla="*/ 5057775 w 7038975"/>
              <a:gd name="connsiteY7" fmla="*/ 1568002 h 2715976"/>
              <a:gd name="connsiteX8" fmla="*/ 7038975 w 7038975"/>
              <a:gd name="connsiteY8" fmla="*/ 1577527 h 2715976"/>
              <a:gd name="connsiteX0" fmla="*/ 0 w 7038975"/>
              <a:gd name="connsiteY0" fmla="*/ 1577527 h 2651418"/>
              <a:gd name="connsiteX1" fmla="*/ 1247775 w 7038975"/>
              <a:gd name="connsiteY1" fmla="*/ 1587052 h 2651418"/>
              <a:gd name="connsiteX2" fmla="*/ 1781175 w 7038975"/>
              <a:gd name="connsiteY2" fmla="*/ 1653727 h 2651418"/>
              <a:gd name="connsiteX3" fmla="*/ 3044766 w 7038975"/>
              <a:gd name="connsiteY3" fmla="*/ 34477 h 2651418"/>
              <a:gd name="connsiteX4" fmla="*/ 3867150 w 7038975"/>
              <a:gd name="connsiteY4" fmla="*/ 2606227 h 2651418"/>
              <a:gd name="connsiteX5" fmla="*/ 4371975 w 7038975"/>
              <a:gd name="connsiteY5" fmla="*/ 1539427 h 2651418"/>
              <a:gd name="connsiteX6" fmla="*/ 4714875 w 7038975"/>
              <a:gd name="connsiteY6" fmla="*/ 1710877 h 2651418"/>
              <a:gd name="connsiteX7" fmla="*/ 5057775 w 7038975"/>
              <a:gd name="connsiteY7" fmla="*/ 1568002 h 2651418"/>
              <a:gd name="connsiteX8" fmla="*/ 7038975 w 7038975"/>
              <a:gd name="connsiteY8" fmla="*/ 1577527 h 2651418"/>
              <a:gd name="connsiteX0" fmla="*/ 0 w 7038975"/>
              <a:gd name="connsiteY0" fmla="*/ 1577527 h 2693375"/>
              <a:gd name="connsiteX1" fmla="*/ 1247775 w 7038975"/>
              <a:gd name="connsiteY1" fmla="*/ 1587052 h 2693375"/>
              <a:gd name="connsiteX2" fmla="*/ 1781175 w 7038975"/>
              <a:gd name="connsiteY2" fmla="*/ 1653727 h 2693375"/>
              <a:gd name="connsiteX3" fmla="*/ 3044766 w 7038975"/>
              <a:gd name="connsiteY3" fmla="*/ 34477 h 2693375"/>
              <a:gd name="connsiteX4" fmla="*/ 3867150 w 7038975"/>
              <a:gd name="connsiteY4" fmla="*/ 2606227 h 2693375"/>
              <a:gd name="connsiteX5" fmla="*/ 4371975 w 7038975"/>
              <a:gd name="connsiteY5" fmla="*/ 1539427 h 2693375"/>
              <a:gd name="connsiteX6" fmla="*/ 4714875 w 7038975"/>
              <a:gd name="connsiteY6" fmla="*/ 1710877 h 2693375"/>
              <a:gd name="connsiteX7" fmla="*/ 5057775 w 7038975"/>
              <a:gd name="connsiteY7" fmla="*/ 1568002 h 2693375"/>
              <a:gd name="connsiteX8" fmla="*/ 7038975 w 7038975"/>
              <a:gd name="connsiteY8" fmla="*/ 1577527 h 2693375"/>
              <a:gd name="connsiteX0" fmla="*/ 0 w 7038975"/>
              <a:gd name="connsiteY0" fmla="*/ 1581020 h 2696868"/>
              <a:gd name="connsiteX1" fmla="*/ 1247775 w 7038975"/>
              <a:gd name="connsiteY1" fmla="*/ 1590545 h 2696868"/>
              <a:gd name="connsiteX2" fmla="*/ 1781175 w 7038975"/>
              <a:gd name="connsiteY2" fmla="*/ 1657220 h 2696868"/>
              <a:gd name="connsiteX3" fmla="*/ 3044766 w 7038975"/>
              <a:gd name="connsiteY3" fmla="*/ 37970 h 2696868"/>
              <a:gd name="connsiteX4" fmla="*/ 3867150 w 7038975"/>
              <a:gd name="connsiteY4" fmla="*/ 2609720 h 2696868"/>
              <a:gd name="connsiteX5" fmla="*/ 4371975 w 7038975"/>
              <a:gd name="connsiteY5" fmla="*/ 1542920 h 2696868"/>
              <a:gd name="connsiteX6" fmla="*/ 4714875 w 7038975"/>
              <a:gd name="connsiteY6" fmla="*/ 1714370 h 2696868"/>
              <a:gd name="connsiteX7" fmla="*/ 5057775 w 7038975"/>
              <a:gd name="connsiteY7" fmla="*/ 1571495 h 2696868"/>
              <a:gd name="connsiteX8" fmla="*/ 7038975 w 7038975"/>
              <a:gd name="connsiteY8" fmla="*/ 1581020 h 2696868"/>
              <a:gd name="connsiteX0" fmla="*/ 0 w 7038975"/>
              <a:gd name="connsiteY0" fmla="*/ 1554647 h 2654211"/>
              <a:gd name="connsiteX1" fmla="*/ 1247775 w 7038975"/>
              <a:gd name="connsiteY1" fmla="*/ 1564172 h 2654211"/>
              <a:gd name="connsiteX2" fmla="*/ 1781175 w 7038975"/>
              <a:gd name="connsiteY2" fmla="*/ 1630847 h 2654211"/>
              <a:gd name="connsiteX3" fmla="*/ 3044766 w 7038975"/>
              <a:gd name="connsiteY3" fmla="*/ 11597 h 2654211"/>
              <a:gd name="connsiteX4" fmla="*/ 3892317 w 7038975"/>
              <a:gd name="connsiteY4" fmla="*/ 2583347 h 2654211"/>
              <a:gd name="connsiteX5" fmla="*/ 4371975 w 7038975"/>
              <a:gd name="connsiteY5" fmla="*/ 1516547 h 2654211"/>
              <a:gd name="connsiteX6" fmla="*/ 4714875 w 7038975"/>
              <a:gd name="connsiteY6" fmla="*/ 1687997 h 2654211"/>
              <a:gd name="connsiteX7" fmla="*/ 5057775 w 7038975"/>
              <a:gd name="connsiteY7" fmla="*/ 1545122 h 2654211"/>
              <a:gd name="connsiteX8" fmla="*/ 7038975 w 7038975"/>
              <a:gd name="connsiteY8" fmla="*/ 1554647 h 2654211"/>
              <a:gd name="connsiteX0" fmla="*/ 0 w 7038975"/>
              <a:gd name="connsiteY0" fmla="*/ 1554647 h 2701472"/>
              <a:gd name="connsiteX1" fmla="*/ 1247775 w 7038975"/>
              <a:gd name="connsiteY1" fmla="*/ 1564172 h 2701472"/>
              <a:gd name="connsiteX2" fmla="*/ 1781175 w 7038975"/>
              <a:gd name="connsiteY2" fmla="*/ 1630847 h 2701472"/>
              <a:gd name="connsiteX3" fmla="*/ 3044766 w 7038975"/>
              <a:gd name="connsiteY3" fmla="*/ 11597 h 2701472"/>
              <a:gd name="connsiteX4" fmla="*/ 3892317 w 7038975"/>
              <a:gd name="connsiteY4" fmla="*/ 2583347 h 2701472"/>
              <a:gd name="connsiteX5" fmla="*/ 4371975 w 7038975"/>
              <a:gd name="connsiteY5" fmla="*/ 1516547 h 2701472"/>
              <a:gd name="connsiteX6" fmla="*/ 4714875 w 7038975"/>
              <a:gd name="connsiteY6" fmla="*/ 1687997 h 2701472"/>
              <a:gd name="connsiteX7" fmla="*/ 5057775 w 7038975"/>
              <a:gd name="connsiteY7" fmla="*/ 1545122 h 2701472"/>
              <a:gd name="connsiteX8" fmla="*/ 7038975 w 7038975"/>
              <a:gd name="connsiteY8" fmla="*/ 1554647 h 2701472"/>
              <a:gd name="connsiteX0" fmla="*/ 0 w 7038975"/>
              <a:gd name="connsiteY0" fmla="*/ 1572688 h 2719513"/>
              <a:gd name="connsiteX1" fmla="*/ 1247775 w 7038975"/>
              <a:gd name="connsiteY1" fmla="*/ 1582213 h 2719513"/>
              <a:gd name="connsiteX2" fmla="*/ 1781175 w 7038975"/>
              <a:gd name="connsiteY2" fmla="*/ 1648888 h 2719513"/>
              <a:gd name="connsiteX3" fmla="*/ 3044766 w 7038975"/>
              <a:gd name="connsiteY3" fmla="*/ 29638 h 2719513"/>
              <a:gd name="connsiteX4" fmla="*/ 3892317 w 7038975"/>
              <a:gd name="connsiteY4" fmla="*/ 2601388 h 2719513"/>
              <a:gd name="connsiteX5" fmla="*/ 4371975 w 7038975"/>
              <a:gd name="connsiteY5" fmla="*/ 1534588 h 2719513"/>
              <a:gd name="connsiteX6" fmla="*/ 4714875 w 7038975"/>
              <a:gd name="connsiteY6" fmla="*/ 1706038 h 2719513"/>
              <a:gd name="connsiteX7" fmla="*/ 5057775 w 7038975"/>
              <a:gd name="connsiteY7" fmla="*/ 1563163 h 2719513"/>
              <a:gd name="connsiteX8" fmla="*/ 7038975 w 7038975"/>
              <a:gd name="connsiteY8" fmla="*/ 1572688 h 2719513"/>
              <a:gd name="connsiteX0" fmla="*/ 0 w 7038975"/>
              <a:gd name="connsiteY0" fmla="*/ 1571539 h 2718364"/>
              <a:gd name="connsiteX1" fmla="*/ 1247775 w 7038975"/>
              <a:gd name="connsiteY1" fmla="*/ 1581064 h 2718364"/>
              <a:gd name="connsiteX2" fmla="*/ 1781175 w 7038975"/>
              <a:gd name="connsiteY2" fmla="*/ 1647739 h 2718364"/>
              <a:gd name="connsiteX3" fmla="*/ 3044766 w 7038975"/>
              <a:gd name="connsiteY3" fmla="*/ 28489 h 2718364"/>
              <a:gd name="connsiteX4" fmla="*/ 3892317 w 7038975"/>
              <a:gd name="connsiteY4" fmla="*/ 2600239 h 2718364"/>
              <a:gd name="connsiteX5" fmla="*/ 4371975 w 7038975"/>
              <a:gd name="connsiteY5" fmla="*/ 1533439 h 2718364"/>
              <a:gd name="connsiteX6" fmla="*/ 4714875 w 7038975"/>
              <a:gd name="connsiteY6" fmla="*/ 1704889 h 2718364"/>
              <a:gd name="connsiteX7" fmla="*/ 5057775 w 7038975"/>
              <a:gd name="connsiteY7" fmla="*/ 1562014 h 2718364"/>
              <a:gd name="connsiteX8" fmla="*/ 7038975 w 7038975"/>
              <a:gd name="connsiteY8" fmla="*/ 1571539 h 2718364"/>
              <a:gd name="connsiteX0" fmla="*/ 0 w 7038975"/>
              <a:gd name="connsiteY0" fmla="*/ 1588754 h 2735579"/>
              <a:gd name="connsiteX1" fmla="*/ 1247775 w 7038975"/>
              <a:gd name="connsiteY1" fmla="*/ 1598279 h 2735579"/>
              <a:gd name="connsiteX2" fmla="*/ 1781175 w 7038975"/>
              <a:gd name="connsiteY2" fmla="*/ 1664954 h 2735579"/>
              <a:gd name="connsiteX3" fmla="*/ 3044766 w 7038975"/>
              <a:gd name="connsiteY3" fmla="*/ 45704 h 2735579"/>
              <a:gd name="connsiteX4" fmla="*/ 3892317 w 7038975"/>
              <a:gd name="connsiteY4" fmla="*/ 2617454 h 2735579"/>
              <a:gd name="connsiteX5" fmla="*/ 4371975 w 7038975"/>
              <a:gd name="connsiteY5" fmla="*/ 1550654 h 2735579"/>
              <a:gd name="connsiteX6" fmla="*/ 4714875 w 7038975"/>
              <a:gd name="connsiteY6" fmla="*/ 1722104 h 2735579"/>
              <a:gd name="connsiteX7" fmla="*/ 5057775 w 7038975"/>
              <a:gd name="connsiteY7" fmla="*/ 1579229 h 2735579"/>
              <a:gd name="connsiteX8" fmla="*/ 7038975 w 7038975"/>
              <a:gd name="connsiteY8" fmla="*/ 1588754 h 2735579"/>
              <a:gd name="connsiteX0" fmla="*/ 0 w 7038975"/>
              <a:gd name="connsiteY0" fmla="*/ 1588754 h 2703395"/>
              <a:gd name="connsiteX1" fmla="*/ 1247775 w 7038975"/>
              <a:gd name="connsiteY1" fmla="*/ 1598279 h 2703395"/>
              <a:gd name="connsiteX2" fmla="*/ 1781175 w 7038975"/>
              <a:gd name="connsiteY2" fmla="*/ 1664954 h 2703395"/>
              <a:gd name="connsiteX3" fmla="*/ 3044766 w 7038975"/>
              <a:gd name="connsiteY3" fmla="*/ 45704 h 2703395"/>
              <a:gd name="connsiteX4" fmla="*/ 3892317 w 7038975"/>
              <a:gd name="connsiteY4" fmla="*/ 2617454 h 2703395"/>
              <a:gd name="connsiteX5" fmla="*/ 4371975 w 7038975"/>
              <a:gd name="connsiteY5" fmla="*/ 1550654 h 2703395"/>
              <a:gd name="connsiteX6" fmla="*/ 4714875 w 7038975"/>
              <a:gd name="connsiteY6" fmla="*/ 1722104 h 2703395"/>
              <a:gd name="connsiteX7" fmla="*/ 5057775 w 7038975"/>
              <a:gd name="connsiteY7" fmla="*/ 1579229 h 2703395"/>
              <a:gd name="connsiteX8" fmla="*/ 7038975 w 7038975"/>
              <a:gd name="connsiteY8" fmla="*/ 1588754 h 2703395"/>
              <a:gd name="connsiteX0" fmla="*/ 0 w 7038975"/>
              <a:gd name="connsiteY0" fmla="*/ 1588754 h 2700607"/>
              <a:gd name="connsiteX1" fmla="*/ 1247775 w 7038975"/>
              <a:gd name="connsiteY1" fmla="*/ 1598279 h 2700607"/>
              <a:gd name="connsiteX2" fmla="*/ 1781175 w 7038975"/>
              <a:gd name="connsiteY2" fmla="*/ 1664954 h 2700607"/>
              <a:gd name="connsiteX3" fmla="*/ 3044766 w 7038975"/>
              <a:gd name="connsiteY3" fmla="*/ 45704 h 2700607"/>
              <a:gd name="connsiteX4" fmla="*/ 3892317 w 7038975"/>
              <a:gd name="connsiteY4" fmla="*/ 2617454 h 2700607"/>
              <a:gd name="connsiteX5" fmla="*/ 4371975 w 7038975"/>
              <a:gd name="connsiteY5" fmla="*/ 1550654 h 2700607"/>
              <a:gd name="connsiteX6" fmla="*/ 4714875 w 7038975"/>
              <a:gd name="connsiteY6" fmla="*/ 1722104 h 2700607"/>
              <a:gd name="connsiteX7" fmla="*/ 5057775 w 7038975"/>
              <a:gd name="connsiteY7" fmla="*/ 1579229 h 2700607"/>
              <a:gd name="connsiteX8" fmla="*/ 7038975 w 7038975"/>
              <a:gd name="connsiteY8" fmla="*/ 1588754 h 2700607"/>
              <a:gd name="connsiteX0" fmla="*/ 0 w 7038975"/>
              <a:gd name="connsiteY0" fmla="*/ 1554143 h 2668784"/>
              <a:gd name="connsiteX1" fmla="*/ 1247775 w 7038975"/>
              <a:gd name="connsiteY1" fmla="*/ 1563668 h 2668784"/>
              <a:gd name="connsiteX2" fmla="*/ 1781175 w 7038975"/>
              <a:gd name="connsiteY2" fmla="*/ 1630343 h 2668784"/>
              <a:gd name="connsiteX3" fmla="*/ 3044766 w 7038975"/>
              <a:gd name="connsiteY3" fmla="*/ 11093 h 2668784"/>
              <a:gd name="connsiteX4" fmla="*/ 3892317 w 7038975"/>
              <a:gd name="connsiteY4" fmla="*/ 2582843 h 2668784"/>
              <a:gd name="connsiteX5" fmla="*/ 4371975 w 7038975"/>
              <a:gd name="connsiteY5" fmla="*/ 1516043 h 2668784"/>
              <a:gd name="connsiteX6" fmla="*/ 4714875 w 7038975"/>
              <a:gd name="connsiteY6" fmla="*/ 1687493 h 2668784"/>
              <a:gd name="connsiteX7" fmla="*/ 5057775 w 7038975"/>
              <a:gd name="connsiteY7" fmla="*/ 1544618 h 2668784"/>
              <a:gd name="connsiteX8" fmla="*/ 7038975 w 7038975"/>
              <a:gd name="connsiteY8" fmla="*/ 1554143 h 2668784"/>
              <a:gd name="connsiteX0" fmla="*/ 0 w 7038975"/>
              <a:gd name="connsiteY0" fmla="*/ 1554143 h 2637179"/>
              <a:gd name="connsiteX1" fmla="*/ 1247775 w 7038975"/>
              <a:gd name="connsiteY1" fmla="*/ 1563668 h 2637179"/>
              <a:gd name="connsiteX2" fmla="*/ 1781175 w 7038975"/>
              <a:gd name="connsiteY2" fmla="*/ 1630343 h 2637179"/>
              <a:gd name="connsiteX3" fmla="*/ 3044766 w 7038975"/>
              <a:gd name="connsiteY3" fmla="*/ 11093 h 2637179"/>
              <a:gd name="connsiteX4" fmla="*/ 3892317 w 7038975"/>
              <a:gd name="connsiteY4" fmla="*/ 2582843 h 2637179"/>
              <a:gd name="connsiteX5" fmla="*/ 4371975 w 7038975"/>
              <a:gd name="connsiteY5" fmla="*/ 1516043 h 2637179"/>
              <a:gd name="connsiteX6" fmla="*/ 4714875 w 7038975"/>
              <a:gd name="connsiteY6" fmla="*/ 1687493 h 2637179"/>
              <a:gd name="connsiteX7" fmla="*/ 5057775 w 7038975"/>
              <a:gd name="connsiteY7" fmla="*/ 1544618 h 2637179"/>
              <a:gd name="connsiteX8" fmla="*/ 7038975 w 7038975"/>
              <a:gd name="connsiteY8" fmla="*/ 1554143 h 2637179"/>
              <a:gd name="connsiteX0" fmla="*/ 0 w 7038975"/>
              <a:gd name="connsiteY0" fmla="*/ 1725107 h 2808143"/>
              <a:gd name="connsiteX1" fmla="*/ 1247775 w 7038975"/>
              <a:gd name="connsiteY1" fmla="*/ 1734632 h 2808143"/>
              <a:gd name="connsiteX2" fmla="*/ 1781175 w 7038975"/>
              <a:gd name="connsiteY2" fmla="*/ 1801307 h 2808143"/>
              <a:gd name="connsiteX3" fmla="*/ 3044766 w 7038975"/>
              <a:gd name="connsiteY3" fmla="*/ 182057 h 2808143"/>
              <a:gd name="connsiteX4" fmla="*/ 3892317 w 7038975"/>
              <a:gd name="connsiteY4" fmla="*/ 2753807 h 2808143"/>
              <a:gd name="connsiteX5" fmla="*/ 4371975 w 7038975"/>
              <a:gd name="connsiteY5" fmla="*/ 1687007 h 2808143"/>
              <a:gd name="connsiteX6" fmla="*/ 4714875 w 7038975"/>
              <a:gd name="connsiteY6" fmla="*/ 1858457 h 2808143"/>
              <a:gd name="connsiteX7" fmla="*/ 5057775 w 7038975"/>
              <a:gd name="connsiteY7" fmla="*/ 1715582 h 2808143"/>
              <a:gd name="connsiteX8" fmla="*/ 7038975 w 7038975"/>
              <a:gd name="connsiteY8" fmla="*/ 1725107 h 2808143"/>
              <a:gd name="connsiteX0" fmla="*/ 0 w 7038975"/>
              <a:gd name="connsiteY0" fmla="*/ 1438664 h 2491059"/>
              <a:gd name="connsiteX1" fmla="*/ 1247775 w 7038975"/>
              <a:gd name="connsiteY1" fmla="*/ 1448189 h 2491059"/>
              <a:gd name="connsiteX2" fmla="*/ 1781175 w 7038975"/>
              <a:gd name="connsiteY2" fmla="*/ 1514864 h 2491059"/>
              <a:gd name="connsiteX3" fmla="*/ 3103489 w 7038975"/>
              <a:gd name="connsiteY3" fmla="*/ 206007 h 2491059"/>
              <a:gd name="connsiteX4" fmla="*/ 3892317 w 7038975"/>
              <a:gd name="connsiteY4" fmla="*/ 2467364 h 2491059"/>
              <a:gd name="connsiteX5" fmla="*/ 4371975 w 7038975"/>
              <a:gd name="connsiteY5" fmla="*/ 1400564 h 2491059"/>
              <a:gd name="connsiteX6" fmla="*/ 4714875 w 7038975"/>
              <a:gd name="connsiteY6" fmla="*/ 1572014 h 2491059"/>
              <a:gd name="connsiteX7" fmla="*/ 5057775 w 7038975"/>
              <a:gd name="connsiteY7" fmla="*/ 1429139 h 2491059"/>
              <a:gd name="connsiteX8" fmla="*/ 7038975 w 7038975"/>
              <a:gd name="connsiteY8" fmla="*/ 1438664 h 2491059"/>
              <a:gd name="connsiteX0" fmla="*/ 0 w 7038975"/>
              <a:gd name="connsiteY0" fmla="*/ 1350446 h 2402841"/>
              <a:gd name="connsiteX1" fmla="*/ 1247775 w 7038975"/>
              <a:gd name="connsiteY1" fmla="*/ 1359971 h 2402841"/>
              <a:gd name="connsiteX2" fmla="*/ 1781175 w 7038975"/>
              <a:gd name="connsiteY2" fmla="*/ 1426646 h 2402841"/>
              <a:gd name="connsiteX3" fmla="*/ 3103489 w 7038975"/>
              <a:gd name="connsiteY3" fmla="*/ 117789 h 2402841"/>
              <a:gd name="connsiteX4" fmla="*/ 3892317 w 7038975"/>
              <a:gd name="connsiteY4" fmla="*/ 2379146 h 2402841"/>
              <a:gd name="connsiteX5" fmla="*/ 4371975 w 7038975"/>
              <a:gd name="connsiteY5" fmla="*/ 1312346 h 2402841"/>
              <a:gd name="connsiteX6" fmla="*/ 4714875 w 7038975"/>
              <a:gd name="connsiteY6" fmla="*/ 1483796 h 2402841"/>
              <a:gd name="connsiteX7" fmla="*/ 5057775 w 7038975"/>
              <a:gd name="connsiteY7" fmla="*/ 1340921 h 2402841"/>
              <a:gd name="connsiteX8" fmla="*/ 7038975 w 7038975"/>
              <a:gd name="connsiteY8" fmla="*/ 1350446 h 2402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038975" h="2402841">
                <a:moveTo>
                  <a:pt x="0" y="1350446"/>
                </a:moveTo>
                <a:cubicBezTo>
                  <a:pt x="627856" y="1320283"/>
                  <a:pt x="950913" y="1347271"/>
                  <a:pt x="1247775" y="1359971"/>
                </a:cubicBezTo>
                <a:cubicBezTo>
                  <a:pt x="1544637" y="1372671"/>
                  <a:pt x="1471889" y="1633676"/>
                  <a:pt x="1781175" y="1426646"/>
                </a:cubicBezTo>
                <a:cubicBezTo>
                  <a:pt x="2090461" y="1219616"/>
                  <a:pt x="2911023" y="-452021"/>
                  <a:pt x="3103489" y="117789"/>
                </a:cubicBezTo>
                <a:cubicBezTo>
                  <a:pt x="3295955" y="687599"/>
                  <a:pt x="3680903" y="2180053"/>
                  <a:pt x="3892317" y="2379146"/>
                </a:cubicBezTo>
                <a:cubicBezTo>
                  <a:pt x="4103731" y="2578239"/>
                  <a:pt x="4234882" y="1461571"/>
                  <a:pt x="4371975" y="1312346"/>
                </a:cubicBezTo>
                <a:cubicBezTo>
                  <a:pt x="4509068" y="1163121"/>
                  <a:pt x="4600575" y="1479033"/>
                  <a:pt x="4714875" y="1483796"/>
                </a:cubicBezTo>
                <a:cubicBezTo>
                  <a:pt x="4829175" y="1488559"/>
                  <a:pt x="4860925" y="1363146"/>
                  <a:pt x="5057775" y="1340921"/>
                </a:cubicBezTo>
                <a:cubicBezTo>
                  <a:pt x="5445125" y="1318696"/>
                  <a:pt x="6859588" y="1299646"/>
                  <a:pt x="7038975" y="1350446"/>
                </a:cubicBezTo>
              </a:path>
            </a:pathLst>
          </a:cu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0C3A4E-E56A-4874-95C1-31E363291BA1}"/>
              </a:ext>
            </a:extLst>
          </p:cNvPr>
          <p:cNvSpPr txBox="1"/>
          <p:nvPr/>
        </p:nvSpPr>
        <p:spPr>
          <a:xfrm>
            <a:off x="9159716" y="4917764"/>
            <a:ext cx="1272224" cy="58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Time (s)</a:t>
            </a:r>
          </a:p>
        </p:txBody>
      </p:sp>
    </p:spTree>
    <p:extLst>
      <p:ext uri="{BB962C8B-B14F-4D97-AF65-F5344CB8AC3E}">
        <p14:creationId xmlns:p14="http://schemas.microsoft.com/office/powerpoint/2010/main" val="4155410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4B04BC-F8BA-4A57-BABD-84CDDA86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Kinematic Method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AE07B1-9808-4770-9B45-335BCB82D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8EED31D8-0D20-46A7-8012-EAF9B2E89F6E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:endParaRPr lang="en-GB" dirty="0">
                  <a:solidFill>
                    <a:schemeClr val="bg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𝐿𝑜𝑐𝑎𝑙</m:t>
                      </m:r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𝑀𝑎𝑥</m:t>
                      </m:r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𝑤h𝑒𝑛</m:t>
                      </m:r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GB" b="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𝑑𝑧</m:t>
                        </m:r>
                      </m:num>
                      <m:den>
                        <m:r>
                          <a:rPr lang="en-GB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GB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dirty="0">
                  <a:solidFill>
                    <a:schemeClr val="bg1"/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GB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GB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GB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GB" b="0" dirty="0">
                  <a:solidFill>
                    <a:schemeClr val="bg1"/>
                  </a:solidFill>
                </a:endParaRPr>
              </a:p>
              <a:p>
                <a:endParaRPr lang="en-GB" dirty="0">
                  <a:solidFill>
                    <a:schemeClr val="bg1"/>
                  </a:solidFill>
                </a:endParaRPr>
              </a:p>
              <a:p>
                <a:pPr marL="0" indent="0" algn="ctr">
                  <a:buNone/>
                </a:pPr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8EED31D8-0D20-46A7-8012-EAF9B2E89F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3"/>
                <a:stretch>
                  <a:fillRect l="-12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937D74-1932-4A02-961C-7CD6445D1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 Brayne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AECFD-3E16-4D02-BB81-6DFCDE04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60372B-7A70-4720-BE76-74D1F89F827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571A7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571A7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0A9234E-0AB4-4D5C-9827-12EF23CDE1AD}"/>
              </a:ext>
            </a:extLst>
          </p:cNvPr>
          <p:cNvGrpSpPr/>
          <p:nvPr/>
        </p:nvGrpSpPr>
        <p:grpSpPr>
          <a:xfrm>
            <a:off x="3572970" y="1143001"/>
            <a:ext cx="7752255" cy="4962524"/>
            <a:chOff x="3572970" y="1143001"/>
            <a:chExt cx="7752255" cy="4962524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E857FA9-195A-41E6-BF7E-45C507D48A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811" y="1143001"/>
              <a:ext cx="0" cy="4962524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D95CEBC-03F2-428E-B3AC-B3356BCC2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811" y="4917764"/>
              <a:ext cx="7338414" cy="2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58D4CE1-F3A3-4CF4-9BA8-B8A983B5A2C5}"/>
                </a:ext>
              </a:extLst>
            </p:cNvPr>
            <p:cNvSpPr txBox="1"/>
            <p:nvPr/>
          </p:nvSpPr>
          <p:spPr>
            <a:xfrm rot="16200000">
              <a:off x="2577196" y="3005548"/>
              <a:ext cx="23608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Z Displacement (m)</a:t>
              </a: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91BE9F2-6980-4B31-BC25-EB0F46B2895A}"/>
              </a:ext>
            </a:extLst>
          </p:cNvPr>
          <p:cNvSpPr/>
          <p:nvPr/>
        </p:nvSpPr>
        <p:spPr>
          <a:xfrm>
            <a:off x="4000500" y="2381228"/>
            <a:ext cx="7010400" cy="2651543"/>
          </a:xfrm>
          <a:custGeom>
            <a:avLst/>
            <a:gdLst>
              <a:gd name="connsiteX0" fmla="*/ 0 w 7010400"/>
              <a:gd name="connsiteY0" fmla="*/ 2524237 h 2709693"/>
              <a:gd name="connsiteX1" fmla="*/ 1476375 w 7010400"/>
              <a:gd name="connsiteY1" fmla="*/ 2505187 h 2709693"/>
              <a:gd name="connsiteX2" fmla="*/ 1704975 w 7010400"/>
              <a:gd name="connsiteY2" fmla="*/ 2686162 h 2709693"/>
              <a:gd name="connsiteX3" fmla="*/ 1885950 w 7010400"/>
              <a:gd name="connsiteY3" fmla="*/ 2571862 h 2709693"/>
              <a:gd name="connsiteX4" fmla="*/ 2524125 w 7010400"/>
              <a:gd name="connsiteY4" fmla="*/ 2457562 h 2709693"/>
              <a:gd name="connsiteX5" fmla="*/ 3009900 w 7010400"/>
              <a:gd name="connsiteY5" fmla="*/ 2409937 h 2709693"/>
              <a:gd name="connsiteX6" fmla="*/ 3467100 w 7010400"/>
              <a:gd name="connsiteY6" fmla="*/ 112 h 2709693"/>
              <a:gd name="connsiteX7" fmla="*/ 3876675 w 7010400"/>
              <a:gd name="connsiteY7" fmla="*/ 2514712 h 2709693"/>
              <a:gd name="connsiteX8" fmla="*/ 4267200 w 7010400"/>
              <a:gd name="connsiteY8" fmla="*/ 2533762 h 2709693"/>
              <a:gd name="connsiteX9" fmla="*/ 4371975 w 7010400"/>
              <a:gd name="connsiteY9" fmla="*/ 2457562 h 2709693"/>
              <a:gd name="connsiteX10" fmla="*/ 4657725 w 7010400"/>
              <a:gd name="connsiteY10" fmla="*/ 2600437 h 2709693"/>
              <a:gd name="connsiteX11" fmla="*/ 5029200 w 7010400"/>
              <a:gd name="connsiteY11" fmla="*/ 2524237 h 2709693"/>
              <a:gd name="connsiteX12" fmla="*/ 7010400 w 7010400"/>
              <a:gd name="connsiteY12" fmla="*/ 2543287 h 2709693"/>
              <a:gd name="connsiteX0" fmla="*/ 0 w 7010400"/>
              <a:gd name="connsiteY0" fmla="*/ 2524237 h 2709693"/>
              <a:gd name="connsiteX1" fmla="*/ 1476375 w 7010400"/>
              <a:gd name="connsiteY1" fmla="*/ 2505187 h 2709693"/>
              <a:gd name="connsiteX2" fmla="*/ 1704975 w 7010400"/>
              <a:gd name="connsiteY2" fmla="*/ 2686162 h 2709693"/>
              <a:gd name="connsiteX3" fmla="*/ 2009775 w 7010400"/>
              <a:gd name="connsiteY3" fmla="*/ 2524237 h 2709693"/>
              <a:gd name="connsiteX4" fmla="*/ 2524125 w 7010400"/>
              <a:gd name="connsiteY4" fmla="*/ 2457562 h 2709693"/>
              <a:gd name="connsiteX5" fmla="*/ 3009900 w 7010400"/>
              <a:gd name="connsiteY5" fmla="*/ 2409937 h 2709693"/>
              <a:gd name="connsiteX6" fmla="*/ 3467100 w 7010400"/>
              <a:gd name="connsiteY6" fmla="*/ 112 h 2709693"/>
              <a:gd name="connsiteX7" fmla="*/ 3876675 w 7010400"/>
              <a:gd name="connsiteY7" fmla="*/ 2514712 h 2709693"/>
              <a:gd name="connsiteX8" fmla="*/ 4267200 w 7010400"/>
              <a:gd name="connsiteY8" fmla="*/ 2533762 h 2709693"/>
              <a:gd name="connsiteX9" fmla="*/ 4371975 w 7010400"/>
              <a:gd name="connsiteY9" fmla="*/ 2457562 h 2709693"/>
              <a:gd name="connsiteX10" fmla="*/ 4657725 w 7010400"/>
              <a:gd name="connsiteY10" fmla="*/ 2600437 h 2709693"/>
              <a:gd name="connsiteX11" fmla="*/ 5029200 w 7010400"/>
              <a:gd name="connsiteY11" fmla="*/ 2524237 h 2709693"/>
              <a:gd name="connsiteX12" fmla="*/ 7010400 w 7010400"/>
              <a:gd name="connsiteY12" fmla="*/ 2543287 h 2709693"/>
              <a:gd name="connsiteX0" fmla="*/ 0 w 7010400"/>
              <a:gd name="connsiteY0" fmla="*/ 2524237 h 2709693"/>
              <a:gd name="connsiteX1" fmla="*/ 1704975 w 7010400"/>
              <a:gd name="connsiteY1" fmla="*/ 2686162 h 2709693"/>
              <a:gd name="connsiteX2" fmla="*/ 2009775 w 7010400"/>
              <a:gd name="connsiteY2" fmla="*/ 252423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37 h 2709693"/>
              <a:gd name="connsiteX1" fmla="*/ 1704975 w 7010400"/>
              <a:gd name="connsiteY1" fmla="*/ 2619487 h 2709693"/>
              <a:gd name="connsiteX2" fmla="*/ 2009775 w 7010400"/>
              <a:gd name="connsiteY2" fmla="*/ 252423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37 h 2709693"/>
              <a:gd name="connsiteX1" fmla="*/ 1704975 w 7010400"/>
              <a:gd name="connsiteY1" fmla="*/ 2619487 h 2709693"/>
              <a:gd name="connsiteX2" fmla="*/ 2009775 w 7010400"/>
              <a:gd name="connsiteY2" fmla="*/ 252423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37 h 2709693"/>
              <a:gd name="connsiteX1" fmla="*/ 1704975 w 7010400"/>
              <a:gd name="connsiteY1" fmla="*/ 2619487 h 2709693"/>
              <a:gd name="connsiteX2" fmla="*/ 2085975 w 7010400"/>
              <a:gd name="connsiteY2" fmla="*/ 250518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37 h 2709693"/>
              <a:gd name="connsiteX1" fmla="*/ 1704975 w 7010400"/>
              <a:gd name="connsiteY1" fmla="*/ 2619487 h 2709693"/>
              <a:gd name="connsiteX2" fmla="*/ 2085975 w 7010400"/>
              <a:gd name="connsiteY2" fmla="*/ 250518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26 h 2709682"/>
              <a:gd name="connsiteX1" fmla="*/ 1704975 w 7010400"/>
              <a:gd name="connsiteY1" fmla="*/ 2619476 h 2709682"/>
              <a:gd name="connsiteX2" fmla="*/ 2085975 w 7010400"/>
              <a:gd name="connsiteY2" fmla="*/ 2505176 h 2709682"/>
              <a:gd name="connsiteX3" fmla="*/ 2524125 w 7010400"/>
              <a:gd name="connsiteY3" fmla="*/ 2457551 h 2709682"/>
              <a:gd name="connsiteX4" fmla="*/ 3009900 w 7010400"/>
              <a:gd name="connsiteY4" fmla="*/ 2409926 h 2709682"/>
              <a:gd name="connsiteX5" fmla="*/ 3467100 w 7010400"/>
              <a:gd name="connsiteY5" fmla="*/ 101 h 2709682"/>
              <a:gd name="connsiteX6" fmla="*/ 3876675 w 7010400"/>
              <a:gd name="connsiteY6" fmla="*/ 2514701 h 2709682"/>
              <a:gd name="connsiteX7" fmla="*/ 4267200 w 7010400"/>
              <a:gd name="connsiteY7" fmla="*/ 2533751 h 2709682"/>
              <a:gd name="connsiteX8" fmla="*/ 4371975 w 7010400"/>
              <a:gd name="connsiteY8" fmla="*/ 2457551 h 2709682"/>
              <a:gd name="connsiteX9" fmla="*/ 4657725 w 7010400"/>
              <a:gd name="connsiteY9" fmla="*/ 2600426 h 2709682"/>
              <a:gd name="connsiteX10" fmla="*/ 5029200 w 7010400"/>
              <a:gd name="connsiteY10" fmla="*/ 2524226 h 2709682"/>
              <a:gd name="connsiteX11" fmla="*/ 7010400 w 7010400"/>
              <a:gd name="connsiteY11" fmla="*/ 2543276 h 2709682"/>
              <a:gd name="connsiteX0" fmla="*/ 0 w 7010400"/>
              <a:gd name="connsiteY0" fmla="*/ 2524238 h 2709694"/>
              <a:gd name="connsiteX1" fmla="*/ 1704975 w 7010400"/>
              <a:gd name="connsiteY1" fmla="*/ 2619488 h 2709694"/>
              <a:gd name="connsiteX2" fmla="*/ 2085975 w 7010400"/>
              <a:gd name="connsiteY2" fmla="*/ 2505188 h 2709694"/>
              <a:gd name="connsiteX3" fmla="*/ 3009900 w 7010400"/>
              <a:gd name="connsiteY3" fmla="*/ 2409938 h 2709694"/>
              <a:gd name="connsiteX4" fmla="*/ 3467100 w 7010400"/>
              <a:gd name="connsiteY4" fmla="*/ 113 h 2709694"/>
              <a:gd name="connsiteX5" fmla="*/ 3876675 w 7010400"/>
              <a:gd name="connsiteY5" fmla="*/ 2514713 h 2709694"/>
              <a:gd name="connsiteX6" fmla="*/ 4267200 w 7010400"/>
              <a:gd name="connsiteY6" fmla="*/ 2533763 h 2709694"/>
              <a:gd name="connsiteX7" fmla="*/ 4371975 w 7010400"/>
              <a:gd name="connsiteY7" fmla="*/ 2457563 h 2709694"/>
              <a:gd name="connsiteX8" fmla="*/ 4657725 w 7010400"/>
              <a:gd name="connsiteY8" fmla="*/ 2600438 h 2709694"/>
              <a:gd name="connsiteX9" fmla="*/ 5029200 w 7010400"/>
              <a:gd name="connsiteY9" fmla="*/ 2524238 h 2709694"/>
              <a:gd name="connsiteX10" fmla="*/ 7010400 w 7010400"/>
              <a:gd name="connsiteY10" fmla="*/ 2543288 h 2709694"/>
              <a:gd name="connsiteX0" fmla="*/ 0 w 7010400"/>
              <a:gd name="connsiteY0" fmla="*/ 2524222 h 2709678"/>
              <a:gd name="connsiteX1" fmla="*/ 1704975 w 7010400"/>
              <a:gd name="connsiteY1" fmla="*/ 2619472 h 2709678"/>
              <a:gd name="connsiteX2" fmla="*/ 2085975 w 7010400"/>
              <a:gd name="connsiteY2" fmla="*/ 2505172 h 2709678"/>
              <a:gd name="connsiteX3" fmla="*/ 3009900 w 7010400"/>
              <a:gd name="connsiteY3" fmla="*/ 2409922 h 2709678"/>
              <a:gd name="connsiteX4" fmla="*/ 3467100 w 7010400"/>
              <a:gd name="connsiteY4" fmla="*/ 97 h 2709678"/>
              <a:gd name="connsiteX5" fmla="*/ 3876675 w 7010400"/>
              <a:gd name="connsiteY5" fmla="*/ 2514697 h 2709678"/>
              <a:gd name="connsiteX6" fmla="*/ 4267200 w 7010400"/>
              <a:gd name="connsiteY6" fmla="*/ 2533747 h 2709678"/>
              <a:gd name="connsiteX7" fmla="*/ 4371975 w 7010400"/>
              <a:gd name="connsiteY7" fmla="*/ 2457547 h 2709678"/>
              <a:gd name="connsiteX8" fmla="*/ 4657725 w 7010400"/>
              <a:gd name="connsiteY8" fmla="*/ 2600422 h 2709678"/>
              <a:gd name="connsiteX9" fmla="*/ 5029200 w 7010400"/>
              <a:gd name="connsiteY9" fmla="*/ 2524222 h 2709678"/>
              <a:gd name="connsiteX10" fmla="*/ 7010400 w 7010400"/>
              <a:gd name="connsiteY10" fmla="*/ 2543272 h 2709678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4 h 2680276"/>
              <a:gd name="connsiteX1" fmla="*/ 1704975 w 7010400"/>
              <a:gd name="connsiteY1" fmla="*/ 2619474 h 2680276"/>
              <a:gd name="connsiteX2" fmla="*/ 2085975 w 7010400"/>
              <a:gd name="connsiteY2" fmla="*/ 2505174 h 2680276"/>
              <a:gd name="connsiteX3" fmla="*/ 3009900 w 7010400"/>
              <a:gd name="connsiteY3" fmla="*/ 2409924 h 2680276"/>
              <a:gd name="connsiteX4" fmla="*/ 3467100 w 7010400"/>
              <a:gd name="connsiteY4" fmla="*/ 99 h 2680276"/>
              <a:gd name="connsiteX5" fmla="*/ 3876675 w 7010400"/>
              <a:gd name="connsiteY5" fmla="*/ 2514699 h 2680276"/>
              <a:gd name="connsiteX6" fmla="*/ 4371975 w 7010400"/>
              <a:gd name="connsiteY6" fmla="*/ 2457549 h 2680276"/>
              <a:gd name="connsiteX7" fmla="*/ 4657725 w 7010400"/>
              <a:gd name="connsiteY7" fmla="*/ 2600424 h 2680276"/>
              <a:gd name="connsiteX8" fmla="*/ 5029200 w 7010400"/>
              <a:gd name="connsiteY8" fmla="*/ 2524224 h 2680276"/>
              <a:gd name="connsiteX9" fmla="*/ 7010400 w 7010400"/>
              <a:gd name="connsiteY9" fmla="*/ 2543274 h 2680276"/>
              <a:gd name="connsiteX0" fmla="*/ 0 w 7010400"/>
              <a:gd name="connsiteY0" fmla="*/ 2524249 h 2694159"/>
              <a:gd name="connsiteX1" fmla="*/ 1704975 w 7010400"/>
              <a:gd name="connsiteY1" fmla="*/ 2619499 h 2694159"/>
              <a:gd name="connsiteX2" fmla="*/ 2085975 w 7010400"/>
              <a:gd name="connsiteY2" fmla="*/ 2505199 h 2694159"/>
              <a:gd name="connsiteX3" fmla="*/ 3009900 w 7010400"/>
              <a:gd name="connsiteY3" fmla="*/ 2409949 h 2694159"/>
              <a:gd name="connsiteX4" fmla="*/ 3467100 w 7010400"/>
              <a:gd name="connsiteY4" fmla="*/ 124 h 2694159"/>
              <a:gd name="connsiteX5" fmla="*/ 3876675 w 7010400"/>
              <a:gd name="connsiteY5" fmla="*/ 2514724 h 2694159"/>
              <a:gd name="connsiteX6" fmla="*/ 4371975 w 7010400"/>
              <a:gd name="connsiteY6" fmla="*/ 2457574 h 2694159"/>
              <a:gd name="connsiteX7" fmla="*/ 4657725 w 7010400"/>
              <a:gd name="connsiteY7" fmla="*/ 2600449 h 2694159"/>
              <a:gd name="connsiteX8" fmla="*/ 5029200 w 7010400"/>
              <a:gd name="connsiteY8" fmla="*/ 2524249 h 2694159"/>
              <a:gd name="connsiteX9" fmla="*/ 7010400 w 7010400"/>
              <a:gd name="connsiteY9" fmla="*/ 2543299 h 2694159"/>
              <a:gd name="connsiteX0" fmla="*/ 0 w 7010400"/>
              <a:gd name="connsiteY0" fmla="*/ 2526989 h 2683041"/>
              <a:gd name="connsiteX1" fmla="*/ 1704975 w 7010400"/>
              <a:gd name="connsiteY1" fmla="*/ 2622239 h 2683041"/>
              <a:gd name="connsiteX2" fmla="*/ 2085975 w 7010400"/>
              <a:gd name="connsiteY2" fmla="*/ 2507939 h 2683041"/>
              <a:gd name="connsiteX3" fmla="*/ 3105150 w 7010400"/>
              <a:gd name="connsiteY3" fmla="*/ 2050739 h 2683041"/>
              <a:gd name="connsiteX4" fmla="*/ 3467100 w 7010400"/>
              <a:gd name="connsiteY4" fmla="*/ 2864 h 2683041"/>
              <a:gd name="connsiteX5" fmla="*/ 3876675 w 7010400"/>
              <a:gd name="connsiteY5" fmla="*/ 2517464 h 2683041"/>
              <a:gd name="connsiteX6" fmla="*/ 4371975 w 7010400"/>
              <a:gd name="connsiteY6" fmla="*/ 2460314 h 2683041"/>
              <a:gd name="connsiteX7" fmla="*/ 4657725 w 7010400"/>
              <a:gd name="connsiteY7" fmla="*/ 2603189 h 2683041"/>
              <a:gd name="connsiteX8" fmla="*/ 5029200 w 7010400"/>
              <a:gd name="connsiteY8" fmla="*/ 2526989 h 2683041"/>
              <a:gd name="connsiteX9" fmla="*/ 7010400 w 7010400"/>
              <a:gd name="connsiteY9" fmla="*/ 2546039 h 2683041"/>
              <a:gd name="connsiteX0" fmla="*/ 0 w 7010400"/>
              <a:gd name="connsiteY0" fmla="*/ 2527006 h 2683058"/>
              <a:gd name="connsiteX1" fmla="*/ 1704975 w 7010400"/>
              <a:gd name="connsiteY1" fmla="*/ 2622256 h 2683058"/>
              <a:gd name="connsiteX2" fmla="*/ 2085975 w 7010400"/>
              <a:gd name="connsiteY2" fmla="*/ 2507956 h 2683058"/>
              <a:gd name="connsiteX3" fmla="*/ 3105150 w 7010400"/>
              <a:gd name="connsiteY3" fmla="*/ 2050756 h 2683058"/>
              <a:gd name="connsiteX4" fmla="*/ 3467100 w 7010400"/>
              <a:gd name="connsiteY4" fmla="*/ 2881 h 2683058"/>
              <a:gd name="connsiteX5" fmla="*/ 3876675 w 7010400"/>
              <a:gd name="connsiteY5" fmla="*/ 2517481 h 2683058"/>
              <a:gd name="connsiteX6" fmla="*/ 4371975 w 7010400"/>
              <a:gd name="connsiteY6" fmla="*/ 2460331 h 2683058"/>
              <a:gd name="connsiteX7" fmla="*/ 4657725 w 7010400"/>
              <a:gd name="connsiteY7" fmla="*/ 2603206 h 2683058"/>
              <a:gd name="connsiteX8" fmla="*/ 5029200 w 7010400"/>
              <a:gd name="connsiteY8" fmla="*/ 2527006 h 2683058"/>
              <a:gd name="connsiteX9" fmla="*/ 7010400 w 7010400"/>
              <a:gd name="connsiteY9" fmla="*/ 2546056 h 2683058"/>
              <a:gd name="connsiteX0" fmla="*/ 0 w 7010400"/>
              <a:gd name="connsiteY0" fmla="*/ 2527059 h 2683111"/>
              <a:gd name="connsiteX1" fmla="*/ 1704975 w 7010400"/>
              <a:gd name="connsiteY1" fmla="*/ 2622309 h 2683111"/>
              <a:gd name="connsiteX2" fmla="*/ 2085975 w 7010400"/>
              <a:gd name="connsiteY2" fmla="*/ 2508009 h 2683111"/>
              <a:gd name="connsiteX3" fmla="*/ 3105150 w 7010400"/>
              <a:gd name="connsiteY3" fmla="*/ 2050809 h 2683111"/>
              <a:gd name="connsiteX4" fmla="*/ 3467100 w 7010400"/>
              <a:gd name="connsiteY4" fmla="*/ 2934 h 2683111"/>
              <a:gd name="connsiteX5" fmla="*/ 3876675 w 7010400"/>
              <a:gd name="connsiteY5" fmla="*/ 2517534 h 2683111"/>
              <a:gd name="connsiteX6" fmla="*/ 4371975 w 7010400"/>
              <a:gd name="connsiteY6" fmla="*/ 2460384 h 2683111"/>
              <a:gd name="connsiteX7" fmla="*/ 4657725 w 7010400"/>
              <a:gd name="connsiteY7" fmla="*/ 2603259 h 2683111"/>
              <a:gd name="connsiteX8" fmla="*/ 5029200 w 7010400"/>
              <a:gd name="connsiteY8" fmla="*/ 2527059 h 2683111"/>
              <a:gd name="connsiteX9" fmla="*/ 7010400 w 7010400"/>
              <a:gd name="connsiteY9" fmla="*/ 2546109 h 2683111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371975 w 7010400"/>
              <a:gd name="connsiteY6" fmla="*/ 2457472 h 2619476"/>
              <a:gd name="connsiteX7" fmla="*/ 4657725 w 7010400"/>
              <a:gd name="connsiteY7" fmla="*/ 260034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371975 w 7010400"/>
              <a:gd name="connsiteY6" fmla="*/ 2457472 h 2619476"/>
              <a:gd name="connsiteX7" fmla="*/ 4657725 w 7010400"/>
              <a:gd name="connsiteY7" fmla="*/ 260034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371975 w 7010400"/>
              <a:gd name="connsiteY6" fmla="*/ 2457472 h 2619476"/>
              <a:gd name="connsiteX7" fmla="*/ 4657725 w 7010400"/>
              <a:gd name="connsiteY7" fmla="*/ 260034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19549"/>
              <a:gd name="connsiteX1" fmla="*/ 1704975 w 7010400"/>
              <a:gd name="connsiteY1" fmla="*/ 2619397 h 2619549"/>
              <a:gd name="connsiteX2" fmla="*/ 2085975 w 7010400"/>
              <a:gd name="connsiteY2" fmla="*/ 2505097 h 2619549"/>
              <a:gd name="connsiteX3" fmla="*/ 3105150 w 7010400"/>
              <a:gd name="connsiteY3" fmla="*/ 2047897 h 2619549"/>
              <a:gd name="connsiteX4" fmla="*/ 3467100 w 7010400"/>
              <a:gd name="connsiteY4" fmla="*/ 22 h 2619549"/>
              <a:gd name="connsiteX5" fmla="*/ 3743325 w 7010400"/>
              <a:gd name="connsiteY5" fmla="*/ 2085997 h 2619549"/>
              <a:gd name="connsiteX6" fmla="*/ 4371975 w 7010400"/>
              <a:gd name="connsiteY6" fmla="*/ 2457472 h 2619549"/>
              <a:gd name="connsiteX7" fmla="*/ 4657725 w 7010400"/>
              <a:gd name="connsiteY7" fmla="*/ 2600347 h 2619549"/>
              <a:gd name="connsiteX8" fmla="*/ 5029200 w 7010400"/>
              <a:gd name="connsiteY8" fmla="*/ 2524147 h 2619549"/>
              <a:gd name="connsiteX9" fmla="*/ 7010400 w 7010400"/>
              <a:gd name="connsiteY9" fmla="*/ 2543197 h 2619549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371975 w 7010400"/>
              <a:gd name="connsiteY6" fmla="*/ 2457472 h 2619476"/>
              <a:gd name="connsiteX7" fmla="*/ 4657725 w 7010400"/>
              <a:gd name="connsiteY7" fmla="*/ 260034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21425"/>
              <a:gd name="connsiteX1" fmla="*/ 1704975 w 7010400"/>
              <a:gd name="connsiteY1" fmla="*/ 2619397 h 2621425"/>
              <a:gd name="connsiteX2" fmla="*/ 2085975 w 7010400"/>
              <a:gd name="connsiteY2" fmla="*/ 2505097 h 2621425"/>
              <a:gd name="connsiteX3" fmla="*/ 3105150 w 7010400"/>
              <a:gd name="connsiteY3" fmla="*/ 2047897 h 2621425"/>
              <a:gd name="connsiteX4" fmla="*/ 3467100 w 7010400"/>
              <a:gd name="connsiteY4" fmla="*/ 22 h 2621425"/>
              <a:gd name="connsiteX5" fmla="*/ 3743325 w 7010400"/>
              <a:gd name="connsiteY5" fmla="*/ 2085997 h 2621425"/>
              <a:gd name="connsiteX6" fmla="*/ 4371975 w 7010400"/>
              <a:gd name="connsiteY6" fmla="*/ 2457472 h 2621425"/>
              <a:gd name="connsiteX7" fmla="*/ 4657725 w 7010400"/>
              <a:gd name="connsiteY7" fmla="*/ 2600347 h 2621425"/>
              <a:gd name="connsiteX8" fmla="*/ 5029200 w 7010400"/>
              <a:gd name="connsiteY8" fmla="*/ 2524147 h 2621425"/>
              <a:gd name="connsiteX9" fmla="*/ 7010400 w 7010400"/>
              <a:gd name="connsiteY9" fmla="*/ 2543197 h 2621425"/>
              <a:gd name="connsiteX0" fmla="*/ 0 w 7010400"/>
              <a:gd name="connsiteY0" fmla="*/ 2524147 h 2624686"/>
              <a:gd name="connsiteX1" fmla="*/ 1704975 w 7010400"/>
              <a:gd name="connsiteY1" fmla="*/ 2619397 h 2624686"/>
              <a:gd name="connsiteX2" fmla="*/ 2085975 w 7010400"/>
              <a:gd name="connsiteY2" fmla="*/ 2505097 h 2624686"/>
              <a:gd name="connsiteX3" fmla="*/ 3105150 w 7010400"/>
              <a:gd name="connsiteY3" fmla="*/ 2047897 h 2624686"/>
              <a:gd name="connsiteX4" fmla="*/ 3467100 w 7010400"/>
              <a:gd name="connsiteY4" fmla="*/ 22 h 2624686"/>
              <a:gd name="connsiteX5" fmla="*/ 3743325 w 7010400"/>
              <a:gd name="connsiteY5" fmla="*/ 2085997 h 2624686"/>
              <a:gd name="connsiteX6" fmla="*/ 4114800 w 7010400"/>
              <a:gd name="connsiteY6" fmla="*/ 2609872 h 2624686"/>
              <a:gd name="connsiteX7" fmla="*/ 4657725 w 7010400"/>
              <a:gd name="connsiteY7" fmla="*/ 2600347 h 2624686"/>
              <a:gd name="connsiteX8" fmla="*/ 5029200 w 7010400"/>
              <a:gd name="connsiteY8" fmla="*/ 2524147 h 2624686"/>
              <a:gd name="connsiteX9" fmla="*/ 7010400 w 7010400"/>
              <a:gd name="connsiteY9" fmla="*/ 2543197 h 2624686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114800 w 7010400"/>
              <a:gd name="connsiteY6" fmla="*/ 2609872 h 2619476"/>
              <a:gd name="connsiteX7" fmla="*/ 4429125 w 7010400"/>
              <a:gd name="connsiteY7" fmla="*/ 242889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38755"/>
              <a:gd name="connsiteX1" fmla="*/ 1704975 w 7010400"/>
              <a:gd name="connsiteY1" fmla="*/ 2619397 h 2638755"/>
              <a:gd name="connsiteX2" fmla="*/ 2085975 w 7010400"/>
              <a:gd name="connsiteY2" fmla="*/ 2505097 h 2638755"/>
              <a:gd name="connsiteX3" fmla="*/ 3105150 w 7010400"/>
              <a:gd name="connsiteY3" fmla="*/ 2047897 h 2638755"/>
              <a:gd name="connsiteX4" fmla="*/ 3467100 w 7010400"/>
              <a:gd name="connsiteY4" fmla="*/ 22 h 2638755"/>
              <a:gd name="connsiteX5" fmla="*/ 3743325 w 7010400"/>
              <a:gd name="connsiteY5" fmla="*/ 2085997 h 2638755"/>
              <a:gd name="connsiteX6" fmla="*/ 4114800 w 7010400"/>
              <a:gd name="connsiteY6" fmla="*/ 2609872 h 2638755"/>
              <a:gd name="connsiteX7" fmla="*/ 4429125 w 7010400"/>
              <a:gd name="connsiteY7" fmla="*/ 2428897 h 2638755"/>
              <a:gd name="connsiteX8" fmla="*/ 4895850 w 7010400"/>
              <a:gd name="connsiteY8" fmla="*/ 2638447 h 2638755"/>
              <a:gd name="connsiteX9" fmla="*/ 7010400 w 7010400"/>
              <a:gd name="connsiteY9" fmla="*/ 2543197 h 2638755"/>
              <a:gd name="connsiteX0" fmla="*/ 0 w 7010400"/>
              <a:gd name="connsiteY0" fmla="*/ 2524147 h 2638755"/>
              <a:gd name="connsiteX1" fmla="*/ 1704975 w 7010400"/>
              <a:gd name="connsiteY1" fmla="*/ 2619397 h 2638755"/>
              <a:gd name="connsiteX2" fmla="*/ 2085975 w 7010400"/>
              <a:gd name="connsiteY2" fmla="*/ 2505097 h 2638755"/>
              <a:gd name="connsiteX3" fmla="*/ 3105150 w 7010400"/>
              <a:gd name="connsiteY3" fmla="*/ 2047897 h 2638755"/>
              <a:gd name="connsiteX4" fmla="*/ 3467100 w 7010400"/>
              <a:gd name="connsiteY4" fmla="*/ 22 h 2638755"/>
              <a:gd name="connsiteX5" fmla="*/ 3743325 w 7010400"/>
              <a:gd name="connsiteY5" fmla="*/ 2085997 h 2638755"/>
              <a:gd name="connsiteX6" fmla="*/ 4114800 w 7010400"/>
              <a:gd name="connsiteY6" fmla="*/ 2609872 h 2638755"/>
              <a:gd name="connsiteX7" fmla="*/ 4429125 w 7010400"/>
              <a:gd name="connsiteY7" fmla="*/ 2428897 h 2638755"/>
              <a:gd name="connsiteX8" fmla="*/ 4895850 w 7010400"/>
              <a:gd name="connsiteY8" fmla="*/ 2638447 h 2638755"/>
              <a:gd name="connsiteX9" fmla="*/ 7010400 w 7010400"/>
              <a:gd name="connsiteY9" fmla="*/ 2543197 h 2638755"/>
              <a:gd name="connsiteX0" fmla="*/ 0 w 7010400"/>
              <a:gd name="connsiteY0" fmla="*/ 2524147 h 2651543"/>
              <a:gd name="connsiteX1" fmla="*/ 1704975 w 7010400"/>
              <a:gd name="connsiteY1" fmla="*/ 2619397 h 2651543"/>
              <a:gd name="connsiteX2" fmla="*/ 2085975 w 7010400"/>
              <a:gd name="connsiteY2" fmla="*/ 2505097 h 2651543"/>
              <a:gd name="connsiteX3" fmla="*/ 3105150 w 7010400"/>
              <a:gd name="connsiteY3" fmla="*/ 2047897 h 2651543"/>
              <a:gd name="connsiteX4" fmla="*/ 3467100 w 7010400"/>
              <a:gd name="connsiteY4" fmla="*/ 22 h 2651543"/>
              <a:gd name="connsiteX5" fmla="*/ 3743325 w 7010400"/>
              <a:gd name="connsiteY5" fmla="*/ 2085997 h 2651543"/>
              <a:gd name="connsiteX6" fmla="*/ 4114800 w 7010400"/>
              <a:gd name="connsiteY6" fmla="*/ 2609872 h 2651543"/>
              <a:gd name="connsiteX7" fmla="*/ 4429125 w 7010400"/>
              <a:gd name="connsiteY7" fmla="*/ 2428897 h 2651543"/>
              <a:gd name="connsiteX8" fmla="*/ 4895850 w 7010400"/>
              <a:gd name="connsiteY8" fmla="*/ 2638447 h 2651543"/>
              <a:gd name="connsiteX9" fmla="*/ 7010400 w 7010400"/>
              <a:gd name="connsiteY9" fmla="*/ 2543197 h 2651543"/>
              <a:gd name="connsiteX0" fmla="*/ 0 w 7010400"/>
              <a:gd name="connsiteY0" fmla="*/ 2524147 h 2651543"/>
              <a:gd name="connsiteX1" fmla="*/ 1704975 w 7010400"/>
              <a:gd name="connsiteY1" fmla="*/ 2619397 h 2651543"/>
              <a:gd name="connsiteX2" fmla="*/ 2085975 w 7010400"/>
              <a:gd name="connsiteY2" fmla="*/ 2505097 h 2651543"/>
              <a:gd name="connsiteX3" fmla="*/ 3105150 w 7010400"/>
              <a:gd name="connsiteY3" fmla="*/ 2047897 h 2651543"/>
              <a:gd name="connsiteX4" fmla="*/ 3467100 w 7010400"/>
              <a:gd name="connsiteY4" fmla="*/ 22 h 2651543"/>
              <a:gd name="connsiteX5" fmla="*/ 3743325 w 7010400"/>
              <a:gd name="connsiteY5" fmla="*/ 2085997 h 2651543"/>
              <a:gd name="connsiteX6" fmla="*/ 4114800 w 7010400"/>
              <a:gd name="connsiteY6" fmla="*/ 2609872 h 2651543"/>
              <a:gd name="connsiteX7" fmla="*/ 4429125 w 7010400"/>
              <a:gd name="connsiteY7" fmla="*/ 2428897 h 2651543"/>
              <a:gd name="connsiteX8" fmla="*/ 4895850 w 7010400"/>
              <a:gd name="connsiteY8" fmla="*/ 2638447 h 2651543"/>
              <a:gd name="connsiteX9" fmla="*/ 7010400 w 7010400"/>
              <a:gd name="connsiteY9" fmla="*/ 2543197 h 2651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010400" h="2651543">
                <a:moveTo>
                  <a:pt x="0" y="2524147"/>
                </a:moveTo>
                <a:cubicBezTo>
                  <a:pt x="1831578" y="2529306"/>
                  <a:pt x="1357313" y="2622572"/>
                  <a:pt x="1704975" y="2619397"/>
                </a:cubicBezTo>
                <a:cubicBezTo>
                  <a:pt x="2052637" y="2616222"/>
                  <a:pt x="1852613" y="2600347"/>
                  <a:pt x="2085975" y="2505097"/>
                </a:cubicBezTo>
                <a:cubicBezTo>
                  <a:pt x="2319338" y="2409847"/>
                  <a:pt x="2855913" y="2684485"/>
                  <a:pt x="3105150" y="2047897"/>
                </a:cubicBezTo>
                <a:cubicBezTo>
                  <a:pt x="3354387" y="1411309"/>
                  <a:pt x="3284538" y="-6328"/>
                  <a:pt x="3467100" y="22"/>
                </a:cubicBezTo>
                <a:cubicBezTo>
                  <a:pt x="3649662" y="6372"/>
                  <a:pt x="3635375" y="1651022"/>
                  <a:pt x="3743325" y="2085997"/>
                </a:cubicBezTo>
                <a:cubicBezTo>
                  <a:pt x="3851275" y="2520972"/>
                  <a:pt x="4000500" y="2552722"/>
                  <a:pt x="4114800" y="2609872"/>
                </a:cubicBezTo>
                <a:cubicBezTo>
                  <a:pt x="4229100" y="2667022"/>
                  <a:pt x="4298950" y="2424135"/>
                  <a:pt x="4429125" y="2428897"/>
                </a:cubicBezTo>
                <a:cubicBezTo>
                  <a:pt x="4559300" y="2433660"/>
                  <a:pt x="4675188" y="2714647"/>
                  <a:pt x="4895850" y="2638447"/>
                </a:cubicBezTo>
                <a:cubicBezTo>
                  <a:pt x="5211762" y="2524147"/>
                  <a:pt x="5408613" y="2524147"/>
                  <a:pt x="7010400" y="2543197"/>
                </a:cubicBezTo>
              </a:path>
            </a:pathLst>
          </a:cu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D12CD20-CDB7-44FC-9E84-838A51CDA9CC}"/>
              </a:ext>
            </a:extLst>
          </p:cNvPr>
          <p:cNvCxnSpPr/>
          <p:nvPr/>
        </p:nvCxnSpPr>
        <p:spPr>
          <a:xfrm>
            <a:off x="7337931" y="2009773"/>
            <a:ext cx="139194" cy="371455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77AF107-929E-4807-8E35-B2102B749EDB}"/>
                  </a:ext>
                </a:extLst>
              </p:cNvPr>
              <p:cNvSpPr txBox="1"/>
              <p:nvPr/>
            </p:nvSpPr>
            <p:spPr>
              <a:xfrm>
                <a:off x="6869137" y="1624330"/>
                <a:ext cx="80008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𝑧</m:t>
                          </m:r>
                        </m:e>
                        <m:sub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85000"/>
                                  <a:lumOff val="1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77AF107-929E-4807-8E35-B2102B749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9137" y="1624330"/>
                <a:ext cx="80008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239B3DD-0262-4BC4-81B2-484F74E17988}"/>
              </a:ext>
            </a:extLst>
          </p:cNvPr>
          <p:cNvSpPr txBox="1"/>
          <p:nvPr/>
        </p:nvSpPr>
        <p:spPr>
          <a:xfrm>
            <a:off x="9159716" y="4917764"/>
            <a:ext cx="1272224" cy="58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Time (s)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2A156B0-802E-CF56-EC1A-DDF27A1DE040}"/>
              </a:ext>
            </a:extLst>
          </p:cNvPr>
          <p:cNvSpPr/>
          <p:nvPr/>
        </p:nvSpPr>
        <p:spPr>
          <a:xfrm>
            <a:off x="4000500" y="3573980"/>
            <a:ext cx="7038975" cy="2402841"/>
          </a:xfrm>
          <a:custGeom>
            <a:avLst/>
            <a:gdLst>
              <a:gd name="connsiteX0" fmla="*/ 0 w 7038975"/>
              <a:gd name="connsiteY0" fmla="*/ 1554580 h 2608575"/>
              <a:gd name="connsiteX1" fmla="*/ 1552575 w 7038975"/>
              <a:gd name="connsiteY1" fmla="*/ 1506955 h 2608575"/>
              <a:gd name="connsiteX2" fmla="*/ 1781175 w 7038975"/>
              <a:gd name="connsiteY2" fmla="*/ 1630780 h 2608575"/>
              <a:gd name="connsiteX3" fmla="*/ 2809875 w 7038975"/>
              <a:gd name="connsiteY3" fmla="*/ 11530 h 2608575"/>
              <a:gd name="connsiteX4" fmla="*/ 3867150 w 7038975"/>
              <a:gd name="connsiteY4" fmla="*/ 2583280 h 2608575"/>
              <a:gd name="connsiteX5" fmla="*/ 4429125 w 7038975"/>
              <a:gd name="connsiteY5" fmla="*/ 1345030 h 2608575"/>
              <a:gd name="connsiteX6" fmla="*/ 4714875 w 7038975"/>
              <a:gd name="connsiteY6" fmla="*/ 1687930 h 2608575"/>
              <a:gd name="connsiteX7" fmla="*/ 5057775 w 7038975"/>
              <a:gd name="connsiteY7" fmla="*/ 1545055 h 2608575"/>
              <a:gd name="connsiteX8" fmla="*/ 7038975 w 7038975"/>
              <a:gd name="connsiteY8" fmla="*/ 1554580 h 2608575"/>
              <a:gd name="connsiteX0" fmla="*/ 0 w 7038975"/>
              <a:gd name="connsiteY0" fmla="*/ 1554580 h 2608575"/>
              <a:gd name="connsiteX1" fmla="*/ 1247775 w 7038975"/>
              <a:gd name="connsiteY1" fmla="*/ 1506955 h 2608575"/>
              <a:gd name="connsiteX2" fmla="*/ 1781175 w 7038975"/>
              <a:gd name="connsiteY2" fmla="*/ 1630780 h 2608575"/>
              <a:gd name="connsiteX3" fmla="*/ 2809875 w 7038975"/>
              <a:gd name="connsiteY3" fmla="*/ 11530 h 2608575"/>
              <a:gd name="connsiteX4" fmla="*/ 3867150 w 7038975"/>
              <a:gd name="connsiteY4" fmla="*/ 2583280 h 2608575"/>
              <a:gd name="connsiteX5" fmla="*/ 4429125 w 7038975"/>
              <a:gd name="connsiteY5" fmla="*/ 1345030 h 2608575"/>
              <a:gd name="connsiteX6" fmla="*/ 4714875 w 7038975"/>
              <a:gd name="connsiteY6" fmla="*/ 1687930 h 2608575"/>
              <a:gd name="connsiteX7" fmla="*/ 5057775 w 7038975"/>
              <a:gd name="connsiteY7" fmla="*/ 1545055 h 2608575"/>
              <a:gd name="connsiteX8" fmla="*/ 7038975 w 7038975"/>
              <a:gd name="connsiteY8" fmla="*/ 1554580 h 2608575"/>
              <a:gd name="connsiteX0" fmla="*/ 0 w 7038975"/>
              <a:gd name="connsiteY0" fmla="*/ 1554646 h 2608641"/>
              <a:gd name="connsiteX1" fmla="*/ 1247775 w 7038975"/>
              <a:gd name="connsiteY1" fmla="*/ 1564171 h 2608641"/>
              <a:gd name="connsiteX2" fmla="*/ 1781175 w 7038975"/>
              <a:gd name="connsiteY2" fmla="*/ 1630846 h 2608641"/>
              <a:gd name="connsiteX3" fmla="*/ 2809875 w 7038975"/>
              <a:gd name="connsiteY3" fmla="*/ 11596 h 2608641"/>
              <a:gd name="connsiteX4" fmla="*/ 3867150 w 7038975"/>
              <a:gd name="connsiteY4" fmla="*/ 2583346 h 2608641"/>
              <a:gd name="connsiteX5" fmla="*/ 4429125 w 7038975"/>
              <a:gd name="connsiteY5" fmla="*/ 1345096 h 2608641"/>
              <a:gd name="connsiteX6" fmla="*/ 4714875 w 7038975"/>
              <a:gd name="connsiteY6" fmla="*/ 1687996 h 2608641"/>
              <a:gd name="connsiteX7" fmla="*/ 5057775 w 7038975"/>
              <a:gd name="connsiteY7" fmla="*/ 1545121 h 2608641"/>
              <a:gd name="connsiteX8" fmla="*/ 7038975 w 7038975"/>
              <a:gd name="connsiteY8" fmla="*/ 1554646 h 2608641"/>
              <a:gd name="connsiteX0" fmla="*/ 0 w 7038975"/>
              <a:gd name="connsiteY0" fmla="*/ 1544082 h 2598077"/>
              <a:gd name="connsiteX1" fmla="*/ 1247775 w 7038975"/>
              <a:gd name="connsiteY1" fmla="*/ 1553607 h 2598077"/>
              <a:gd name="connsiteX2" fmla="*/ 1781175 w 7038975"/>
              <a:gd name="connsiteY2" fmla="*/ 1620282 h 2598077"/>
              <a:gd name="connsiteX3" fmla="*/ 2809875 w 7038975"/>
              <a:gd name="connsiteY3" fmla="*/ 1032 h 2598077"/>
              <a:gd name="connsiteX4" fmla="*/ 3867150 w 7038975"/>
              <a:gd name="connsiteY4" fmla="*/ 2572782 h 2598077"/>
              <a:gd name="connsiteX5" fmla="*/ 4429125 w 7038975"/>
              <a:gd name="connsiteY5" fmla="*/ 1334532 h 2598077"/>
              <a:gd name="connsiteX6" fmla="*/ 4714875 w 7038975"/>
              <a:gd name="connsiteY6" fmla="*/ 1677432 h 2598077"/>
              <a:gd name="connsiteX7" fmla="*/ 5057775 w 7038975"/>
              <a:gd name="connsiteY7" fmla="*/ 1534557 h 2598077"/>
              <a:gd name="connsiteX8" fmla="*/ 7038975 w 7038975"/>
              <a:gd name="connsiteY8" fmla="*/ 1544082 h 2598077"/>
              <a:gd name="connsiteX0" fmla="*/ 0 w 7038975"/>
              <a:gd name="connsiteY0" fmla="*/ 1543395 h 2597390"/>
              <a:gd name="connsiteX1" fmla="*/ 1247775 w 7038975"/>
              <a:gd name="connsiteY1" fmla="*/ 1552920 h 2597390"/>
              <a:gd name="connsiteX2" fmla="*/ 1781175 w 7038975"/>
              <a:gd name="connsiteY2" fmla="*/ 1619595 h 2597390"/>
              <a:gd name="connsiteX3" fmla="*/ 2809875 w 7038975"/>
              <a:gd name="connsiteY3" fmla="*/ 345 h 2597390"/>
              <a:gd name="connsiteX4" fmla="*/ 3867150 w 7038975"/>
              <a:gd name="connsiteY4" fmla="*/ 2572095 h 2597390"/>
              <a:gd name="connsiteX5" fmla="*/ 4429125 w 7038975"/>
              <a:gd name="connsiteY5" fmla="*/ 1333845 h 2597390"/>
              <a:gd name="connsiteX6" fmla="*/ 4714875 w 7038975"/>
              <a:gd name="connsiteY6" fmla="*/ 1676745 h 2597390"/>
              <a:gd name="connsiteX7" fmla="*/ 5057775 w 7038975"/>
              <a:gd name="connsiteY7" fmla="*/ 1533870 h 2597390"/>
              <a:gd name="connsiteX8" fmla="*/ 7038975 w 7038975"/>
              <a:gd name="connsiteY8" fmla="*/ 1543395 h 2597390"/>
              <a:gd name="connsiteX0" fmla="*/ 0 w 7038975"/>
              <a:gd name="connsiteY0" fmla="*/ 1577527 h 2631522"/>
              <a:gd name="connsiteX1" fmla="*/ 1247775 w 7038975"/>
              <a:gd name="connsiteY1" fmla="*/ 1587052 h 2631522"/>
              <a:gd name="connsiteX2" fmla="*/ 1781175 w 7038975"/>
              <a:gd name="connsiteY2" fmla="*/ 1653727 h 2631522"/>
              <a:gd name="connsiteX3" fmla="*/ 2809875 w 7038975"/>
              <a:gd name="connsiteY3" fmla="*/ 34477 h 2631522"/>
              <a:gd name="connsiteX4" fmla="*/ 3867150 w 7038975"/>
              <a:gd name="connsiteY4" fmla="*/ 2606227 h 2631522"/>
              <a:gd name="connsiteX5" fmla="*/ 4429125 w 7038975"/>
              <a:gd name="connsiteY5" fmla="*/ 1367977 h 2631522"/>
              <a:gd name="connsiteX6" fmla="*/ 4714875 w 7038975"/>
              <a:gd name="connsiteY6" fmla="*/ 1710877 h 2631522"/>
              <a:gd name="connsiteX7" fmla="*/ 5057775 w 7038975"/>
              <a:gd name="connsiteY7" fmla="*/ 1568002 h 2631522"/>
              <a:gd name="connsiteX8" fmla="*/ 7038975 w 7038975"/>
              <a:gd name="connsiteY8" fmla="*/ 1577527 h 2631522"/>
              <a:gd name="connsiteX0" fmla="*/ 0 w 7038975"/>
              <a:gd name="connsiteY0" fmla="*/ 1577527 h 2688602"/>
              <a:gd name="connsiteX1" fmla="*/ 1247775 w 7038975"/>
              <a:gd name="connsiteY1" fmla="*/ 1587052 h 2688602"/>
              <a:gd name="connsiteX2" fmla="*/ 1781175 w 7038975"/>
              <a:gd name="connsiteY2" fmla="*/ 1653727 h 2688602"/>
              <a:gd name="connsiteX3" fmla="*/ 2809875 w 7038975"/>
              <a:gd name="connsiteY3" fmla="*/ 34477 h 2688602"/>
              <a:gd name="connsiteX4" fmla="*/ 3867150 w 7038975"/>
              <a:gd name="connsiteY4" fmla="*/ 2606227 h 2688602"/>
              <a:gd name="connsiteX5" fmla="*/ 4429125 w 7038975"/>
              <a:gd name="connsiteY5" fmla="*/ 1367977 h 2688602"/>
              <a:gd name="connsiteX6" fmla="*/ 4714875 w 7038975"/>
              <a:gd name="connsiteY6" fmla="*/ 1710877 h 2688602"/>
              <a:gd name="connsiteX7" fmla="*/ 5057775 w 7038975"/>
              <a:gd name="connsiteY7" fmla="*/ 1568002 h 2688602"/>
              <a:gd name="connsiteX8" fmla="*/ 7038975 w 7038975"/>
              <a:gd name="connsiteY8" fmla="*/ 1577527 h 2688602"/>
              <a:gd name="connsiteX0" fmla="*/ 0 w 7038975"/>
              <a:gd name="connsiteY0" fmla="*/ 1577527 h 2704186"/>
              <a:gd name="connsiteX1" fmla="*/ 1247775 w 7038975"/>
              <a:gd name="connsiteY1" fmla="*/ 1587052 h 2704186"/>
              <a:gd name="connsiteX2" fmla="*/ 1781175 w 7038975"/>
              <a:gd name="connsiteY2" fmla="*/ 1653727 h 2704186"/>
              <a:gd name="connsiteX3" fmla="*/ 2809875 w 7038975"/>
              <a:gd name="connsiteY3" fmla="*/ 34477 h 2704186"/>
              <a:gd name="connsiteX4" fmla="*/ 3867150 w 7038975"/>
              <a:gd name="connsiteY4" fmla="*/ 2606227 h 2704186"/>
              <a:gd name="connsiteX5" fmla="*/ 4429125 w 7038975"/>
              <a:gd name="connsiteY5" fmla="*/ 1367977 h 2704186"/>
              <a:gd name="connsiteX6" fmla="*/ 4714875 w 7038975"/>
              <a:gd name="connsiteY6" fmla="*/ 1710877 h 2704186"/>
              <a:gd name="connsiteX7" fmla="*/ 5057775 w 7038975"/>
              <a:gd name="connsiteY7" fmla="*/ 1568002 h 2704186"/>
              <a:gd name="connsiteX8" fmla="*/ 7038975 w 7038975"/>
              <a:gd name="connsiteY8" fmla="*/ 1577527 h 2704186"/>
              <a:gd name="connsiteX0" fmla="*/ 0 w 7038975"/>
              <a:gd name="connsiteY0" fmla="*/ 1577527 h 2650569"/>
              <a:gd name="connsiteX1" fmla="*/ 1247775 w 7038975"/>
              <a:gd name="connsiteY1" fmla="*/ 1587052 h 2650569"/>
              <a:gd name="connsiteX2" fmla="*/ 1781175 w 7038975"/>
              <a:gd name="connsiteY2" fmla="*/ 1653727 h 2650569"/>
              <a:gd name="connsiteX3" fmla="*/ 2809875 w 7038975"/>
              <a:gd name="connsiteY3" fmla="*/ 34477 h 2650569"/>
              <a:gd name="connsiteX4" fmla="*/ 3867150 w 7038975"/>
              <a:gd name="connsiteY4" fmla="*/ 2606227 h 2650569"/>
              <a:gd name="connsiteX5" fmla="*/ 4324350 w 7038975"/>
              <a:gd name="connsiteY5" fmla="*/ 1529902 h 2650569"/>
              <a:gd name="connsiteX6" fmla="*/ 4714875 w 7038975"/>
              <a:gd name="connsiteY6" fmla="*/ 1710877 h 2650569"/>
              <a:gd name="connsiteX7" fmla="*/ 5057775 w 7038975"/>
              <a:gd name="connsiteY7" fmla="*/ 1568002 h 2650569"/>
              <a:gd name="connsiteX8" fmla="*/ 7038975 w 7038975"/>
              <a:gd name="connsiteY8" fmla="*/ 1577527 h 2650569"/>
              <a:gd name="connsiteX0" fmla="*/ 0 w 7038975"/>
              <a:gd name="connsiteY0" fmla="*/ 1577527 h 2704802"/>
              <a:gd name="connsiteX1" fmla="*/ 1247775 w 7038975"/>
              <a:gd name="connsiteY1" fmla="*/ 1587052 h 2704802"/>
              <a:gd name="connsiteX2" fmla="*/ 1781175 w 7038975"/>
              <a:gd name="connsiteY2" fmla="*/ 1653727 h 2704802"/>
              <a:gd name="connsiteX3" fmla="*/ 2809875 w 7038975"/>
              <a:gd name="connsiteY3" fmla="*/ 34477 h 2704802"/>
              <a:gd name="connsiteX4" fmla="*/ 3867150 w 7038975"/>
              <a:gd name="connsiteY4" fmla="*/ 2606227 h 2704802"/>
              <a:gd name="connsiteX5" fmla="*/ 4324350 w 7038975"/>
              <a:gd name="connsiteY5" fmla="*/ 1529902 h 2704802"/>
              <a:gd name="connsiteX6" fmla="*/ 4714875 w 7038975"/>
              <a:gd name="connsiteY6" fmla="*/ 1710877 h 2704802"/>
              <a:gd name="connsiteX7" fmla="*/ 5057775 w 7038975"/>
              <a:gd name="connsiteY7" fmla="*/ 1568002 h 2704802"/>
              <a:gd name="connsiteX8" fmla="*/ 7038975 w 7038975"/>
              <a:gd name="connsiteY8" fmla="*/ 1577527 h 2704802"/>
              <a:gd name="connsiteX0" fmla="*/ 0 w 7038975"/>
              <a:gd name="connsiteY0" fmla="*/ 1577527 h 2651418"/>
              <a:gd name="connsiteX1" fmla="*/ 1247775 w 7038975"/>
              <a:gd name="connsiteY1" fmla="*/ 1587052 h 2651418"/>
              <a:gd name="connsiteX2" fmla="*/ 1781175 w 7038975"/>
              <a:gd name="connsiteY2" fmla="*/ 1653727 h 2651418"/>
              <a:gd name="connsiteX3" fmla="*/ 2809875 w 7038975"/>
              <a:gd name="connsiteY3" fmla="*/ 34477 h 2651418"/>
              <a:gd name="connsiteX4" fmla="*/ 3867150 w 7038975"/>
              <a:gd name="connsiteY4" fmla="*/ 2606227 h 2651418"/>
              <a:gd name="connsiteX5" fmla="*/ 4371975 w 7038975"/>
              <a:gd name="connsiteY5" fmla="*/ 1539427 h 2651418"/>
              <a:gd name="connsiteX6" fmla="*/ 4714875 w 7038975"/>
              <a:gd name="connsiteY6" fmla="*/ 1710877 h 2651418"/>
              <a:gd name="connsiteX7" fmla="*/ 5057775 w 7038975"/>
              <a:gd name="connsiteY7" fmla="*/ 1568002 h 2651418"/>
              <a:gd name="connsiteX8" fmla="*/ 7038975 w 7038975"/>
              <a:gd name="connsiteY8" fmla="*/ 1577527 h 2651418"/>
              <a:gd name="connsiteX0" fmla="*/ 0 w 7038975"/>
              <a:gd name="connsiteY0" fmla="*/ 1577527 h 2715976"/>
              <a:gd name="connsiteX1" fmla="*/ 1247775 w 7038975"/>
              <a:gd name="connsiteY1" fmla="*/ 1587052 h 2715976"/>
              <a:gd name="connsiteX2" fmla="*/ 1781175 w 7038975"/>
              <a:gd name="connsiteY2" fmla="*/ 1653727 h 2715976"/>
              <a:gd name="connsiteX3" fmla="*/ 2809875 w 7038975"/>
              <a:gd name="connsiteY3" fmla="*/ 34477 h 2715976"/>
              <a:gd name="connsiteX4" fmla="*/ 3867150 w 7038975"/>
              <a:gd name="connsiteY4" fmla="*/ 2606227 h 2715976"/>
              <a:gd name="connsiteX5" fmla="*/ 4371975 w 7038975"/>
              <a:gd name="connsiteY5" fmla="*/ 1539427 h 2715976"/>
              <a:gd name="connsiteX6" fmla="*/ 4714875 w 7038975"/>
              <a:gd name="connsiteY6" fmla="*/ 1710877 h 2715976"/>
              <a:gd name="connsiteX7" fmla="*/ 5057775 w 7038975"/>
              <a:gd name="connsiteY7" fmla="*/ 1568002 h 2715976"/>
              <a:gd name="connsiteX8" fmla="*/ 7038975 w 7038975"/>
              <a:gd name="connsiteY8" fmla="*/ 1577527 h 2715976"/>
              <a:gd name="connsiteX0" fmla="*/ 0 w 7038975"/>
              <a:gd name="connsiteY0" fmla="*/ 1577527 h 2715976"/>
              <a:gd name="connsiteX1" fmla="*/ 1247775 w 7038975"/>
              <a:gd name="connsiteY1" fmla="*/ 1587052 h 2715976"/>
              <a:gd name="connsiteX2" fmla="*/ 1781175 w 7038975"/>
              <a:gd name="connsiteY2" fmla="*/ 1653727 h 2715976"/>
              <a:gd name="connsiteX3" fmla="*/ 2809875 w 7038975"/>
              <a:gd name="connsiteY3" fmla="*/ 34477 h 2715976"/>
              <a:gd name="connsiteX4" fmla="*/ 3867150 w 7038975"/>
              <a:gd name="connsiteY4" fmla="*/ 2606227 h 2715976"/>
              <a:gd name="connsiteX5" fmla="*/ 4371975 w 7038975"/>
              <a:gd name="connsiteY5" fmla="*/ 1539427 h 2715976"/>
              <a:gd name="connsiteX6" fmla="*/ 4714875 w 7038975"/>
              <a:gd name="connsiteY6" fmla="*/ 1710877 h 2715976"/>
              <a:gd name="connsiteX7" fmla="*/ 5057775 w 7038975"/>
              <a:gd name="connsiteY7" fmla="*/ 1568002 h 2715976"/>
              <a:gd name="connsiteX8" fmla="*/ 7038975 w 7038975"/>
              <a:gd name="connsiteY8" fmla="*/ 1577527 h 2715976"/>
              <a:gd name="connsiteX0" fmla="*/ 0 w 7038975"/>
              <a:gd name="connsiteY0" fmla="*/ 1577527 h 2651418"/>
              <a:gd name="connsiteX1" fmla="*/ 1247775 w 7038975"/>
              <a:gd name="connsiteY1" fmla="*/ 1587052 h 2651418"/>
              <a:gd name="connsiteX2" fmla="*/ 1781175 w 7038975"/>
              <a:gd name="connsiteY2" fmla="*/ 1653727 h 2651418"/>
              <a:gd name="connsiteX3" fmla="*/ 3044766 w 7038975"/>
              <a:gd name="connsiteY3" fmla="*/ 34477 h 2651418"/>
              <a:gd name="connsiteX4" fmla="*/ 3867150 w 7038975"/>
              <a:gd name="connsiteY4" fmla="*/ 2606227 h 2651418"/>
              <a:gd name="connsiteX5" fmla="*/ 4371975 w 7038975"/>
              <a:gd name="connsiteY5" fmla="*/ 1539427 h 2651418"/>
              <a:gd name="connsiteX6" fmla="*/ 4714875 w 7038975"/>
              <a:gd name="connsiteY6" fmla="*/ 1710877 h 2651418"/>
              <a:gd name="connsiteX7" fmla="*/ 5057775 w 7038975"/>
              <a:gd name="connsiteY7" fmla="*/ 1568002 h 2651418"/>
              <a:gd name="connsiteX8" fmla="*/ 7038975 w 7038975"/>
              <a:gd name="connsiteY8" fmla="*/ 1577527 h 2651418"/>
              <a:gd name="connsiteX0" fmla="*/ 0 w 7038975"/>
              <a:gd name="connsiteY0" fmla="*/ 1577527 h 2693375"/>
              <a:gd name="connsiteX1" fmla="*/ 1247775 w 7038975"/>
              <a:gd name="connsiteY1" fmla="*/ 1587052 h 2693375"/>
              <a:gd name="connsiteX2" fmla="*/ 1781175 w 7038975"/>
              <a:gd name="connsiteY2" fmla="*/ 1653727 h 2693375"/>
              <a:gd name="connsiteX3" fmla="*/ 3044766 w 7038975"/>
              <a:gd name="connsiteY3" fmla="*/ 34477 h 2693375"/>
              <a:gd name="connsiteX4" fmla="*/ 3867150 w 7038975"/>
              <a:gd name="connsiteY4" fmla="*/ 2606227 h 2693375"/>
              <a:gd name="connsiteX5" fmla="*/ 4371975 w 7038975"/>
              <a:gd name="connsiteY5" fmla="*/ 1539427 h 2693375"/>
              <a:gd name="connsiteX6" fmla="*/ 4714875 w 7038975"/>
              <a:gd name="connsiteY6" fmla="*/ 1710877 h 2693375"/>
              <a:gd name="connsiteX7" fmla="*/ 5057775 w 7038975"/>
              <a:gd name="connsiteY7" fmla="*/ 1568002 h 2693375"/>
              <a:gd name="connsiteX8" fmla="*/ 7038975 w 7038975"/>
              <a:gd name="connsiteY8" fmla="*/ 1577527 h 2693375"/>
              <a:gd name="connsiteX0" fmla="*/ 0 w 7038975"/>
              <a:gd name="connsiteY0" fmla="*/ 1581020 h 2696868"/>
              <a:gd name="connsiteX1" fmla="*/ 1247775 w 7038975"/>
              <a:gd name="connsiteY1" fmla="*/ 1590545 h 2696868"/>
              <a:gd name="connsiteX2" fmla="*/ 1781175 w 7038975"/>
              <a:gd name="connsiteY2" fmla="*/ 1657220 h 2696868"/>
              <a:gd name="connsiteX3" fmla="*/ 3044766 w 7038975"/>
              <a:gd name="connsiteY3" fmla="*/ 37970 h 2696868"/>
              <a:gd name="connsiteX4" fmla="*/ 3867150 w 7038975"/>
              <a:gd name="connsiteY4" fmla="*/ 2609720 h 2696868"/>
              <a:gd name="connsiteX5" fmla="*/ 4371975 w 7038975"/>
              <a:gd name="connsiteY5" fmla="*/ 1542920 h 2696868"/>
              <a:gd name="connsiteX6" fmla="*/ 4714875 w 7038975"/>
              <a:gd name="connsiteY6" fmla="*/ 1714370 h 2696868"/>
              <a:gd name="connsiteX7" fmla="*/ 5057775 w 7038975"/>
              <a:gd name="connsiteY7" fmla="*/ 1571495 h 2696868"/>
              <a:gd name="connsiteX8" fmla="*/ 7038975 w 7038975"/>
              <a:gd name="connsiteY8" fmla="*/ 1581020 h 2696868"/>
              <a:gd name="connsiteX0" fmla="*/ 0 w 7038975"/>
              <a:gd name="connsiteY0" fmla="*/ 1554647 h 2654211"/>
              <a:gd name="connsiteX1" fmla="*/ 1247775 w 7038975"/>
              <a:gd name="connsiteY1" fmla="*/ 1564172 h 2654211"/>
              <a:gd name="connsiteX2" fmla="*/ 1781175 w 7038975"/>
              <a:gd name="connsiteY2" fmla="*/ 1630847 h 2654211"/>
              <a:gd name="connsiteX3" fmla="*/ 3044766 w 7038975"/>
              <a:gd name="connsiteY3" fmla="*/ 11597 h 2654211"/>
              <a:gd name="connsiteX4" fmla="*/ 3892317 w 7038975"/>
              <a:gd name="connsiteY4" fmla="*/ 2583347 h 2654211"/>
              <a:gd name="connsiteX5" fmla="*/ 4371975 w 7038975"/>
              <a:gd name="connsiteY5" fmla="*/ 1516547 h 2654211"/>
              <a:gd name="connsiteX6" fmla="*/ 4714875 w 7038975"/>
              <a:gd name="connsiteY6" fmla="*/ 1687997 h 2654211"/>
              <a:gd name="connsiteX7" fmla="*/ 5057775 w 7038975"/>
              <a:gd name="connsiteY7" fmla="*/ 1545122 h 2654211"/>
              <a:gd name="connsiteX8" fmla="*/ 7038975 w 7038975"/>
              <a:gd name="connsiteY8" fmla="*/ 1554647 h 2654211"/>
              <a:gd name="connsiteX0" fmla="*/ 0 w 7038975"/>
              <a:gd name="connsiteY0" fmla="*/ 1554647 h 2701472"/>
              <a:gd name="connsiteX1" fmla="*/ 1247775 w 7038975"/>
              <a:gd name="connsiteY1" fmla="*/ 1564172 h 2701472"/>
              <a:gd name="connsiteX2" fmla="*/ 1781175 w 7038975"/>
              <a:gd name="connsiteY2" fmla="*/ 1630847 h 2701472"/>
              <a:gd name="connsiteX3" fmla="*/ 3044766 w 7038975"/>
              <a:gd name="connsiteY3" fmla="*/ 11597 h 2701472"/>
              <a:gd name="connsiteX4" fmla="*/ 3892317 w 7038975"/>
              <a:gd name="connsiteY4" fmla="*/ 2583347 h 2701472"/>
              <a:gd name="connsiteX5" fmla="*/ 4371975 w 7038975"/>
              <a:gd name="connsiteY5" fmla="*/ 1516547 h 2701472"/>
              <a:gd name="connsiteX6" fmla="*/ 4714875 w 7038975"/>
              <a:gd name="connsiteY6" fmla="*/ 1687997 h 2701472"/>
              <a:gd name="connsiteX7" fmla="*/ 5057775 w 7038975"/>
              <a:gd name="connsiteY7" fmla="*/ 1545122 h 2701472"/>
              <a:gd name="connsiteX8" fmla="*/ 7038975 w 7038975"/>
              <a:gd name="connsiteY8" fmla="*/ 1554647 h 2701472"/>
              <a:gd name="connsiteX0" fmla="*/ 0 w 7038975"/>
              <a:gd name="connsiteY0" fmla="*/ 1572688 h 2719513"/>
              <a:gd name="connsiteX1" fmla="*/ 1247775 w 7038975"/>
              <a:gd name="connsiteY1" fmla="*/ 1582213 h 2719513"/>
              <a:gd name="connsiteX2" fmla="*/ 1781175 w 7038975"/>
              <a:gd name="connsiteY2" fmla="*/ 1648888 h 2719513"/>
              <a:gd name="connsiteX3" fmla="*/ 3044766 w 7038975"/>
              <a:gd name="connsiteY3" fmla="*/ 29638 h 2719513"/>
              <a:gd name="connsiteX4" fmla="*/ 3892317 w 7038975"/>
              <a:gd name="connsiteY4" fmla="*/ 2601388 h 2719513"/>
              <a:gd name="connsiteX5" fmla="*/ 4371975 w 7038975"/>
              <a:gd name="connsiteY5" fmla="*/ 1534588 h 2719513"/>
              <a:gd name="connsiteX6" fmla="*/ 4714875 w 7038975"/>
              <a:gd name="connsiteY6" fmla="*/ 1706038 h 2719513"/>
              <a:gd name="connsiteX7" fmla="*/ 5057775 w 7038975"/>
              <a:gd name="connsiteY7" fmla="*/ 1563163 h 2719513"/>
              <a:gd name="connsiteX8" fmla="*/ 7038975 w 7038975"/>
              <a:gd name="connsiteY8" fmla="*/ 1572688 h 2719513"/>
              <a:gd name="connsiteX0" fmla="*/ 0 w 7038975"/>
              <a:gd name="connsiteY0" fmla="*/ 1571539 h 2718364"/>
              <a:gd name="connsiteX1" fmla="*/ 1247775 w 7038975"/>
              <a:gd name="connsiteY1" fmla="*/ 1581064 h 2718364"/>
              <a:gd name="connsiteX2" fmla="*/ 1781175 w 7038975"/>
              <a:gd name="connsiteY2" fmla="*/ 1647739 h 2718364"/>
              <a:gd name="connsiteX3" fmla="*/ 3044766 w 7038975"/>
              <a:gd name="connsiteY3" fmla="*/ 28489 h 2718364"/>
              <a:gd name="connsiteX4" fmla="*/ 3892317 w 7038975"/>
              <a:gd name="connsiteY4" fmla="*/ 2600239 h 2718364"/>
              <a:gd name="connsiteX5" fmla="*/ 4371975 w 7038975"/>
              <a:gd name="connsiteY5" fmla="*/ 1533439 h 2718364"/>
              <a:gd name="connsiteX6" fmla="*/ 4714875 w 7038975"/>
              <a:gd name="connsiteY6" fmla="*/ 1704889 h 2718364"/>
              <a:gd name="connsiteX7" fmla="*/ 5057775 w 7038975"/>
              <a:gd name="connsiteY7" fmla="*/ 1562014 h 2718364"/>
              <a:gd name="connsiteX8" fmla="*/ 7038975 w 7038975"/>
              <a:gd name="connsiteY8" fmla="*/ 1571539 h 2718364"/>
              <a:gd name="connsiteX0" fmla="*/ 0 w 7038975"/>
              <a:gd name="connsiteY0" fmla="*/ 1588754 h 2735579"/>
              <a:gd name="connsiteX1" fmla="*/ 1247775 w 7038975"/>
              <a:gd name="connsiteY1" fmla="*/ 1598279 h 2735579"/>
              <a:gd name="connsiteX2" fmla="*/ 1781175 w 7038975"/>
              <a:gd name="connsiteY2" fmla="*/ 1664954 h 2735579"/>
              <a:gd name="connsiteX3" fmla="*/ 3044766 w 7038975"/>
              <a:gd name="connsiteY3" fmla="*/ 45704 h 2735579"/>
              <a:gd name="connsiteX4" fmla="*/ 3892317 w 7038975"/>
              <a:gd name="connsiteY4" fmla="*/ 2617454 h 2735579"/>
              <a:gd name="connsiteX5" fmla="*/ 4371975 w 7038975"/>
              <a:gd name="connsiteY5" fmla="*/ 1550654 h 2735579"/>
              <a:gd name="connsiteX6" fmla="*/ 4714875 w 7038975"/>
              <a:gd name="connsiteY6" fmla="*/ 1722104 h 2735579"/>
              <a:gd name="connsiteX7" fmla="*/ 5057775 w 7038975"/>
              <a:gd name="connsiteY7" fmla="*/ 1579229 h 2735579"/>
              <a:gd name="connsiteX8" fmla="*/ 7038975 w 7038975"/>
              <a:gd name="connsiteY8" fmla="*/ 1588754 h 2735579"/>
              <a:gd name="connsiteX0" fmla="*/ 0 w 7038975"/>
              <a:gd name="connsiteY0" fmla="*/ 1588754 h 2703395"/>
              <a:gd name="connsiteX1" fmla="*/ 1247775 w 7038975"/>
              <a:gd name="connsiteY1" fmla="*/ 1598279 h 2703395"/>
              <a:gd name="connsiteX2" fmla="*/ 1781175 w 7038975"/>
              <a:gd name="connsiteY2" fmla="*/ 1664954 h 2703395"/>
              <a:gd name="connsiteX3" fmla="*/ 3044766 w 7038975"/>
              <a:gd name="connsiteY3" fmla="*/ 45704 h 2703395"/>
              <a:gd name="connsiteX4" fmla="*/ 3892317 w 7038975"/>
              <a:gd name="connsiteY4" fmla="*/ 2617454 h 2703395"/>
              <a:gd name="connsiteX5" fmla="*/ 4371975 w 7038975"/>
              <a:gd name="connsiteY5" fmla="*/ 1550654 h 2703395"/>
              <a:gd name="connsiteX6" fmla="*/ 4714875 w 7038975"/>
              <a:gd name="connsiteY6" fmla="*/ 1722104 h 2703395"/>
              <a:gd name="connsiteX7" fmla="*/ 5057775 w 7038975"/>
              <a:gd name="connsiteY7" fmla="*/ 1579229 h 2703395"/>
              <a:gd name="connsiteX8" fmla="*/ 7038975 w 7038975"/>
              <a:gd name="connsiteY8" fmla="*/ 1588754 h 2703395"/>
              <a:gd name="connsiteX0" fmla="*/ 0 w 7038975"/>
              <a:gd name="connsiteY0" fmla="*/ 1588754 h 2700607"/>
              <a:gd name="connsiteX1" fmla="*/ 1247775 w 7038975"/>
              <a:gd name="connsiteY1" fmla="*/ 1598279 h 2700607"/>
              <a:gd name="connsiteX2" fmla="*/ 1781175 w 7038975"/>
              <a:gd name="connsiteY2" fmla="*/ 1664954 h 2700607"/>
              <a:gd name="connsiteX3" fmla="*/ 3044766 w 7038975"/>
              <a:gd name="connsiteY3" fmla="*/ 45704 h 2700607"/>
              <a:gd name="connsiteX4" fmla="*/ 3892317 w 7038975"/>
              <a:gd name="connsiteY4" fmla="*/ 2617454 h 2700607"/>
              <a:gd name="connsiteX5" fmla="*/ 4371975 w 7038975"/>
              <a:gd name="connsiteY5" fmla="*/ 1550654 h 2700607"/>
              <a:gd name="connsiteX6" fmla="*/ 4714875 w 7038975"/>
              <a:gd name="connsiteY6" fmla="*/ 1722104 h 2700607"/>
              <a:gd name="connsiteX7" fmla="*/ 5057775 w 7038975"/>
              <a:gd name="connsiteY7" fmla="*/ 1579229 h 2700607"/>
              <a:gd name="connsiteX8" fmla="*/ 7038975 w 7038975"/>
              <a:gd name="connsiteY8" fmla="*/ 1588754 h 2700607"/>
              <a:gd name="connsiteX0" fmla="*/ 0 w 7038975"/>
              <a:gd name="connsiteY0" fmla="*/ 1554143 h 2668784"/>
              <a:gd name="connsiteX1" fmla="*/ 1247775 w 7038975"/>
              <a:gd name="connsiteY1" fmla="*/ 1563668 h 2668784"/>
              <a:gd name="connsiteX2" fmla="*/ 1781175 w 7038975"/>
              <a:gd name="connsiteY2" fmla="*/ 1630343 h 2668784"/>
              <a:gd name="connsiteX3" fmla="*/ 3044766 w 7038975"/>
              <a:gd name="connsiteY3" fmla="*/ 11093 h 2668784"/>
              <a:gd name="connsiteX4" fmla="*/ 3892317 w 7038975"/>
              <a:gd name="connsiteY4" fmla="*/ 2582843 h 2668784"/>
              <a:gd name="connsiteX5" fmla="*/ 4371975 w 7038975"/>
              <a:gd name="connsiteY5" fmla="*/ 1516043 h 2668784"/>
              <a:gd name="connsiteX6" fmla="*/ 4714875 w 7038975"/>
              <a:gd name="connsiteY6" fmla="*/ 1687493 h 2668784"/>
              <a:gd name="connsiteX7" fmla="*/ 5057775 w 7038975"/>
              <a:gd name="connsiteY7" fmla="*/ 1544618 h 2668784"/>
              <a:gd name="connsiteX8" fmla="*/ 7038975 w 7038975"/>
              <a:gd name="connsiteY8" fmla="*/ 1554143 h 2668784"/>
              <a:gd name="connsiteX0" fmla="*/ 0 w 7038975"/>
              <a:gd name="connsiteY0" fmla="*/ 1554143 h 2637179"/>
              <a:gd name="connsiteX1" fmla="*/ 1247775 w 7038975"/>
              <a:gd name="connsiteY1" fmla="*/ 1563668 h 2637179"/>
              <a:gd name="connsiteX2" fmla="*/ 1781175 w 7038975"/>
              <a:gd name="connsiteY2" fmla="*/ 1630343 h 2637179"/>
              <a:gd name="connsiteX3" fmla="*/ 3044766 w 7038975"/>
              <a:gd name="connsiteY3" fmla="*/ 11093 h 2637179"/>
              <a:gd name="connsiteX4" fmla="*/ 3892317 w 7038975"/>
              <a:gd name="connsiteY4" fmla="*/ 2582843 h 2637179"/>
              <a:gd name="connsiteX5" fmla="*/ 4371975 w 7038975"/>
              <a:gd name="connsiteY5" fmla="*/ 1516043 h 2637179"/>
              <a:gd name="connsiteX6" fmla="*/ 4714875 w 7038975"/>
              <a:gd name="connsiteY6" fmla="*/ 1687493 h 2637179"/>
              <a:gd name="connsiteX7" fmla="*/ 5057775 w 7038975"/>
              <a:gd name="connsiteY7" fmla="*/ 1544618 h 2637179"/>
              <a:gd name="connsiteX8" fmla="*/ 7038975 w 7038975"/>
              <a:gd name="connsiteY8" fmla="*/ 1554143 h 2637179"/>
              <a:gd name="connsiteX0" fmla="*/ 0 w 7038975"/>
              <a:gd name="connsiteY0" fmla="*/ 1725107 h 2808143"/>
              <a:gd name="connsiteX1" fmla="*/ 1247775 w 7038975"/>
              <a:gd name="connsiteY1" fmla="*/ 1734632 h 2808143"/>
              <a:gd name="connsiteX2" fmla="*/ 1781175 w 7038975"/>
              <a:gd name="connsiteY2" fmla="*/ 1801307 h 2808143"/>
              <a:gd name="connsiteX3" fmla="*/ 3044766 w 7038975"/>
              <a:gd name="connsiteY3" fmla="*/ 182057 h 2808143"/>
              <a:gd name="connsiteX4" fmla="*/ 3892317 w 7038975"/>
              <a:gd name="connsiteY4" fmla="*/ 2753807 h 2808143"/>
              <a:gd name="connsiteX5" fmla="*/ 4371975 w 7038975"/>
              <a:gd name="connsiteY5" fmla="*/ 1687007 h 2808143"/>
              <a:gd name="connsiteX6" fmla="*/ 4714875 w 7038975"/>
              <a:gd name="connsiteY6" fmla="*/ 1858457 h 2808143"/>
              <a:gd name="connsiteX7" fmla="*/ 5057775 w 7038975"/>
              <a:gd name="connsiteY7" fmla="*/ 1715582 h 2808143"/>
              <a:gd name="connsiteX8" fmla="*/ 7038975 w 7038975"/>
              <a:gd name="connsiteY8" fmla="*/ 1725107 h 2808143"/>
              <a:gd name="connsiteX0" fmla="*/ 0 w 7038975"/>
              <a:gd name="connsiteY0" fmla="*/ 1438664 h 2491059"/>
              <a:gd name="connsiteX1" fmla="*/ 1247775 w 7038975"/>
              <a:gd name="connsiteY1" fmla="*/ 1448189 h 2491059"/>
              <a:gd name="connsiteX2" fmla="*/ 1781175 w 7038975"/>
              <a:gd name="connsiteY2" fmla="*/ 1514864 h 2491059"/>
              <a:gd name="connsiteX3" fmla="*/ 3103489 w 7038975"/>
              <a:gd name="connsiteY3" fmla="*/ 206007 h 2491059"/>
              <a:gd name="connsiteX4" fmla="*/ 3892317 w 7038975"/>
              <a:gd name="connsiteY4" fmla="*/ 2467364 h 2491059"/>
              <a:gd name="connsiteX5" fmla="*/ 4371975 w 7038975"/>
              <a:gd name="connsiteY5" fmla="*/ 1400564 h 2491059"/>
              <a:gd name="connsiteX6" fmla="*/ 4714875 w 7038975"/>
              <a:gd name="connsiteY6" fmla="*/ 1572014 h 2491059"/>
              <a:gd name="connsiteX7" fmla="*/ 5057775 w 7038975"/>
              <a:gd name="connsiteY7" fmla="*/ 1429139 h 2491059"/>
              <a:gd name="connsiteX8" fmla="*/ 7038975 w 7038975"/>
              <a:gd name="connsiteY8" fmla="*/ 1438664 h 2491059"/>
              <a:gd name="connsiteX0" fmla="*/ 0 w 7038975"/>
              <a:gd name="connsiteY0" fmla="*/ 1350446 h 2402841"/>
              <a:gd name="connsiteX1" fmla="*/ 1247775 w 7038975"/>
              <a:gd name="connsiteY1" fmla="*/ 1359971 h 2402841"/>
              <a:gd name="connsiteX2" fmla="*/ 1781175 w 7038975"/>
              <a:gd name="connsiteY2" fmla="*/ 1426646 h 2402841"/>
              <a:gd name="connsiteX3" fmla="*/ 3103489 w 7038975"/>
              <a:gd name="connsiteY3" fmla="*/ 117789 h 2402841"/>
              <a:gd name="connsiteX4" fmla="*/ 3892317 w 7038975"/>
              <a:gd name="connsiteY4" fmla="*/ 2379146 h 2402841"/>
              <a:gd name="connsiteX5" fmla="*/ 4371975 w 7038975"/>
              <a:gd name="connsiteY5" fmla="*/ 1312346 h 2402841"/>
              <a:gd name="connsiteX6" fmla="*/ 4714875 w 7038975"/>
              <a:gd name="connsiteY6" fmla="*/ 1483796 h 2402841"/>
              <a:gd name="connsiteX7" fmla="*/ 5057775 w 7038975"/>
              <a:gd name="connsiteY7" fmla="*/ 1340921 h 2402841"/>
              <a:gd name="connsiteX8" fmla="*/ 7038975 w 7038975"/>
              <a:gd name="connsiteY8" fmla="*/ 1350446 h 2402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038975" h="2402841">
                <a:moveTo>
                  <a:pt x="0" y="1350446"/>
                </a:moveTo>
                <a:cubicBezTo>
                  <a:pt x="627856" y="1320283"/>
                  <a:pt x="950913" y="1347271"/>
                  <a:pt x="1247775" y="1359971"/>
                </a:cubicBezTo>
                <a:cubicBezTo>
                  <a:pt x="1544637" y="1372671"/>
                  <a:pt x="1471889" y="1633676"/>
                  <a:pt x="1781175" y="1426646"/>
                </a:cubicBezTo>
                <a:cubicBezTo>
                  <a:pt x="2090461" y="1219616"/>
                  <a:pt x="2911023" y="-452021"/>
                  <a:pt x="3103489" y="117789"/>
                </a:cubicBezTo>
                <a:cubicBezTo>
                  <a:pt x="3295955" y="687599"/>
                  <a:pt x="3680903" y="2180053"/>
                  <a:pt x="3892317" y="2379146"/>
                </a:cubicBezTo>
                <a:cubicBezTo>
                  <a:pt x="4103731" y="2578239"/>
                  <a:pt x="4234882" y="1461571"/>
                  <a:pt x="4371975" y="1312346"/>
                </a:cubicBezTo>
                <a:cubicBezTo>
                  <a:pt x="4509068" y="1163121"/>
                  <a:pt x="4600575" y="1479033"/>
                  <a:pt x="4714875" y="1483796"/>
                </a:cubicBezTo>
                <a:cubicBezTo>
                  <a:pt x="4829175" y="1488559"/>
                  <a:pt x="4860925" y="1363146"/>
                  <a:pt x="5057775" y="1340921"/>
                </a:cubicBezTo>
                <a:cubicBezTo>
                  <a:pt x="5445125" y="1318696"/>
                  <a:pt x="6859588" y="1299646"/>
                  <a:pt x="7038975" y="1350446"/>
                </a:cubicBez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B00CBA5-336A-6AE4-140D-DA83AEAD6338}"/>
              </a:ext>
            </a:extLst>
          </p:cNvPr>
          <p:cNvCxnSpPr/>
          <p:nvPr/>
        </p:nvCxnSpPr>
        <p:spPr>
          <a:xfrm>
            <a:off x="7477125" y="1143000"/>
            <a:ext cx="0" cy="537210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506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70E468-A00E-B9BD-6B73-DCCF3FF5E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 Brayne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8CBE47-F8F8-CF3E-06BC-9EF437829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372B-7A70-4720-BE76-74D1F89F8279}" type="slidenum">
              <a:rPr lang="en-GB" smtClean="0"/>
              <a:t>12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6D5CC4-270F-C05B-7FD3-C389EDDC7683}"/>
              </a:ext>
            </a:extLst>
          </p:cNvPr>
          <p:cNvSpPr txBox="1"/>
          <p:nvPr/>
        </p:nvSpPr>
        <p:spPr>
          <a:xfrm>
            <a:off x="1632278" y="2416629"/>
            <a:ext cx="892744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</a:rPr>
              <a:t>Model as a Projectile</a:t>
            </a:r>
          </a:p>
        </p:txBody>
      </p:sp>
    </p:spTree>
    <p:extLst>
      <p:ext uri="{BB962C8B-B14F-4D97-AF65-F5344CB8AC3E}">
        <p14:creationId xmlns:p14="http://schemas.microsoft.com/office/powerpoint/2010/main" val="1557120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4B04BC-F8BA-4A57-BABD-84CDDA86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as Projectile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3FA7168C-A95A-4661-AEF7-747B3B678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11F790A2-366C-4829-B495-FDE5E0C87D1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937D74-1932-4A02-961C-7CD6445D1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 Brayne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AECFD-3E16-4D02-BB81-6DFCDE04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60372B-7A70-4720-BE76-74D1F89F827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571A7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571A7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8D4CE1-F3A3-4CF4-9BA8-B8A983B5A2C5}"/>
              </a:ext>
            </a:extLst>
          </p:cNvPr>
          <p:cNvSpPr txBox="1"/>
          <p:nvPr/>
        </p:nvSpPr>
        <p:spPr>
          <a:xfrm rot="16200000">
            <a:off x="3021919" y="3056121"/>
            <a:ext cx="1471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Z Force (N)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8485BFD-8466-4E33-9DCC-B733BE986B56}"/>
              </a:ext>
            </a:extLst>
          </p:cNvPr>
          <p:cNvGrpSpPr/>
          <p:nvPr/>
        </p:nvGrpSpPr>
        <p:grpSpPr>
          <a:xfrm>
            <a:off x="4014274" y="1781403"/>
            <a:ext cx="7053777" cy="3891987"/>
            <a:chOff x="4026736" y="2048125"/>
            <a:chExt cx="7971332" cy="246980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89D2AD3-8343-4750-9685-4740E193E967}"/>
                </a:ext>
              </a:extLst>
            </p:cNvPr>
            <p:cNvSpPr/>
            <p:nvPr/>
          </p:nvSpPr>
          <p:spPr>
            <a:xfrm>
              <a:off x="4026736" y="3317476"/>
              <a:ext cx="3422687" cy="1200455"/>
            </a:xfrm>
            <a:custGeom>
              <a:avLst/>
              <a:gdLst>
                <a:gd name="connsiteX0" fmla="*/ 0 w 2407641"/>
                <a:gd name="connsiteY0" fmla="*/ 724024 h 1277697"/>
                <a:gd name="connsiteX1" fmla="*/ 763399 w 2407641"/>
                <a:gd name="connsiteY1" fmla="*/ 732413 h 1277697"/>
                <a:gd name="connsiteX2" fmla="*/ 1082180 w 2407641"/>
                <a:gd name="connsiteY2" fmla="*/ 942137 h 1277697"/>
                <a:gd name="connsiteX3" fmla="*/ 2122415 w 2407641"/>
                <a:gd name="connsiteY3" fmla="*/ 2570 h 1277697"/>
                <a:gd name="connsiteX4" fmla="*/ 2407641 w 2407641"/>
                <a:gd name="connsiteY4" fmla="*/ 1277697 h 1277697"/>
                <a:gd name="connsiteX0" fmla="*/ 0 w 2407641"/>
                <a:gd name="connsiteY0" fmla="*/ 724028 h 1277701"/>
                <a:gd name="connsiteX1" fmla="*/ 587230 w 2407641"/>
                <a:gd name="connsiteY1" fmla="*/ 740806 h 1277701"/>
                <a:gd name="connsiteX2" fmla="*/ 1082180 w 2407641"/>
                <a:gd name="connsiteY2" fmla="*/ 942141 h 1277701"/>
                <a:gd name="connsiteX3" fmla="*/ 2122415 w 2407641"/>
                <a:gd name="connsiteY3" fmla="*/ 2574 h 1277701"/>
                <a:gd name="connsiteX4" fmla="*/ 2407641 w 2407641"/>
                <a:gd name="connsiteY4" fmla="*/ 1277701 h 1277701"/>
                <a:gd name="connsiteX0" fmla="*/ 0 w 2407641"/>
                <a:gd name="connsiteY0" fmla="*/ 724205 h 1277878"/>
                <a:gd name="connsiteX1" fmla="*/ 587230 w 2407641"/>
                <a:gd name="connsiteY1" fmla="*/ 740983 h 1277878"/>
                <a:gd name="connsiteX2" fmla="*/ 1115736 w 2407641"/>
                <a:gd name="connsiteY2" fmla="*/ 883596 h 1277878"/>
                <a:gd name="connsiteX3" fmla="*/ 2122415 w 2407641"/>
                <a:gd name="connsiteY3" fmla="*/ 2751 h 1277878"/>
                <a:gd name="connsiteX4" fmla="*/ 2407641 w 2407641"/>
                <a:gd name="connsiteY4" fmla="*/ 1277878 h 1277878"/>
                <a:gd name="connsiteX0" fmla="*/ 0 w 2407641"/>
                <a:gd name="connsiteY0" fmla="*/ 740939 h 1294612"/>
                <a:gd name="connsiteX1" fmla="*/ 587230 w 2407641"/>
                <a:gd name="connsiteY1" fmla="*/ 757717 h 1294612"/>
                <a:gd name="connsiteX2" fmla="*/ 1115736 w 2407641"/>
                <a:gd name="connsiteY2" fmla="*/ 900330 h 1294612"/>
                <a:gd name="connsiteX3" fmla="*/ 2206305 w 2407641"/>
                <a:gd name="connsiteY3" fmla="*/ 2707 h 1294612"/>
                <a:gd name="connsiteX4" fmla="*/ 2407641 w 2407641"/>
                <a:gd name="connsiteY4" fmla="*/ 1294612 h 1294612"/>
                <a:gd name="connsiteX0" fmla="*/ 0 w 2407641"/>
                <a:gd name="connsiteY0" fmla="*/ 740939 h 1294612"/>
                <a:gd name="connsiteX1" fmla="*/ 587230 w 2407641"/>
                <a:gd name="connsiteY1" fmla="*/ 757717 h 1294612"/>
                <a:gd name="connsiteX2" fmla="*/ 1115736 w 2407641"/>
                <a:gd name="connsiteY2" fmla="*/ 900330 h 1294612"/>
                <a:gd name="connsiteX3" fmla="*/ 2206305 w 2407641"/>
                <a:gd name="connsiteY3" fmla="*/ 2707 h 1294612"/>
                <a:gd name="connsiteX4" fmla="*/ 2407641 w 2407641"/>
                <a:gd name="connsiteY4" fmla="*/ 1294612 h 1294612"/>
                <a:gd name="connsiteX0" fmla="*/ 0 w 2407641"/>
                <a:gd name="connsiteY0" fmla="*/ 739094 h 1292767"/>
                <a:gd name="connsiteX1" fmla="*/ 587230 w 2407641"/>
                <a:gd name="connsiteY1" fmla="*/ 755872 h 1292767"/>
                <a:gd name="connsiteX2" fmla="*/ 1115736 w 2407641"/>
                <a:gd name="connsiteY2" fmla="*/ 898485 h 1292767"/>
                <a:gd name="connsiteX3" fmla="*/ 2206305 w 2407641"/>
                <a:gd name="connsiteY3" fmla="*/ 862 h 1292767"/>
                <a:gd name="connsiteX4" fmla="*/ 2407641 w 2407641"/>
                <a:gd name="connsiteY4" fmla="*/ 1292767 h 1292767"/>
                <a:gd name="connsiteX0" fmla="*/ 0 w 2407641"/>
                <a:gd name="connsiteY0" fmla="*/ 739094 h 1311817"/>
                <a:gd name="connsiteX1" fmla="*/ 587230 w 2407641"/>
                <a:gd name="connsiteY1" fmla="*/ 755872 h 1311817"/>
                <a:gd name="connsiteX2" fmla="*/ 1115736 w 2407641"/>
                <a:gd name="connsiteY2" fmla="*/ 898485 h 1311817"/>
                <a:gd name="connsiteX3" fmla="*/ 2206305 w 2407641"/>
                <a:gd name="connsiteY3" fmla="*/ 862 h 1311817"/>
                <a:gd name="connsiteX4" fmla="*/ 2407641 w 2407641"/>
                <a:gd name="connsiteY4" fmla="*/ 1311817 h 1311817"/>
                <a:gd name="connsiteX0" fmla="*/ 0 w 2407641"/>
                <a:gd name="connsiteY0" fmla="*/ 739094 h 1311817"/>
                <a:gd name="connsiteX1" fmla="*/ 587230 w 2407641"/>
                <a:gd name="connsiteY1" fmla="*/ 755872 h 1311817"/>
                <a:gd name="connsiteX2" fmla="*/ 1115736 w 2407641"/>
                <a:gd name="connsiteY2" fmla="*/ 898485 h 1311817"/>
                <a:gd name="connsiteX3" fmla="*/ 2206305 w 2407641"/>
                <a:gd name="connsiteY3" fmla="*/ 862 h 1311817"/>
                <a:gd name="connsiteX4" fmla="*/ 2407641 w 2407641"/>
                <a:gd name="connsiteY4" fmla="*/ 1311817 h 1311817"/>
                <a:gd name="connsiteX0" fmla="*/ 0 w 2407641"/>
                <a:gd name="connsiteY0" fmla="*/ 743616 h 1316339"/>
                <a:gd name="connsiteX1" fmla="*/ 587230 w 2407641"/>
                <a:gd name="connsiteY1" fmla="*/ 760394 h 1316339"/>
                <a:gd name="connsiteX2" fmla="*/ 1115736 w 2407641"/>
                <a:gd name="connsiteY2" fmla="*/ 903007 h 1316339"/>
                <a:gd name="connsiteX3" fmla="*/ 2206305 w 2407641"/>
                <a:gd name="connsiteY3" fmla="*/ 5384 h 1316339"/>
                <a:gd name="connsiteX4" fmla="*/ 2407641 w 2407641"/>
                <a:gd name="connsiteY4" fmla="*/ 1316339 h 1316339"/>
                <a:gd name="connsiteX0" fmla="*/ 0 w 2407641"/>
                <a:gd name="connsiteY0" fmla="*/ 775442 h 1348165"/>
                <a:gd name="connsiteX1" fmla="*/ 587230 w 2407641"/>
                <a:gd name="connsiteY1" fmla="*/ 792220 h 1348165"/>
                <a:gd name="connsiteX2" fmla="*/ 1115736 w 2407641"/>
                <a:gd name="connsiteY2" fmla="*/ 934833 h 1348165"/>
                <a:gd name="connsiteX3" fmla="*/ 1804311 w 2407641"/>
                <a:gd name="connsiteY3" fmla="*/ 435447 h 1348165"/>
                <a:gd name="connsiteX4" fmla="*/ 2206305 w 2407641"/>
                <a:gd name="connsiteY4" fmla="*/ 37210 h 1348165"/>
                <a:gd name="connsiteX5" fmla="*/ 2407641 w 2407641"/>
                <a:gd name="connsiteY5" fmla="*/ 1348165 h 1348165"/>
                <a:gd name="connsiteX0" fmla="*/ 0 w 2407641"/>
                <a:gd name="connsiteY0" fmla="*/ 775442 h 1348165"/>
                <a:gd name="connsiteX1" fmla="*/ 587230 w 2407641"/>
                <a:gd name="connsiteY1" fmla="*/ 792220 h 1348165"/>
                <a:gd name="connsiteX2" fmla="*/ 970479 w 2407641"/>
                <a:gd name="connsiteY2" fmla="*/ 958645 h 1348165"/>
                <a:gd name="connsiteX3" fmla="*/ 1804311 w 2407641"/>
                <a:gd name="connsiteY3" fmla="*/ 435447 h 1348165"/>
                <a:gd name="connsiteX4" fmla="*/ 2206305 w 2407641"/>
                <a:gd name="connsiteY4" fmla="*/ 37210 h 1348165"/>
                <a:gd name="connsiteX5" fmla="*/ 2407641 w 2407641"/>
                <a:gd name="connsiteY5" fmla="*/ 1348165 h 1348165"/>
                <a:gd name="connsiteX0" fmla="*/ 0 w 2407641"/>
                <a:gd name="connsiteY0" fmla="*/ 775442 h 1350546"/>
                <a:gd name="connsiteX1" fmla="*/ 587230 w 2407641"/>
                <a:gd name="connsiteY1" fmla="*/ 792220 h 1350546"/>
                <a:gd name="connsiteX2" fmla="*/ 970479 w 2407641"/>
                <a:gd name="connsiteY2" fmla="*/ 958645 h 1350546"/>
                <a:gd name="connsiteX3" fmla="*/ 1804311 w 2407641"/>
                <a:gd name="connsiteY3" fmla="*/ 435447 h 1350546"/>
                <a:gd name="connsiteX4" fmla="*/ 2206305 w 2407641"/>
                <a:gd name="connsiteY4" fmla="*/ 37210 h 1350546"/>
                <a:gd name="connsiteX5" fmla="*/ 2407641 w 2407641"/>
                <a:gd name="connsiteY5" fmla="*/ 1350546 h 1350546"/>
                <a:gd name="connsiteX0" fmla="*/ 0 w 3422688"/>
                <a:gd name="connsiteY0" fmla="*/ 799254 h 1350546"/>
                <a:gd name="connsiteX1" fmla="*/ 1602277 w 3422688"/>
                <a:gd name="connsiteY1" fmla="*/ 792220 h 1350546"/>
                <a:gd name="connsiteX2" fmla="*/ 1985526 w 3422688"/>
                <a:gd name="connsiteY2" fmla="*/ 958645 h 1350546"/>
                <a:gd name="connsiteX3" fmla="*/ 2819358 w 3422688"/>
                <a:gd name="connsiteY3" fmla="*/ 435447 h 1350546"/>
                <a:gd name="connsiteX4" fmla="*/ 3221352 w 3422688"/>
                <a:gd name="connsiteY4" fmla="*/ 37210 h 1350546"/>
                <a:gd name="connsiteX5" fmla="*/ 3422688 w 3422688"/>
                <a:gd name="connsiteY5" fmla="*/ 1350546 h 1350546"/>
                <a:gd name="connsiteX0" fmla="*/ 0 w 3422688"/>
                <a:gd name="connsiteY0" fmla="*/ 799254 h 1350546"/>
                <a:gd name="connsiteX1" fmla="*/ 1602277 w 3422688"/>
                <a:gd name="connsiteY1" fmla="*/ 792220 h 1350546"/>
                <a:gd name="connsiteX2" fmla="*/ 1985526 w 3422688"/>
                <a:gd name="connsiteY2" fmla="*/ 958645 h 1350546"/>
                <a:gd name="connsiteX3" fmla="*/ 2819358 w 3422688"/>
                <a:gd name="connsiteY3" fmla="*/ 435447 h 1350546"/>
                <a:gd name="connsiteX4" fmla="*/ 3221352 w 3422688"/>
                <a:gd name="connsiteY4" fmla="*/ 37210 h 1350546"/>
                <a:gd name="connsiteX5" fmla="*/ 3422688 w 3422688"/>
                <a:gd name="connsiteY5" fmla="*/ 1350546 h 1350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2688" h="1350546">
                  <a:moveTo>
                    <a:pt x="0" y="799254"/>
                  </a:moveTo>
                  <a:cubicBezTo>
                    <a:pt x="727469" y="799560"/>
                    <a:pt x="1271356" y="765655"/>
                    <a:pt x="1602277" y="792220"/>
                  </a:cubicBezTo>
                  <a:cubicBezTo>
                    <a:pt x="1933198" y="818785"/>
                    <a:pt x="1782679" y="1018107"/>
                    <a:pt x="1985526" y="958645"/>
                  </a:cubicBezTo>
                  <a:cubicBezTo>
                    <a:pt x="2188373" y="899183"/>
                    <a:pt x="2637597" y="585051"/>
                    <a:pt x="2819358" y="435447"/>
                  </a:cubicBezTo>
                  <a:cubicBezTo>
                    <a:pt x="3001120" y="285843"/>
                    <a:pt x="3108891" y="-124831"/>
                    <a:pt x="3221352" y="37210"/>
                  </a:cubicBezTo>
                  <a:cubicBezTo>
                    <a:pt x="3366105" y="140653"/>
                    <a:pt x="3390530" y="740946"/>
                    <a:pt x="3422688" y="1350546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2A2019-03FA-4517-AE54-00704D6583FC}"/>
                </a:ext>
              </a:extLst>
            </p:cNvPr>
            <p:cNvSpPr/>
            <p:nvPr/>
          </p:nvSpPr>
          <p:spPr>
            <a:xfrm>
              <a:off x="8379620" y="2048125"/>
              <a:ext cx="3618448" cy="2466725"/>
            </a:xfrm>
            <a:custGeom>
              <a:avLst/>
              <a:gdLst>
                <a:gd name="connsiteX0" fmla="*/ 0 w 2147888"/>
                <a:gd name="connsiteY0" fmla="*/ 2757803 h 2757803"/>
                <a:gd name="connsiteX1" fmla="*/ 123825 w 2147888"/>
                <a:gd name="connsiteY1" fmla="*/ 33653 h 2757803"/>
                <a:gd name="connsiteX2" fmla="*/ 214313 w 2147888"/>
                <a:gd name="connsiteY2" fmla="*/ 1224278 h 2757803"/>
                <a:gd name="connsiteX3" fmla="*/ 266700 w 2147888"/>
                <a:gd name="connsiteY3" fmla="*/ 1038541 h 2757803"/>
                <a:gd name="connsiteX4" fmla="*/ 528638 w 2147888"/>
                <a:gd name="connsiteY4" fmla="*/ 2619691 h 2757803"/>
                <a:gd name="connsiteX5" fmla="*/ 852488 w 2147888"/>
                <a:gd name="connsiteY5" fmla="*/ 2148203 h 2757803"/>
                <a:gd name="connsiteX6" fmla="*/ 1066800 w 2147888"/>
                <a:gd name="connsiteY6" fmla="*/ 2238691 h 2757803"/>
                <a:gd name="connsiteX7" fmla="*/ 2147888 w 2147888"/>
                <a:gd name="connsiteY7" fmla="*/ 2210116 h 2757803"/>
                <a:gd name="connsiteX0" fmla="*/ 0 w 2147888"/>
                <a:gd name="connsiteY0" fmla="*/ 2788172 h 2788172"/>
                <a:gd name="connsiteX1" fmla="*/ 152400 w 2147888"/>
                <a:gd name="connsiteY1" fmla="*/ 33066 h 2788172"/>
                <a:gd name="connsiteX2" fmla="*/ 214313 w 2147888"/>
                <a:gd name="connsiteY2" fmla="*/ 1254647 h 2788172"/>
                <a:gd name="connsiteX3" fmla="*/ 266700 w 2147888"/>
                <a:gd name="connsiteY3" fmla="*/ 1068910 h 2788172"/>
                <a:gd name="connsiteX4" fmla="*/ 528638 w 2147888"/>
                <a:gd name="connsiteY4" fmla="*/ 2650060 h 2788172"/>
                <a:gd name="connsiteX5" fmla="*/ 852488 w 2147888"/>
                <a:gd name="connsiteY5" fmla="*/ 2178572 h 2788172"/>
                <a:gd name="connsiteX6" fmla="*/ 1066800 w 2147888"/>
                <a:gd name="connsiteY6" fmla="*/ 2269060 h 2788172"/>
                <a:gd name="connsiteX7" fmla="*/ 2147888 w 2147888"/>
                <a:gd name="connsiteY7" fmla="*/ 2240485 h 2788172"/>
                <a:gd name="connsiteX0" fmla="*/ 0 w 2147888"/>
                <a:gd name="connsiteY0" fmla="*/ 2755219 h 2755219"/>
                <a:gd name="connsiteX1" fmla="*/ 152400 w 2147888"/>
                <a:gd name="connsiteY1" fmla="*/ 113 h 2755219"/>
                <a:gd name="connsiteX2" fmla="*/ 214313 w 2147888"/>
                <a:gd name="connsiteY2" fmla="*/ 1221694 h 2755219"/>
                <a:gd name="connsiteX3" fmla="*/ 266700 w 2147888"/>
                <a:gd name="connsiteY3" fmla="*/ 1035957 h 2755219"/>
                <a:gd name="connsiteX4" fmla="*/ 528638 w 2147888"/>
                <a:gd name="connsiteY4" fmla="*/ 2617107 h 2755219"/>
                <a:gd name="connsiteX5" fmla="*/ 852488 w 2147888"/>
                <a:gd name="connsiteY5" fmla="*/ 2145619 h 2755219"/>
                <a:gd name="connsiteX6" fmla="*/ 1066800 w 2147888"/>
                <a:gd name="connsiteY6" fmla="*/ 2236107 h 2755219"/>
                <a:gd name="connsiteX7" fmla="*/ 2147888 w 2147888"/>
                <a:gd name="connsiteY7" fmla="*/ 2207532 h 2755219"/>
                <a:gd name="connsiteX0" fmla="*/ 0 w 2147888"/>
                <a:gd name="connsiteY0" fmla="*/ 2755114 h 2755114"/>
                <a:gd name="connsiteX1" fmla="*/ 152400 w 2147888"/>
                <a:gd name="connsiteY1" fmla="*/ 8 h 2755114"/>
                <a:gd name="connsiteX2" fmla="*/ 214313 w 2147888"/>
                <a:gd name="connsiteY2" fmla="*/ 1221589 h 2755114"/>
                <a:gd name="connsiteX3" fmla="*/ 266700 w 2147888"/>
                <a:gd name="connsiteY3" fmla="*/ 1035852 h 2755114"/>
                <a:gd name="connsiteX4" fmla="*/ 528638 w 2147888"/>
                <a:gd name="connsiteY4" fmla="*/ 2617002 h 2755114"/>
                <a:gd name="connsiteX5" fmla="*/ 852488 w 2147888"/>
                <a:gd name="connsiteY5" fmla="*/ 2145514 h 2755114"/>
                <a:gd name="connsiteX6" fmla="*/ 1066800 w 2147888"/>
                <a:gd name="connsiteY6" fmla="*/ 2236002 h 2755114"/>
                <a:gd name="connsiteX7" fmla="*/ 2147888 w 2147888"/>
                <a:gd name="connsiteY7" fmla="*/ 2207427 h 2755114"/>
                <a:gd name="connsiteX0" fmla="*/ 0 w 2147888"/>
                <a:gd name="connsiteY0" fmla="*/ 2786117 h 2786117"/>
                <a:gd name="connsiteX1" fmla="*/ 152400 w 2147888"/>
                <a:gd name="connsiteY1" fmla="*/ 31011 h 2786117"/>
                <a:gd name="connsiteX2" fmla="*/ 214313 w 2147888"/>
                <a:gd name="connsiteY2" fmla="*/ 1288311 h 2786117"/>
                <a:gd name="connsiteX3" fmla="*/ 266700 w 2147888"/>
                <a:gd name="connsiteY3" fmla="*/ 1066855 h 2786117"/>
                <a:gd name="connsiteX4" fmla="*/ 528638 w 2147888"/>
                <a:gd name="connsiteY4" fmla="*/ 2648005 h 2786117"/>
                <a:gd name="connsiteX5" fmla="*/ 852488 w 2147888"/>
                <a:gd name="connsiteY5" fmla="*/ 2176517 h 2786117"/>
                <a:gd name="connsiteX6" fmla="*/ 1066800 w 2147888"/>
                <a:gd name="connsiteY6" fmla="*/ 2267005 h 2786117"/>
                <a:gd name="connsiteX7" fmla="*/ 2147888 w 2147888"/>
                <a:gd name="connsiteY7" fmla="*/ 2238430 h 278611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28638 w 2147888"/>
                <a:gd name="connsiteY4" fmla="*/ 2648115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21532 w 2147888"/>
                <a:gd name="connsiteY5" fmla="*/ 2188533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02444 w 2147888"/>
                <a:gd name="connsiteY4" fmla="*/ 2598109 h 2786227"/>
                <a:gd name="connsiteX5" fmla="*/ 821532 w 2147888"/>
                <a:gd name="connsiteY5" fmla="*/ 2188533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02444 w 2147888"/>
                <a:gd name="connsiteY4" fmla="*/ 2598109 h 2786227"/>
                <a:gd name="connsiteX5" fmla="*/ 821532 w 2147888"/>
                <a:gd name="connsiteY5" fmla="*/ 2188533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02444 w 2147888"/>
                <a:gd name="connsiteY4" fmla="*/ 2598109 h 2786227"/>
                <a:gd name="connsiteX5" fmla="*/ 821532 w 2147888"/>
                <a:gd name="connsiteY5" fmla="*/ 2188533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55393 h 2755393"/>
                <a:gd name="connsiteX1" fmla="*/ 97631 w 2147888"/>
                <a:gd name="connsiteY1" fmla="*/ 1381412 h 2755393"/>
                <a:gd name="connsiteX2" fmla="*/ 152400 w 2147888"/>
                <a:gd name="connsiteY2" fmla="*/ 287 h 2755393"/>
                <a:gd name="connsiteX3" fmla="*/ 214313 w 2147888"/>
                <a:gd name="connsiteY3" fmla="*/ 1257587 h 2755393"/>
                <a:gd name="connsiteX4" fmla="*/ 292893 w 2147888"/>
                <a:gd name="connsiteY4" fmla="*/ 1069469 h 2755393"/>
                <a:gd name="connsiteX5" fmla="*/ 502444 w 2147888"/>
                <a:gd name="connsiteY5" fmla="*/ 2567275 h 2755393"/>
                <a:gd name="connsiteX6" fmla="*/ 821532 w 2147888"/>
                <a:gd name="connsiteY6" fmla="*/ 2157699 h 2755393"/>
                <a:gd name="connsiteX7" fmla="*/ 1066800 w 2147888"/>
                <a:gd name="connsiteY7" fmla="*/ 2236281 h 2755393"/>
                <a:gd name="connsiteX8" fmla="*/ 2147888 w 2147888"/>
                <a:gd name="connsiteY8" fmla="*/ 2207706 h 2755393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823913 w 2150269"/>
                <a:gd name="connsiteY6" fmla="*/ 2157699 h 2783968"/>
                <a:gd name="connsiteX7" fmla="*/ 1069181 w 2150269"/>
                <a:gd name="connsiteY7" fmla="*/ 2236281 h 2783968"/>
                <a:gd name="connsiteX8" fmla="*/ 2150269 w 2150269"/>
                <a:gd name="connsiteY8" fmla="*/ 2207706 h 2783968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823913 w 2150269"/>
                <a:gd name="connsiteY6" fmla="*/ 2157699 h 2783968"/>
                <a:gd name="connsiteX7" fmla="*/ 2150269 w 2150269"/>
                <a:gd name="connsiteY7" fmla="*/ 2207706 h 2783968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876300 w 2150269"/>
                <a:gd name="connsiteY6" fmla="*/ 2162461 h 2783968"/>
                <a:gd name="connsiteX7" fmla="*/ 2150269 w 2150269"/>
                <a:gd name="connsiteY7" fmla="*/ 2207706 h 2783968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876300 w 2150269"/>
                <a:gd name="connsiteY6" fmla="*/ 2162461 h 2783968"/>
                <a:gd name="connsiteX7" fmla="*/ 2150269 w 2150269"/>
                <a:gd name="connsiteY7" fmla="*/ 2207706 h 2783968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904875 w 2150269"/>
                <a:gd name="connsiteY6" fmla="*/ 2181511 h 2783968"/>
                <a:gd name="connsiteX7" fmla="*/ 2150269 w 2150269"/>
                <a:gd name="connsiteY7" fmla="*/ 2207706 h 2783968"/>
                <a:gd name="connsiteX0" fmla="*/ 0 w 3015662"/>
                <a:gd name="connsiteY0" fmla="*/ 2783968 h 2783968"/>
                <a:gd name="connsiteX1" fmla="*/ 100012 w 3015662"/>
                <a:gd name="connsiteY1" fmla="*/ 1381412 h 2783968"/>
                <a:gd name="connsiteX2" fmla="*/ 154781 w 3015662"/>
                <a:gd name="connsiteY2" fmla="*/ 287 h 2783968"/>
                <a:gd name="connsiteX3" fmla="*/ 216694 w 3015662"/>
                <a:gd name="connsiteY3" fmla="*/ 1257587 h 2783968"/>
                <a:gd name="connsiteX4" fmla="*/ 295274 w 3015662"/>
                <a:gd name="connsiteY4" fmla="*/ 1069469 h 2783968"/>
                <a:gd name="connsiteX5" fmla="*/ 504825 w 3015662"/>
                <a:gd name="connsiteY5" fmla="*/ 2567275 h 2783968"/>
                <a:gd name="connsiteX6" fmla="*/ 904875 w 3015662"/>
                <a:gd name="connsiteY6" fmla="*/ 2181511 h 2783968"/>
                <a:gd name="connsiteX7" fmla="*/ 3015662 w 3015662"/>
                <a:gd name="connsiteY7" fmla="*/ 2231519 h 2783968"/>
                <a:gd name="connsiteX0" fmla="*/ 0 w 3015662"/>
                <a:gd name="connsiteY0" fmla="*/ 2783968 h 2783968"/>
                <a:gd name="connsiteX1" fmla="*/ 100012 w 3015662"/>
                <a:gd name="connsiteY1" fmla="*/ 1381412 h 2783968"/>
                <a:gd name="connsiteX2" fmla="*/ 154781 w 3015662"/>
                <a:gd name="connsiteY2" fmla="*/ 287 h 2783968"/>
                <a:gd name="connsiteX3" fmla="*/ 216694 w 3015662"/>
                <a:gd name="connsiteY3" fmla="*/ 1257587 h 2783968"/>
                <a:gd name="connsiteX4" fmla="*/ 295274 w 3015662"/>
                <a:gd name="connsiteY4" fmla="*/ 1069469 h 2783968"/>
                <a:gd name="connsiteX5" fmla="*/ 504825 w 3015662"/>
                <a:gd name="connsiteY5" fmla="*/ 2567275 h 2783968"/>
                <a:gd name="connsiteX6" fmla="*/ 904875 w 3015662"/>
                <a:gd name="connsiteY6" fmla="*/ 2181511 h 2783968"/>
                <a:gd name="connsiteX7" fmla="*/ 3015662 w 3015662"/>
                <a:gd name="connsiteY7" fmla="*/ 2231519 h 2783968"/>
                <a:gd name="connsiteX0" fmla="*/ 0 w 3015662"/>
                <a:gd name="connsiteY0" fmla="*/ 2783968 h 2783968"/>
                <a:gd name="connsiteX1" fmla="*/ 100012 w 3015662"/>
                <a:gd name="connsiteY1" fmla="*/ 1381412 h 2783968"/>
                <a:gd name="connsiteX2" fmla="*/ 154781 w 3015662"/>
                <a:gd name="connsiteY2" fmla="*/ 287 h 2783968"/>
                <a:gd name="connsiteX3" fmla="*/ 216694 w 3015662"/>
                <a:gd name="connsiteY3" fmla="*/ 1257587 h 2783968"/>
                <a:gd name="connsiteX4" fmla="*/ 295274 w 3015662"/>
                <a:gd name="connsiteY4" fmla="*/ 1069469 h 2783968"/>
                <a:gd name="connsiteX5" fmla="*/ 504825 w 3015662"/>
                <a:gd name="connsiteY5" fmla="*/ 2567275 h 2783968"/>
                <a:gd name="connsiteX6" fmla="*/ 904875 w 3015662"/>
                <a:gd name="connsiteY6" fmla="*/ 2181511 h 2783968"/>
                <a:gd name="connsiteX7" fmla="*/ 3015662 w 3015662"/>
                <a:gd name="connsiteY7" fmla="*/ 2231519 h 2783968"/>
                <a:gd name="connsiteX0" fmla="*/ 0 w 3586154"/>
                <a:gd name="connsiteY0" fmla="*/ 2783968 h 2783968"/>
                <a:gd name="connsiteX1" fmla="*/ 100012 w 3586154"/>
                <a:gd name="connsiteY1" fmla="*/ 1381412 h 2783968"/>
                <a:gd name="connsiteX2" fmla="*/ 154781 w 3586154"/>
                <a:gd name="connsiteY2" fmla="*/ 287 h 2783968"/>
                <a:gd name="connsiteX3" fmla="*/ 216694 w 3586154"/>
                <a:gd name="connsiteY3" fmla="*/ 1257587 h 2783968"/>
                <a:gd name="connsiteX4" fmla="*/ 295274 w 3586154"/>
                <a:gd name="connsiteY4" fmla="*/ 1069469 h 2783968"/>
                <a:gd name="connsiteX5" fmla="*/ 504825 w 3586154"/>
                <a:gd name="connsiteY5" fmla="*/ 2567275 h 2783968"/>
                <a:gd name="connsiteX6" fmla="*/ 904875 w 3586154"/>
                <a:gd name="connsiteY6" fmla="*/ 2181511 h 2783968"/>
                <a:gd name="connsiteX7" fmla="*/ 3586154 w 3586154"/>
                <a:gd name="connsiteY7" fmla="*/ 2243608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18446" h="2783968">
                  <a:moveTo>
                    <a:pt x="0" y="2783968"/>
                  </a:moveTo>
                  <a:cubicBezTo>
                    <a:pt x="9128" y="2559734"/>
                    <a:pt x="74612" y="1840596"/>
                    <a:pt x="100012" y="1381412"/>
                  </a:cubicBezTo>
                  <a:cubicBezTo>
                    <a:pt x="125412" y="922228"/>
                    <a:pt x="135334" y="20924"/>
                    <a:pt x="154781" y="287"/>
                  </a:cubicBezTo>
                  <a:cubicBezTo>
                    <a:pt x="174228" y="-20350"/>
                    <a:pt x="193279" y="1079390"/>
                    <a:pt x="216694" y="1257587"/>
                  </a:cubicBezTo>
                  <a:cubicBezTo>
                    <a:pt x="240109" y="1435784"/>
                    <a:pt x="247252" y="851188"/>
                    <a:pt x="295274" y="1069469"/>
                  </a:cubicBezTo>
                  <a:cubicBezTo>
                    <a:pt x="343296" y="1287750"/>
                    <a:pt x="403225" y="2381935"/>
                    <a:pt x="504825" y="2567275"/>
                  </a:cubicBezTo>
                  <a:cubicBezTo>
                    <a:pt x="606425" y="2752615"/>
                    <a:pt x="493578" y="2169975"/>
                    <a:pt x="904875" y="2181511"/>
                  </a:cubicBezTo>
                  <a:cubicBezTo>
                    <a:pt x="1316172" y="2193047"/>
                    <a:pt x="661464" y="2276417"/>
                    <a:pt x="3618446" y="2237563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6D20204-9059-4596-B8B6-CC5730607A71}"/>
                </a:ext>
              </a:extLst>
            </p:cNvPr>
            <p:cNvCxnSpPr>
              <a:cxnSpLocks/>
              <a:stCxn id="15" idx="5"/>
            </p:cNvCxnSpPr>
            <p:nvPr/>
          </p:nvCxnSpPr>
          <p:spPr>
            <a:xfrm flipV="1">
              <a:off x="7449423" y="4515549"/>
              <a:ext cx="932575" cy="2382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1D2B51A-F18C-4D6A-A96F-8A53DB5CB765}"/>
              </a:ext>
            </a:extLst>
          </p:cNvPr>
          <p:cNvCxnSpPr>
            <a:cxnSpLocks/>
          </p:cNvCxnSpPr>
          <p:nvPr/>
        </p:nvCxnSpPr>
        <p:spPr>
          <a:xfrm>
            <a:off x="9216583" y="1602344"/>
            <a:ext cx="31432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E1A0A17-1006-4EA4-84E4-D713E6BB2B05}"/>
              </a:ext>
            </a:extLst>
          </p:cNvPr>
          <p:cNvSpPr txBox="1"/>
          <p:nvPr/>
        </p:nvSpPr>
        <p:spPr>
          <a:xfrm>
            <a:off x="9506944" y="1417678"/>
            <a:ext cx="2562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Ground reaction force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35ED7C5-E80F-4801-8997-47AF132C7C3F}"/>
              </a:ext>
            </a:extLst>
          </p:cNvPr>
          <p:cNvGrpSpPr/>
          <p:nvPr/>
        </p:nvGrpSpPr>
        <p:grpSpPr>
          <a:xfrm>
            <a:off x="5372100" y="1108861"/>
            <a:ext cx="1725074" cy="4880459"/>
            <a:chOff x="5372100" y="1108861"/>
            <a:chExt cx="1725074" cy="4880459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D20A2F8-8411-42E6-9E30-7E26E4FA812C}"/>
                </a:ext>
              </a:extLst>
            </p:cNvPr>
            <p:cNvSpPr txBox="1"/>
            <p:nvPr/>
          </p:nvSpPr>
          <p:spPr>
            <a:xfrm>
              <a:off x="5533433" y="1108861"/>
              <a:ext cx="15637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Force Generation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68BE328-73EF-4AEE-97F6-EC34283987C4}"/>
                </a:ext>
              </a:extLst>
            </p:cNvPr>
            <p:cNvCxnSpPr>
              <a:cxnSpLocks/>
            </p:cNvCxnSpPr>
            <p:nvPr/>
          </p:nvCxnSpPr>
          <p:spPr>
            <a:xfrm>
              <a:off x="5372100" y="1152606"/>
              <a:ext cx="0" cy="4836714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4BAFC42-C995-4B94-8A90-43BC1502EF1C}"/>
                </a:ext>
              </a:extLst>
            </p:cNvPr>
            <p:cNvCxnSpPr>
              <a:cxnSpLocks/>
            </p:cNvCxnSpPr>
            <p:nvPr/>
          </p:nvCxnSpPr>
          <p:spPr>
            <a:xfrm>
              <a:off x="7042884" y="1152606"/>
              <a:ext cx="0" cy="4836714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D74B315-4BCE-4C87-8690-50384200626C}"/>
              </a:ext>
            </a:extLst>
          </p:cNvPr>
          <p:cNvGrpSpPr/>
          <p:nvPr/>
        </p:nvGrpSpPr>
        <p:grpSpPr>
          <a:xfrm>
            <a:off x="7013861" y="1084997"/>
            <a:ext cx="865180" cy="4904323"/>
            <a:chOff x="7013861" y="1084997"/>
            <a:chExt cx="865180" cy="4904323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D5E29CC-A85B-450A-A410-48294B7AF245}"/>
                </a:ext>
              </a:extLst>
            </p:cNvPr>
            <p:cNvSpPr txBox="1"/>
            <p:nvPr/>
          </p:nvSpPr>
          <p:spPr>
            <a:xfrm>
              <a:off x="7013861" y="1084997"/>
              <a:ext cx="8605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Flight Phase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CF1C7E4-E6C8-412F-A99C-CA8B2B67BE5B}"/>
                </a:ext>
              </a:extLst>
            </p:cNvPr>
            <p:cNvCxnSpPr>
              <a:cxnSpLocks/>
            </p:cNvCxnSpPr>
            <p:nvPr/>
          </p:nvCxnSpPr>
          <p:spPr>
            <a:xfrm>
              <a:off x="7879041" y="1143000"/>
              <a:ext cx="0" cy="484632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CAF7031-40F7-4761-A9CF-DB9931F47F8E}"/>
              </a:ext>
            </a:extLst>
          </p:cNvPr>
          <p:cNvGrpSpPr/>
          <p:nvPr/>
        </p:nvGrpSpPr>
        <p:grpSpPr>
          <a:xfrm>
            <a:off x="7824756" y="1108861"/>
            <a:ext cx="1563737" cy="4880459"/>
            <a:chOff x="7824756" y="1108861"/>
            <a:chExt cx="1563737" cy="4880459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5DC9300-8BF9-48EF-83CF-9829272DC03D}"/>
                </a:ext>
              </a:extLst>
            </p:cNvPr>
            <p:cNvSpPr txBox="1"/>
            <p:nvPr/>
          </p:nvSpPr>
          <p:spPr>
            <a:xfrm>
              <a:off x="7824756" y="1108861"/>
              <a:ext cx="15637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Energy Absorption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EB3A819-229C-433D-82B6-EDCF6D999854}"/>
                </a:ext>
              </a:extLst>
            </p:cNvPr>
            <p:cNvCxnSpPr>
              <a:cxnSpLocks/>
            </p:cNvCxnSpPr>
            <p:nvPr/>
          </p:nvCxnSpPr>
          <p:spPr>
            <a:xfrm>
              <a:off x="9090988" y="1152606"/>
              <a:ext cx="0" cy="4836714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BCFCBE1-B6F6-4829-B9CC-19E68AA77C85}"/>
              </a:ext>
            </a:extLst>
          </p:cNvPr>
          <p:cNvCxnSpPr>
            <a:cxnSpLocks/>
          </p:cNvCxnSpPr>
          <p:nvPr/>
        </p:nvCxnSpPr>
        <p:spPr>
          <a:xfrm flipV="1">
            <a:off x="3986811" y="1143001"/>
            <a:ext cx="0" cy="4962524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DA700BD-0018-4C40-9919-62DBAED22B80}"/>
              </a:ext>
            </a:extLst>
          </p:cNvPr>
          <p:cNvCxnSpPr>
            <a:cxnSpLocks/>
          </p:cNvCxnSpPr>
          <p:nvPr/>
        </p:nvCxnSpPr>
        <p:spPr>
          <a:xfrm flipV="1">
            <a:off x="3986811" y="4917764"/>
            <a:ext cx="7338414" cy="2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4F52AFC-AA8B-43EE-9622-F7828D222D79}"/>
              </a:ext>
            </a:extLst>
          </p:cNvPr>
          <p:cNvSpPr txBox="1"/>
          <p:nvPr/>
        </p:nvSpPr>
        <p:spPr>
          <a:xfrm>
            <a:off x="9159716" y="4917764"/>
            <a:ext cx="1272224" cy="58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Time (s)</a:t>
            </a:r>
          </a:p>
        </p:txBody>
      </p:sp>
    </p:spTree>
    <p:extLst>
      <p:ext uri="{BB962C8B-B14F-4D97-AF65-F5344CB8AC3E}">
        <p14:creationId xmlns:p14="http://schemas.microsoft.com/office/powerpoint/2010/main" val="187464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4B04BC-F8BA-4A57-BABD-84CDDA86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as Projectile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08A781E-5B0B-46DC-8E97-603DD19B9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74F6AC-40AB-45AA-AEBA-E4F0EB1CD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937D74-1932-4A02-961C-7CD6445D1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 Brayne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AECFD-3E16-4D02-BB81-6DFCDE04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60372B-7A70-4720-BE76-74D1F89F827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571A7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571A7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8D4CE1-F3A3-4CF4-9BA8-B8A983B5A2C5}"/>
              </a:ext>
            </a:extLst>
          </p:cNvPr>
          <p:cNvSpPr txBox="1"/>
          <p:nvPr/>
        </p:nvSpPr>
        <p:spPr>
          <a:xfrm rot="16200000">
            <a:off x="3021919" y="3056121"/>
            <a:ext cx="1471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Z Force (N)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8485BFD-8466-4E33-9DCC-B733BE986B56}"/>
              </a:ext>
            </a:extLst>
          </p:cNvPr>
          <p:cNvGrpSpPr/>
          <p:nvPr/>
        </p:nvGrpSpPr>
        <p:grpSpPr>
          <a:xfrm>
            <a:off x="4014274" y="1781403"/>
            <a:ext cx="7053777" cy="3891987"/>
            <a:chOff x="4026736" y="2048125"/>
            <a:chExt cx="7971332" cy="246980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89D2AD3-8343-4750-9685-4740E193E967}"/>
                </a:ext>
              </a:extLst>
            </p:cNvPr>
            <p:cNvSpPr/>
            <p:nvPr/>
          </p:nvSpPr>
          <p:spPr>
            <a:xfrm>
              <a:off x="4026736" y="3317476"/>
              <a:ext cx="3422687" cy="1200455"/>
            </a:xfrm>
            <a:custGeom>
              <a:avLst/>
              <a:gdLst>
                <a:gd name="connsiteX0" fmla="*/ 0 w 2407641"/>
                <a:gd name="connsiteY0" fmla="*/ 724024 h 1277697"/>
                <a:gd name="connsiteX1" fmla="*/ 763399 w 2407641"/>
                <a:gd name="connsiteY1" fmla="*/ 732413 h 1277697"/>
                <a:gd name="connsiteX2" fmla="*/ 1082180 w 2407641"/>
                <a:gd name="connsiteY2" fmla="*/ 942137 h 1277697"/>
                <a:gd name="connsiteX3" fmla="*/ 2122415 w 2407641"/>
                <a:gd name="connsiteY3" fmla="*/ 2570 h 1277697"/>
                <a:gd name="connsiteX4" fmla="*/ 2407641 w 2407641"/>
                <a:gd name="connsiteY4" fmla="*/ 1277697 h 1277697"/>
                <a:gd name="connsiteX0" fmla="*/ 0 w 2407641"/>
                <a:gd name="connsiteY0" fmla="*/ 724028 h 1277701"/>
                <a:gd name="connsiteX1" fmla="*/ 587230 w 2407641"/>
                <a:gd name="connsiteY1" fmla="*/ 740806 h 1277701"/>
                <a:gd name="connsiteX2" fmla="*/ 1082180 w 2407641"/>
                <a:gd name="connsiteY2" fmla="*/ 942141 h 1277701"/>
                <a:gd name="connsiteX3" fmla="*/ 2122415 w 2407641"/>
                <a:gd name="connsiteY3" fmla="*/ 2574 h 1277701"/>
                <a:gd name="connsiteX4" fmla="*/ 2407641 w 2407641"/>
                <a:gd name="connsiteY4" fmla="*/ 1277701 h 1277701"/>
                <a:gd name="connsiteX0" fmla="*/ 0 w 2407641"/>
                <a:gd name="connsiteY0" fmla="*/ 724205 h 1277878"/>
                <a:gd name="connsiteX1" fmla="*/ 587230 w 2407641"/>
                <a:gd name="connsiteY1" fmla="*/ 740983 h 1277878"/>
                <a:gd name="connsiteX2" fmla="*/ 1115736 w 2407641"/>
                <a:gd name="connsiteY2" fmla="*/ 883596 h 1277878"/>
                <a:gd name="connsiteX3" fmla="*/ 2122415 w 2407641"/>
                <a:gd name="connsiteY3" fmla="*/ 2751 h 1277878"/>
                <a:gd name="connsiteX4" fmla="*/ 2407641 w 2407641"/>
                <a:gd name="connsiteY4" fmla="*/ 1277878 h 1277878"/>
                <a:gd name="connsiteX0" fmla="*/ 0 w 2407641"/>
                <a:gd name="connsiteY0" fmla="*/ 740939 h 1294612"/>
                <a:gd name="connsiteX1" fmla="*/ 587230 w 2407641"/>
                <a:gd name="connsiteY1" fmla="*/ 757717 h 1294612"/>
                <a:gd name="connsiteX2" fmla="*/ 1115736 w 2407641"/>
                <a:gd name="connsiteY2" fmla="*/ 900330 h 1294612"/>
                <a:gd name="connsiteX3" fmla="*/ 2206305 w 2407641"/>
                <a:gd name="connsiteY3" fmla="*/ 2707 h 1294612"/>
                <a:gd name="connsiteX4" fmla="*/ 2407641 w 2407641"/>
                <a:gd name="connsiteY4" fmla="*/ 1294612 h 1294612"/>
                <a:gd name="connsiteX0" fmla="*/ 0 w 2407641"/>
                <a:gd name="connsiteY0" fmla="*/ 740939 h 1294612"/>
                <a:gd name="connsiteX1" fmla="*/ 587230 w 2407641"/>
                <a:gd name="connsiteY1" fmla="*/ 757717 h 1294612"/>
                <a:gd name="connsiteX2" fmla="*/ 1115736 w 2407641"/>
                <a:gd name="connsiteY2" fmla="*/ 900330 h 1294612"/>
                <a:gd name="connsiteX3" fmla="*/ 2206305 w 2407641"/>
                <a:gd name="connsiteY3" fmla="*/ 2707 h 1294612"/>
                <a:gd name="connsiteX4" fmla="*/ 2407641 w 2407641"/>
                <a:gd name="connsiteY4" fmla="*/ 1294612 h 1294612"/>
                <a:gd name="connsiteX0" fmla="*/ 0 w 2407641"/>
                <a:gd name="connsiteY0" fmla="*/ 739094 h 1292767"/>
                <a:gd name="connsiteX1" fmla="*/ 587230 w 2407641"/>
                <a:gd name="connsiteY1" fmla="*/ 755872 h 1292767"/>
                <a:gd name="connsiteX2" fmla="*/ 1115736 w 2407641"/>
                <a:gd name="connsiteY2" fmla="*/ 898485 h 1292767"/>
                <a:gd name="connsiteX3" fmla="*/ 2206305 w 2407641"/>
                <a:gd name="connsiteY3" fmla="*/ 862 h 1292767"/>
                <a:gd name="connsiteX4" fmla="*/ 2407641 w 2407641"/>
                <a:gd name="connsiteY4" fmla="*/ 1292767 h 1292767"/>
                <a:gd name="connsiteX0" fmla="*/ 0 w 2407641"/>
                <a:gd name="connsiteY0" fmla="*/ 739094 h 1311817"/>
                <a:gd name="connsiteX1" fmla="*/ 587230 w 2407641"/>
                <a:gd name="connsiteY1" fmla="*/ 755872 h 1311817"/>
                <a:gd name="connsiteX2" fmla="*/ 1115736 w 2407641"/>
                <a:gd name="connsiteY2" fmla="*/ 898485 h 1311817"/>
                <a:gd name="connsiteX3" fmla="*/ 2206305 w 2407641"/>
                <a:gd name="connsiteY3" fmla="*/ 862 h 1311817"/>
                <a:gd name="connsiteX4" fmla="*/ 2407641 w 2407641"/>
                <a:gd name="connsiteY4" fmla="*/ 1311817 h 1311817"/>
                <a:gd name="connsiteX0" fmla="*/ 0 w 2407641"/>
                <a:gd name="connsiteY0" fmla="*/ 739094 h 1311817"/>
                <a:gd name="connsiteX1" fmla="*/ 587230 w 2407641"/>
                <a:gd name="connsiteY1" fmla="*/ 755872 h 1311817"/>
                <a:gd name="connsiteX2" fmla="*/ 1115736 w 2407641"/>
                <a:gd name="connsiteY2" fmla="*/ 898485 h 1311817"/>
                <a:gd name="connsiteX3" fmla="*/ 2206305 w 2407641"/>
                <a:gd name="connsiteY3" fmla="*/ 862 h 1311817"/>
                <a:gd name="connsiteX4" fmla="*/ 2407641 w 2407641"/>
                <a:gd name="connsiteY4" fmla="*/ 1311817 h 1311817"/>
                <a:gd name="connsiteX0" fmla="*/ 0 w 2407641"/>
                <a:gd name="connsiteY0" fmla="*/ 743616 h 1316339"/>
                <a:gd name="connsiteX1" fmla="*/ 587230 w 2407641"/>
                <a:gd name="connsiteY1" fmla="*/ 760394 h 1316339"/>
                <a:gd name="connsiteX2" fmla="*/ 1115736 w 2407641"/>
                <a:gd name="connsiteY2" fmla="*/ 903007 h 1316339"/>
                <a:gd name="connsiteX3" fmla="*/ 2206305 w 2407641"/>
                <a:gd name="connsiteY3" fmla="*/ 5384 h 1316339"/>
                <a:gd name="connsiteX4" fmla="*/ 2407641 w 2407641"/>
                <a:gd name="connsiteY4" fmla="*/ 1316339 h 1316339"/>
                <a:gd name="connsiteX0" fmla="*/ 0 w 2407641"/>
                <a:gd name="connsiteY0" fmla="*/ 775442 h 1348165"/>
                <a:gd name="connsiteX1" fmla="*/ 587230 w 2407641"/>
                <a:gd name="connsiteY1" fmla="*/ 792220 h 1348165"/>
                <a:gd name="connsiteX2" fmla="*/ 1115736 w 2407641"/>
                <a:gd name="connsiteY2" fmla="*/ 934833 h 1348165"/>
                <a:gd name="connsiteX3" fmla="*/ 1804311 w 2407641"/>
                <a:gd name="connsiteY3" fmla="*/ 435447 h 1348165"/>
                <a:gd name="connsiteX4" fmla="*/ 2206305 w 2407641"/>
                <a:gd name="connsiteY4" fmla="*/ 37210 h 1348165"/>
                <a:gd name="connsiteX5" fmla="*/ 2407641 w 2407641"/>
                <a:gd name="connsiteY5" fmla="*/ 1348165 h 1348165"/>
                <a:gd name="connsiteX0" fmla="*/ 0 w 2407641"/>
                <a:gd name="connsiteY0" fmla="*/ 775442 h 1348165"/>
                <a:gd name="connsiteX1" fmla="*/ 587230 w 2407641"/>
                <a:gd name="connsiteY1" fmla="*/ 792220 h 1348165"/>
                <a:gd name="connsiteX2" fmla="*/ 970479 w 2407641"/>
                <a:gd name="connsiteY2" fmla="*/ 958645 h 1348165"/>
                <a:gd name="connsiteX3" fmla="*/ 1804311 w 2407641"/>
                <a:gd name="connsiteY3" fmla="*/ 435447 h 1348165"/>
                <a:gd name="connsiteX4" fmla="*/ 2206305 w 2407641"/>
                <a:gd name="connsiteY4" fmla="*/ 37210 h 1348165"/>
                <a:gd name="connsiteX5" fmla="*/ 2407641 w 2407641"/>
                <a:gd name="connsiteY5" fmla="*/ 1348165 h 1348165"/>
                <a:gd name="connsiteX0" fmla="*/ 0 w 2407641"/>
                <a:gd name="connsiteY0" fmla="*/ 775442 h 1350546"/>
                <a:gd name="connsiteX1" fmla="*/ 587230 w 2407641"/>
                <a:gd name="connsiteY1" fmla="*/ 792220 h 1350546"/>
                <a:gd name="connsiteX2" fmla="*/ 970479 w 2407641"/>
                <a:gd name="connsiteY2" fmla="*/ 958645 h 1350546"/>
                <a:gd name="connsiteX3" fmla="*/ 1804311 w 2407641"/>
                <a:gd name="connsiteY3" fmla="*/ 435447 h 1350546"/>
                <a:gd name="connsiteX4" fmla="*/ 2206305 w 2407641"/>
                <a:gd name="connsiteY4" fmla="*/ 37210 h 1350546"/>
                <a:gd name="connsiteX5" fmla="*/ 2407641 w 2407641"/>
                <a:gd name="connsiteY5" fmla="*/ 1350546 h 1350546"/>
                <a:gd name="connsiteX0" fmla="*/ 0 w 3422688"/>
                <a:gd name="connsiteY0" fmla="*/ 799254 h 1350546"/>
                <a:gd name="connsiteX1" fmla="*/ 1602277 w 3422688"/>
                <a:gd name="connsiteY1" fmla="*/ 792220 h 1350546"/>
                <a:gd name="connsiteX2" fmla="*/ 1985526 w 3422688"/>
                <a:gd name="connsiteY2" fmla="*/ 958645 h 1350546"/>
                <a:gd name="connsiteX3" fmla="*/ 2819358 w 3422688"/>
                <a:gd name="connsiteY3" fmla="*/ 435447 h 1350546"/>
                <a:gd name="connsiteX4" fmla="*/ 3221352 w 3422688"/>
                <a:gd name="connsiteY4" fmla="*/ 37210 h 1350546"/>
                <a:gd name="connsiteX5" fmla="*/ 3422688 w 3422688"/>
                <a:gd name="connsiteY5" fmla="*/ 1350546 h 1350546"/>
                <a:gd name="connsiteX0" fmla="*/ 0 w 3422688"/>
                <a:gd name="connsiteY0" fmla="*/ 799254 h 1350546"/>
                <a:gd name="connsiteX1" fmla="*/ 1602277 w 3422688"/>
                <a:gd name="connsiteY1" fmla="*/ 792220 h 1350546"/>
                <a:gd name="connsiteX2" fmla="*/ 1985526 w 3422688"/>
                <a:gd name="connsiteY2" fmla="*/ 958645 h 1350546"/>
                <a:gd name="connsiteX3" fmla="*/ 2819358 w 3422688"/>
                <a:gd name="connsiteY3" fmla="*/ 435447 h 1350546"/>
                <a:gd name="connsiteX4" fmla="*/ 3221352 w 3422688"/>
                <a:gd name="connsiteY4" fmla="*/ 37210 h 1350546"/>
                <a:gd name="connsiteX5" fmla="*/ 3422688 w 3422688"/>
                <a:gd name="connsiteY5" fmla="*/ 1350546 h 1350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2688" h="1350546">
                  <a:moveTo>
                    <a:pt x="0" y="799254"/>
                  </a:moveTo>
                  <a:cubicBezTo>
                    <a:pt x="727469" y="799560"/>
                    <a:pt x="1271356" y="765655"/>
                    <a:pt x="1602277" y="792220"/>
                  </a:cubicBezTo>
                  <a:cubicBezTo>
                    <a:pt x="1933198" y="818785"/>
                    <a:pt x="1782679" y="1018107"/>
                    <a:pt x="1985526" y="958645"/>
                  </a:cubicBezTo>
                  <a:cubicBezTo>
                    <a:pt x="2188373" y="899183"/>
                    <a:pt x="2637597" y="585051"/>
                    <a:pt x="2819358" y="435447"/>
                  </a:cubicBezTo>
                  <a:cubicBezTo>
                    <a:pt x="3001120" y="285843"/>
                    <a:pt x="3108891" y="-124831"/>
                    <a:pt x="3221352" y="37210"/>
                  </a:cubicBezTo>
                  <a:cubicBezTo>
                    <a:pt x="3366105" y="140653"/>
                    <a:pt x="3390530" y="740946"/>
                    <a:pt x="3422688" y="1350546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2A2019-03FA-4517-AE54-00704D6583FC}"/>
                </a:ext>
              </a:extLst>
            </p:cNvPr>
            <p:cNvSpPr/>
            <p:nvPr/>
          </p:nvSpPr>
          <p:spPr>
            <a:xfrm>
              <a:off x="8379620" y="2048125"/>
              <a:ext cx="3618448" cy="2466725"/>
            </a:xfrm>
            <a:custGeom>
              <a:avLst/>
              <a:gdLst>
                <a:gd name="connsiteX0" fmla="*/ 0 w 2147888"/>
                <a:gd name="connsiteY0" fmla="*/ 2757803 h 2757803"/>
                <a:gd name="connsiteX1" fmla="*/ 123825 w 2147888"/>
                <a:gd name="connsiteY1" fmla="*/ 33653 h 2757803"/>
                <a:gd name="connsiteX2" fmla="*/ 214313 w 2147888"/>
                <a:gd name="connsiteY2" fmla="*/ 1224278 h 2757803"/>
                <a:gd name="connsiteX3" fmla="*/ 266700 w 2147888"/>
                <a:gd name="connsiteY3" fmla="*/ 1038541 h 2757803"/>
                <a:gd name="connsiteX4" fmla="*/ 528638 w 2147888"/>
                <a:gd name="connsiteY4" fmla="*/ 2619691 h 2757803"/>
                <a:gd name="connsiteX5" fmla="*/ 852488 w 2147888"/>
                <a:gd name="connsiteY5" fmla="*/ 2148203 h 2757803"/>
                <a:gd name="connsiteX6" fmla="*/ 1066800 w 2147888"/>
                <a:gd name="connsiteY6" fmla="*/ 2238691 h 2757803"/>
                <a:gd name="connsiteX7" fmla="*/ 2147888 w 2147888"/>
                <a:gd name="connsiteY7" fmla="*/ 2210116 h 2757803"/>
                <a:gd name="connsiteX0" fmla="*/ 0 w 2147888"/>
                <a:gd name="connsiteY0" fmla="*/ 2788172 h 2788172"/>
                <a:gd name="connsiteX1" fmla="*/ 152400 w 2147888"/>
                <a:gd name="connsiteY1" fmla="*/ 33066 h 2788172"/>
                <a:gd name="connsiteX2" fmla="*/ 214313 w 2147888"/>
                <a:gd name="connsiteY2" fmla="*/ 1254647 h 2788172"/>
                <a:gd name="connsiteX3" fmla="*/ 266700 w 2147888"/>
                <a:gd name="connsiteY3" fmla="*/ 1068910 h 2788172"/>
                <a:gd name="connsiteX4" fmla="*/ 528638 w 2147888"/>
                <a:gd name="connsiteY4" fmla="*/ 2650060 h 2788172"/>
                <a:gd name="connsiteX5" fmla="*/ 852488 w 2147888"/>
                <a:gd name="connsiteY5" fmla="*/ 2178572 h 2788172"/>
                <a:gd name="connsiteX6" fmla="*/ 1066800 w 2147888"/>
                <a:gd name="connsiteY6" fmla="*/ 2269060 h 2788172"/>
                <a:gd name="connsiteX7" fmla="*/ 2147888 w 2147888"/>
                <a:gd name="connsiteY7" fmla="*/ 2240485 h 2788172"/>
                <a:gd name="connsiteX0" fmla="*/ 0 w 2147888"/>
                <a:gd name="connsiteY0" fmla="*/ 2755219 h 2755219"/>
                <a:gd name="connsiteX1" fmla="*/ 152400 w 2147888"/>
                <a:gd name="connsiteY1" fmla="*/ 113 h 2755219"/>
                <a:gd name="connsiteX2" fmla="*/ 214313 w 2147888"/>
                <a:gd name="connsiteY2" fmla="*/ 1221694 h 2755219"/>
                <a:gd name="connsiteX3" fmla="*/ 266700 w 2147888"/>
                <a:gd name="connsiteY3" fmla="*/ 1035957 h 2755219"/>
                <a:gd name="connsiteX4" fmla="*/ 528638 w 2147888"/>
                <a:gd name="connsiteY4" fmla="*/ 2617107 h 2755219"/>
                <a:gd name="connsiteX5" fmla="*/ 852488 w 2147888"/>
                <a:gd name="connsiteY5" fmla="*/ 2145619 h 2755219"/>
                <a:gd name="connsiteX6" fmla="*/ 1066800 w 2147888"/>
                <a:gd name="connsiteY6" fmla="*/ 2236107 h 2755219"/>
                <a:gd name="connsiteX7" fmla="*/ 2147888 w 2147888"/>
                <a:gd name="connsiteY7" fmla="*/ 2207532 h 2755219"/>
                <a:gd name="connsiteX0" fmla="*/ 0 w 2147888"/>
                <a:gd name="connsiteY0" fmla="*/ 2755114 h 2755114"/>
                <a:gd name="connsiteX1" fmla="*/ 152400 w 2147888"/>
                <a:gd name="connsiteY1" fmla="*/ 8 h 2755114"/>
                <a:gd name="connsiteX2" fmla="*/ 214313 w 2147888"/>
                <a:gd name="connsiteY2" fmla="*/ 1221589 h 2755114"/>
                <a:gd name="connsiteX3" fmla="*/ 266700 w 2147888"/>
                <a:gd name="connsiteY3" fmla="*/ 1035852 h 2755114"/>
                <a:gd name="connsiteX4" fmla="*/ 528638 w 2147888"/>
                <a:gd name="connsiteY4" fmla="*/ 2617002 h 2755114"/>
                <a:gd name="connsiteX5" fmla="*/ 852488 w 2147888"/>
                <a:gd name="connsiteY5" fmla="*/ 2145514 h 2755114"/>
                <a:gd name="connsiteX6" fmla="*/ 1066800 w 2147888"/>
                <a:gd name="connsiteY6" fmla="*/ 2236002 h 2755114"/>
                <a:gd name="connsiteX7" fmla="*/ 2147888 w 2147888"/>
                <a:gd name="connsiteY7" fmla="*/ 2207427 h 2755114"/>
                <a:gd name="connsiteX0" fmla="*/ 0 w 2147888"/>
                <a:gd name="connsiteY0" fmla="*/ 2786117 h 2786117"/>
                <a:gd name="connsiteX1" fmla="*/ 152400 w 2147888"/>
                <a:gd name="connsiteY1" fmla="*/ 31011 h 2786117"/>
                <a:gd name="connsiteX2" fmla="*/ 214313 w 2147888"/>
                <a:gd name="connsiteY2" fmla="*/ 1288311 h 2786117"/>
                <a:gd name="connsiteX3" fmla="*/ 266700 w 2147888"/>
                <a:gd name="connsiteY3" fmla="*/ 1066855 h 2786117"/>
                <a:gd name="connsiteX4" fmla="*/ 528638 w 2147888"/>
                <a:gd name="connsiteY4" fmla="*/ 2648005 h 2786117"/>
                <a:gd name="connsiteX5" fmla="*/ 852488 w 2147888"/>
                <a:gd name="connsiteY5" fmla="*/ 2176517 h 2786117"/>
                <a:gd name="connsiteX6" fmla="*/ 1066800 w 2147888"/>
                <a:gd name="connsiteY6" fmla="*/ 2267005 h 2786117"/>
                <a:gd name="connsiteX7" fmla="*/ 2147888 w 2147888"/>
                <a:gd name="connsiteY7" fmla="*/ 2238430 h 278611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28638 w 2147888"/>
                <a:gd name="connsiteY4" fmla="*/ 2648115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21532 w 2147888"/>
                <a:gd name="connsiteY5" fmla="*/ 2188533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02444 w 2147888"/>
                <a:gd name="connsiteY4" fmla="*/ 2598109 h 2786227"/>
                <a:gd name="connsiteX5" fmla="*/ 821532 w 2147888"/>
                <a:gd name="connsiteY5" fmla="*/ 2188533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02444 w 2147888"/>
                <a:gd name="connsiteY4" fmla="*/ 2598109 h 2786227"/>
                <a:gd name="connsiteX5" fmla="*/ 821532 w 2147888"/>
                <a:gd name="connsiteY5" fmla="*/ 2188533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02444 w 2147888"/>
                <a:gd name="connsiteY4" fmla="*/ 2598109 h 2786227"/>
                <a:gd name="connsiteX5" fmla="*/ 821532 w 2147888"/>
                <a:gd name="connsiteY5" fmla="*/ 2188533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55393 h 2755393"/>
                <a:gd name="connsiteX1" fmla="*/ 97631 w 2147888"/>
                <a:gd name="connsiteY1" fmla="*/ 1381412 h 2755393"/>
                <a:gd name="connsiteX2" fmla="*/ 152400 w 2147888"/>
                <a:gd name="connsiteY2" fmla="*/ 287 h 2755393"/>
                <a:gd name="connsiteX3" fmla="*/ 214313 w 2147888"/>
                <a:gd name="connsiteY3" fmla="*/ 1257587 h 2755393"/>
                <a:gd name="connsiteX4" fmla="*/ 292893 w 2147888"/>
                <a:gd name="connsiteY4" fmla="*/ 1069469 h 2755393"/>
                <a:gd name="connsiteX5" fmla="*/ 502444 w 2147888"/>
                <a:gd name="connsiteY5" fmla="*/ 2567275 h 2755393"/>
                <a:gd name="connsiteX6" fmla="*/ 821532 w 2147888"/>
                <a:gd name="connsiteY6" fmla="*/ 2157699 h 2755393"/>
                <a:gd name="connsiteX7" fmla="*/ 1066800 w 2147888"/>
                <a:gd name="connsiteY7" fmla="*/ 2236281 h 2755393"/>
                <a:gd name="connsiteX8" fmla="*/ 2147888 w 2147888"/>
                <a:gd name="connsiteY8" fmla="*/ 2207706 h 2755393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823913 w 2150269"/>
                <a:gd name="connsiteY6" fmla="*/ 2157699 h 2783968"/>
                <a:gd name="connsiteX7" fmla="*/ 1069181 w 2150269"/>
                <a:gd name="connsiteY7" fmla="*/ 2236281 h 2783968"/>
                <a:gd name="connsiteX8" fmla="*/ 2150269 w 2150269"/>
                <a:gd name="connsiteY8" fmla="*/ 2207706 h 2783968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823913 w 2150269"/>
                <a:gd name="connsiteY6" fmla="*/ 2157699 h 2783968"/>
                <a:gd name="connsiteX7" fmla="*/ 2150269 w 2150269"/>
                <a:gd name="connsiteY7" fmla="*/ 2207706 h 2783968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876300 w 2150269"/>
                <a:gd name="connsiteY6" fmla="*/ 2162461 h 2783968"/>
                <a:gd name="connsiteX7" fmla="*/ 2150269 w 2150269"/>
                <a:gd name="connsiteY7" fmla="*/ 2207706 h 2783968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876300 w 2150269"/>
                <a:gd name="connsiteY6" fmla="*/ 2162461 h 2783968"/>
                <a:gd name="connsiteX7" fmla="*/ 2150269 w 2150269"/>
                <a:gd name="connsiteY7" fmla="*/ 2207706 h 2783968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904875 w 2150269"/>
                <a:gd name="connsiteY6" fmla="*/ 2181511 h 2783968"/>
                <a:gd name="connsiteX7" fmla="*/ 2150269 w 2150269"/>
                <a:gd name="connsiteY7" fmla="*/ 2207706 h 2783968"/>
                <a:gd name="connsiteX0" fmla="*/ 0 w 3015662"/>
                <a:gd name="connsiteY0" fmla="*/ 2783968 h 2783968"/>
                <a:gd name="connsiteX1" fmla="*/ 100012 w 3015662"/>
                <a:gd name="connsiteY1" fmla="*/ 1381412 h 2783968"/>
                <a:gd name="connsiteX2" fmla="*/ 154781 w 3015662"/>
                <a:gd name="connsiteY2" fmla="*/ 287 h 2783968"/>
                <a:gd name="connsiteX3" fmla="*/ 216694 w 3015662"/>
                <a:gd name="connsiteY3" fmla="*/ 1257587 h 2783968"/>
                <a:gd name="connsiteX4" fmla="*/ 295274 w 3015662"/>
                <a:gd name="connsiteY4" fmla="*/ 1069469 h 2783968"/>
                <a:gd name="connsiteX5" fmla="*/ 504825 w 3015662"/>
                <a:gd name="connsiteY5" fmla="*/ 2567275 h 2783968"/>
                <a:gd name="connsiteX6" fmla="*/ 904875 w 3015662"/>
                <a:gd name="connsiteY6" fmla="*/ 2181511 h 2783968"/>
                <a:gd name="connsiteX7" fmla="*/ 3015662 w 3015662"/>
                <a:gd name="connsiteY7" fmla="*/ 2231519 h 2783968"/>
                <a:gd name="connsiteX0" fmla="*/ 0 w 3015662"/>
                <a:gd name="connsiteY0" fmla="*/ 2783968 h 2783968"/>
                <a:gd name="connsiteX1" fmla="*/ 100012 w 3015662"/>
                <a:gd name="connsiteY1" fmla="*/ 1381412 h 2783968"/>
                <a:gd name="connsiteX2" fmla="*/ 154781 w 3015662"/>
                <a:gd name="connsiteY2" fmla="*/ 287 h 2783968"/>
                <a:gd name="connsiteX3" fmla="*/ 216694 w 3015662"/>
                <a:gd name="connsiteY3" fmla="*/ 1257587 h 2783968"/>
                <a:gd name="connsiteX4" fmla="*/ 295274 w 3015662"/>
                <a:gd name="connsiteY4" fmla="*/ 1069469 h 2783968"/>
                <a:gd name="connsiteX5" fmla="*/ 504825 w 3015662"/>
                <a:gd name="connsiteY5" fmla="*/ 2567275 h 2783968"/>
                <a:gd name="connsiteX6" fmla="*/ 904875 w 3015662"/>
                <a:gd name="connsiteY6" fmla="*/ 2181511 h 2783968"/>
                <a:gd name="connsiteX7" fmla="*/ 3015662 w 3015662"/>
                <a:gd name="connsiteY7" fmla="*/ 2231519 h 2783968"/>
                <a:gd name="connsiteX0" fmla="*/ 0 w 3015662"/>
                <a:gd name="connsiteY0" fmla="*/ 2783968 h 2783968"/>
                <a:gd name="connsiteX1" fmla="*/ 100012 w 3015662"/>
                <a:gd name="connsiteY1" fmla="*/ 1381412 h 2783968"/>
                <a:gd name="connsiteX2" fmla="*/ 154781 w 3015662"/>
                <a:gd name="connsiteY2" fmla="*/ 287 h 2783968"/>
                <a:gd name="connsiteX3" fmla="*/ 216694 w 3015662"/>
                <a:gd name="connsiteY3" fmla="*/ 1257587 h 2783968"/>
                <a:gd name="connsiteX4" fmla="*/ 295274 w 3015662"/>
                <a:gd name="connsiteY4" fmla="*/ 1069469 h 2783968"/>
                <a:gd name="connsiteX5" fmla="*/ 504825 w 3015662"/>
                <a:gd name="connsiteY5" fmla="*/ 2567275 h 2783968"/>
                <a:gd name="connsiteX6" fmla="*/ 904875 w 3015662"/>
                <a:gd name="connsiteY6" fmla="*/ 2181511 h 2783968"/>
                <a:gd name="connsiteX7" fmla="*/ 3015662 w 3015662"/>
                <a:gd name="connsiteY7" fmla="*/ 2231519 h 2783968"/>
                <a:gd name="connsiteX0" fmla="*/ 0 w 3586154"/>
                <a:gd name="connsiteY0" fmla="*/ 2783968 h 2783968"/>
                <a:gd name="connsiteX1" fmla="*/ 100012 w 3586154"/>
                <a:gd name="connsiteY1" fmla="*/ 1381412 h 2783968"/>
                <a:gd name="connsiteX2" fmla="*/ 154781 w 3586154"/>
                <a:gd name="connsiteY2" fmla="*/ 287 h 2783968"/>
                <a:gd name="connsiteX3" fmla="*/ 216694 w 3586154"/>
                <a:gd name="connsiteY3" fmla="*/ 1257587 h 2783968"/>
                <a:gd name="connsiteX4" fmla="*/ 295274 w 3586154"/>
                <a:gd name="connsiteY4" fmla="*/ 1069469 h 2783968"/>
                <a:gd name="connsiteX5" fmla="*/ 504825 w 3586154"/>
                <a:gd name="connsiteY5" fmla="*/ 2567275 h 2783968"/>
                <a:gd name="connsiteX6" fmla="*/ 904875 w 3586154"/>
                <a:gd name="connsiteY6" fmla="*/ 2181511 h 2783968"/>
                <a:gd name="connsiteX7" fmla="*/ 3586154 w 3586154"/>
                <a:gd name="connsiteY7" fmla="*/ 2243608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18446" h="2783968">
                  <a:moveTo>
                    <a:pt x="0" y="2783968"/>
                  </a:moveTo>
                  <a:cubicBezTo>
                    <a:pt x="9128" y="2559734"/>
                    <a:pt x="74612" y="1840596"/>
                    <a:pt x="100012" y="1381412"/>
                  </a:cubicBezTo>
                  <a:cubicBezTo>
                    <a:pt x="125412" y="922228"/>
                    <a:pt x="135334" y="20924"/>
                    <a:pt x="154781" y="287"/>
                  </a:cubicBezTo>
                  <a:cubicBezTo>
                    <a:pt x="174228" y="-20350"/>
                    <a:pt x="193279" y="1079390"/>
                    <a:pt x="216694" y="1257587"/>
                  </a:cubicBezTo>
                  <a:cubicBezTo>
                    <a:pt x="240109" y="1435784"/>
                    <a:pt x="247252" y="851188"/>
                    <a:pt x="295274" y="1069469"/>
                  </a:cubicBezTo>
                  <a:cubicBezTo>
                    <a:pt x="343296" y="1287750"/>
                    <a:pt x="403225" y="2381935"/>
                    <a:pt x="504825" y="2567275"/>
                  </a:cubicBezTo>
                  <a:cubicBezTo>
                    <a:pt x="606425" y="2752615"/>
                    <a:pt x="493578" y="2169975"/>
                    <a:pt x="904875" y="2181511"/>
                  </a:cubicBezTo>
                  <a:cubicBezTo>
                    <a:pt x="1316172" y="2193047"/>
                    <a:pt x="661464" y="2276417"/>
                    <a:pt x="3618446" y="2237563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6D20204-9059-4596-B8B6-CC5730607A71}"/>
                </a:ext>
              </a:extLst>
            </p:cNvPr>
            <p:cNvCxnSpPr>
              <a:cxnSpLocks/>
              <a:stCxn id="15" idx="5"/>
            </p:cNvCxnSpPr>
            <p:nvPr/>
          </p:nvCxnSpPr>
          <p:spPr>
            <a:xfrm flipV="1">
              <a:off x="7449423" y="4515549"/>
              <a:ext cx="932575" cy="2382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1D2B51A-F18C-4D6A-A96F-8A53DB5CB765}"/>
              </a:ext>
            </a:extLst>
          </p:cNvPr>
          <p:cNvCxnSpPr>
            <a:cxnSpLocks/>
          </p:cNvCxnSpPr>
          <p:nvPr/>
        </p:nvCxnSpPr>
        <p:spPr>
          <a:xfrm>
            <a:off x="9216583" y="1602344"/>
            <a:ext cx="31432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E1A0A17-1006-4EA4-84E4-D713E6BB2B05}"/>
              </a:ext>
            </a:extLst>
          </p:cNvPr>
          <p:cNvSpPr txBox="1"/>
          <p:nvPr/>
        </p:nvSpPr>
        <p:spPr>
          <a:xfrm>
            <a:off x="9506944" y="1417678"/>
            <a:ext cx="2562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Ground reaction force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4BAFC42-C995-4B94-8A90-43BC1502EF1C}"/>
              </a:ext>
            </a:extLst>
          </p:cNvPr>
          <p:cNvCxnSpPr>
            <a:cxnSpLocks/>
          </p:cNvCxnSpPr>
          <p:nvPr/>
        </p:nvCxnSpPr>
        <p:spPr>
          <a:xfrm>
            <a:off x="7042884" y="1152606"/>
            <a:ext cx="0" cy="48367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8D74B315-4BCE-4C87-8690-50384200626C}"/>
              </a:ext>
            </a:extLst>
          </p:cNvPr>
          <p:cNvGrpSpPr/>
          <p:nvPr/>
        </p:nvGrpSpPr>
        <p:grpSpPr>
          <a:xfrm>
            <a:off x="7013861" y="1084997"/>
            <a:ext cx="865180" cy="4904323"/>
            <a:chOff x="7013861" y="1084997"/>
            <a:chExt cx="865180" cy="4904323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D5E29CC-A85B-450A-A410-48294B7AF245}"/>
                </a:ext>
              </a:extLst>
            </p:cNvPr>
            <p:cNvSpPr txBox="1"/>
            <p:nvPr/>
          </p:nvSpPr>
          <p:spPr>
            <a:xfrm>
              <a:off x="7013861" y="1084997"/>
              <a:ext cx="8605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Flight Phase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CF1C7E4-E6C8-412F-A99C-CA8B2B67BE5B}"/>
                </a:ext>
              </a:extLst>
            </p:cNvPr>
            <p:cNvCxnSpPr>
              <a:cxnSpLocks/>
            </p:cNvCxnSpPr>
            <p:nvPr/>
          </p:nvCxnSpPr>
          <p:spPr>
            <a:xfrm>
              <a:off x="7879041" y="1143000"/>
              <a:ext cx="0" cy="484632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BCFCBE1-B6F6-4829-B9CC-19E68AA77C85}"/>
              </a:ext>
            </a:extLst>
          </p:cNvPr>
          <p:cNvCxnSpPr>
            <a:cxnSpLocks/>
          </p:cNvCxnSpPr>
          <p:nvPr/>
        </p:nvCxnSpPr>
        <p:spPr>
          <a:xfrm flipV="1">
            <a:off x="3986811" y="1143001"/>
            <a:ext cx="0" cy="4962524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DA700BD-0018-4C40-9919-62DBAED22B80}"/>
              </a:ext>
            </a:extLst>
          </p:cNvPr>
          <p:cNvCxnSpPr>
            <a:cxnSpLocks/>
          </p:cNvCxnSpPr>
          <p:nvPr/>
        </p:nvCxnSpPr>
        <p:spPr>
          <a:xfrm flipV="1">
            <a:off x="3986811" y="4917764"/>
            <a:ext cx="7338414" cy="2"/>
          </a:xfrm>
          <a:prstGeom prst="straightConnector1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0A2CFFF-18C8-4307-B615-31A39C7B1FD6}"/>
                  </a:ext>
                </a:extLst>
              </p:cNvPr>
              <p:cNvSpPr txBox="1"/>
              <p:nvPr/>
            </p:nvSpPr>
            <p:spPr>
              <a:xfrm>
                <a:off x="6829652" y="5920859"/>
                <a:ext cx="4264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0A2CFFF-18C8-4307-B615-31A39C7B1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652" y="5920859"/>
                <a:ext cx="42646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4E8E9C7-CFDD-443A-8FE6-2E8A88A6D432}"/>
                  </a:ext>
                </a:extLst>
              </p:cNvPr>
              <p:cNvSpPr txBox="1"/>
              <p:nvPr/>
            </p:nvSpPr>
            <p:spPr>
              <a:xfrm>
                <a:off x="7694824" y="5924989"/>
                <a:ext cx="420243" cy="391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B4E8E9C7-CFDD-443A-8FE6-2E8A88A6D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4824" y="5924989"/>
                <a:ext cx="420243" cy="391582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F42DA47A-9E26-44F1-B840-12CE34BB8977}"/>
              </a:ext>
            </a:extLst>
          </p:cNvPr>
          <p:cNvSpPr txBox="1"/>
          <p:nvPr/>
        </p:nvSpPr>
        <p:spPr>
          <a:xfrm>
            <a:off x="9159716" y="4917764"/>
            <a:ext cx="1272224" cy="58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Time (s)</a:t>
            </a:r>
          </a:p>
        </p:txBody>
      </p:sp>
    </p:spTree>
    <p:extLst>
      <p:ext uri="{BB962C8B-B14F-4D97-AF65-F5344CB8AC3E}">
        <p14:creationId xmlns:p14="http://schemas.microsoft.com/office/powerpoint/2010/main" val="33104401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4B04BC-F8BA-4A57-BABD-84CDDA86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as Projectile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0DCC48D-4648-4377-8009-168B52DAB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8EED31D8-0D20-46A7-8012-EAF9B2E89F6E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GB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num>
                        <m:den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8EED31D8-0D20-46A7-8012-EAF9B2E89F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937D74-1932-4A02-961C-7CD6445D1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 Brayne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AECFD-3E16-4D02-BB81-6DFCDE04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60372B-7A70-4720-BE76-74D1F89F827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571A7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571A7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0A9234E-0AB4-4D5C-9827-12EF23CDE1AD}"/>
              </a:ext>
            </a:extLst>
          </p:cNvPr>
          <p:cNvGrpSpPr/>
          <p:nvPr/>
        </p:nvGrpSpPr>
        <p:grpSpPr>
          <a:xfrm>
            <a:off x="3572969" y="1143001"/>
            <a:ext cx="7752256" cy="4962524"/>
            <a:chOff x="3572969" y="1143001"/>
            <a:chExt cx="7752256" cy="4962524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E857FA9-195A-41E6-BF7E-45C507D48A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811" y="1143001"/>
              <a:ext cx="0" cy="4962524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D95CEBC-03F2-428E-B3AC-B3356BCC2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811" y="4917764"/>
              <a:ext cx="7338414" cy="2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58D4CE1-F3A3-4CF4-9BA8-B8A983B5A2C5}"/>
                </a:ext>
              </a:extLst>
            </p:cNvPr>
            <p:cNvSpPr txBox="1"/>
            <p:nvPr/>
          </p:nvSpPr>
          <p:spPr>
            <a:xfrm rot="16200000">
              <a:off x="2633688" y="2949055"/>
              <a:ext cx="2247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Z Displacement (m)</a:t>
              </a: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5EF0F2A-D4F1-468A-879D-925AFC3B8172}"/>
              </a:ext>
            </a:extLst>
          </p:cNvPr>
          <p:cNvCxnSpPr>
            <a:cxnSpLocks/>
          </p:cNvCxnSpPr>
          <p:nvPr/>
        </p:nvCxnSpPr>
        <p:spPr>
          <a:xfrm>
            <a:off x="7042884" y="1152606"/>
            <a:ext cx="0" cy="48367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50C6D8C-60F1-4FEE-B7F1-6D58C7262A07}"/>
              </a:ext>
            </a:extLst>
          </p:cNvPr>
          <p:cNvGrpSpPr/>
          <p:nvPr/>
        </p:nvGrpSpPr>
        <p:grpSpPr>
          <a:xfrm>
            <a:off x="7013861" y="1084997"/>
            <a:ext cx="865180" cy="4904323"/>
            <a:chOff x="7013861" y="1084997"/>
            <a:chExt cx="865180" cy="490432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773B596-5DCF-4D87-A308-D283B59909BE}"/>
                </a:ext>
              </a:extLst>
            </p:cNvPr>
            <p:cNvSpPr txBox="1"/>
            <p:nvPr/>
          </p:nvSpPr>
          <p:spPr>
            <a:xfrm>
              <a:off x="7013861" y="1084997"/>
              <a:ext cx="8605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Flight Phase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7B029B3-4BCC-4509-9491-4DD48E151152}"/>
                </a:ext>
              </a:extLst>
            </p:cNvPr>
            <p:cNvCxnSpPr>
              <a:cxnSpLocks/>
            </p:cNvCxnSpPr>
            <p:nvPr/>
          </p:nvCxnSpPr>
          <p:spPr>
            <a:xfrm>
              <a:off x="7879041" y="1143000"/>
              <a:ext cx="0" cy="484632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4FAB5ED-DAB5-4645-9B06-8D9F3298D8D9}"/>
              </a:ext>
            </a:extLst>
          </p:cNvPr>
          <p:cNvSpPr/>
          <p:nvPr/>
        </p:nvSpPr>
        <p:spPr>
          <a:xfrm>
            <a:off x="4000500" y="2381228"/>
            <a:ext cx="7010400" cy="2651543"/>
          </a:xfrm>
          <a:custGeom>
            <a:avLst/>
            <a:gdLst>
              <a:gd name="connsiteX0" fmla="*/ 0 w 7010400"/>
              <a:gd name="connsiteY0" fmla="*/ 2524237 h 2709693"/>
              <a:gd name="connsiteX1" fmla="*/ 1476375 w 7010400"/>
              <a:gd name="connsiteY1" fmla="*/ 2505187 h 2709693"/>
              <a:gd name="connsiteX2" fmla="*/ 1704975 w 7010400"/>
              <a:gd name="connsiteY2" fmla="*/ 2686162 h 2709693"/>
              <a:gd name="connsiteX3" fmla="*/ 1885950 w 7010400"/>
              <a:gd name="connsiteY3" fmla="*/ 2571862 h 2709693"/>
              <a:gd name="connsiteX4" fmla="*/ 2524125 w 7010400"/>
              <a:gd name="connsiteY4" fmla="*/ 2457562 h 2709693"/>
              <a:gd name="connsiteX5" fmla="*/ 3009900 w 7010400"/>
              <a:gd name="connsiteY5" fmla="*/ 2409937 h 2709693"/>
              <a:gd name="connsiteX6" fmla="*/ 3467100 w 7010400"/>
              <a:gd name="connsiteY6" fmla="*/ 112 h 2709693"/>
              <a:gd name="connsiteX7" fmla="*/ 3876675 w 7010400"/>
              <a:gd name="connsiteY7" fmla="*/ 2514712 h 2709693"/>
              <a:gd name="connsiteX8" fmla="*/ 4267200 w 7010400"/>
              <a:gd name="connsiteY8" fmla="*/ 2533762 h 2709693"/>
              <a:gd name="connsiteX9" fmla="*/ 4371975 w 7010400"/>
              <a:gd name="connsiteY9" fmla="*/ 2457562 h 2709693"/>
              <a:gd name="connsiteX10" fmla="*/ 4657725 w 7010400"/>
              <a:gd name="connsiteY10" fmla="*/ 2600437 h 2709693"/>
              <a:gd name="connsiteX11" fmla="*/ 5029200 w 7010400"/>
              <a:gd name="connsiteY11" fmla="*/ 2524237 h 2709693"/>
              <a:gd name="connsiteX12" fmla="*/ 7010400 w 7010400"/>
              <a:gd name="connsiteY12" fmla="*/ 2543287 h 2709693"/>
              <a:gd name="connsiteX0" fmla="*/ 0 w 7010400"/>
              <a:gd name="connsiteY0" fmla="*/ 2524237 h 2709693"/>
              <a:gd name="connsiteX1" fmla="*/ 1476375 w 7010400"/>
              <a:gd name="connsiteY1" fmla="*/ 2505187 h 2709693"/>
              <a:gd name="connsiteX2" fmla="*/ 1704975 w 7010400"/>
              <a:gd name="connsiteY2" fmla="*/ 2686162 h 2709693"/>
              <a:gd name="connsiteX3" fmla="*/ 2009775 w 7010400"/>
              <a:gd name="connsiteY3" fmla="*/ 2524237 h 2709693"/>
              <a:gd name="connsiteX4" fmla="*/ 2524125 w 7010400"/>
              <a:gd name="connsiteY4" fmla="*/ 2457562 h 2709693"/>
              <a:gd name="connsiteX5" fmla="*/ 3009900 w 7010400"/>
              <a:gd name="connsiteY5" fmla="*/ 2409937 h 2709693"/>
              <a:gd name="connsiteX6" fmla="*/ 3467100 w 7010400"/>
              <a:gd name="connsiteY6" fmla="*/ 112 h 2709693"/>
              <a:gd name="connsiteX7" fmla="*/ 3876675 w 7010400"/>
              <a:gd name="connsiteY7" fmla="*/ 2514712 h 2709693"/>
              <a:gd name="connsiteX8" fmla="*/ 4267200 w 7010400"/>
              <a:gd name="connsiteY8" fmla="*/ 2533762 h 2709693"/>
              <a:gd name="connsiteX9" fmla="*/ 4371975 w 7010400"/>
              <a:gd name="connsiteY9" fmla="*/ 2457562 h 2709693"/>
              <a:gd name="connsiteX10" fmla="*/ 4657725 w 7010400"/>
              <a:gd name="connsiteY10" fmla="*/ 2600437 h 2709693"/>
              <a:gd name="connsiteX11" fmla="*/ 5029200 w 7010400"/>
              <a:gd name="connsiteY11" fmla="*/ 2524237 h 2709693"/>
              <a:gd name="connsiteX12" fmla="*/ 7010400 w 7010400"/>
              <a:gd name="connsiteY12" fmla="*/ 2543287 h 2709693"/>
              <a:gd name="connsiteX0" fmla="*/ 0 w 7010400"/>
              <a:gd name="connsiteY0" fmla="*/ 2524237 h 2709693"/>
              <a:gd name="connsiteX1" fmla="*/ 1704975 w 7010400"/>
              <a:gd name="connsiteY1" fmla="*/ 2686162 h 2709693"/>
              <a:gd name="connsiteX2" fmla="*/ 2009775 w 7010400"/>
              <a:gd name="connsiteY2" fmla="*/ 252423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37 h 2709693"/>
              <a:gd name="connsiteX1" fmla="*/ 1704975 w 7010400"/>
              <a:gd name="connsiteY1" fmla="*/ 2619487 h 2709693"/>
              <a:gd name="connsiteX2" fmla="*/ 2009775 w 7010400"/>
              <a:gd name="connsiteY2" fmla="*/ 252423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37 h 2709693"/>
              <a:gd name="connsiteX1" fmla="*/ 1704975 w 7010400"/>
              <a:gd name="connsiteY1" fmla="*/ 2619487 h 2709693"/>
              <a:gd name="connsiteX2" fmla="*/ 2009775 w 7010400"/>
              <a:gd name="connsiteY2" fmla="*/ 252423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37 h 2709693"/>
              <a:gd name="connsiteX1" fmla="*/ 1704975 w 7010400"/>
              <a:gd name="connsiteY1" fmla="*/ 2619487 h 2709693"/>
              <a:gd name="connsiteX2" fmla="*/ 2085975 w 7010400"/>
              <a:gd name="connsiteY2" fmla="*/ 250518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37 h 2709693"/>
              <a:gd name="connsiteX1" fmla="*/ 1704975 w 7010400"/>
              <a:gd name="connsiteY1" fmla="*/ 2619487 h 2709693"/>
              <a:gd name="connsiteX2" fmla="*/ 2085975 w 7010400"/>
              <a:gd name="connsiteY2" fmla="*/ 250518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26 h 2709682"/>
              <a:gd name="connsiteX1" fmla="*/ 1704975 w 7010400"/>
              <a:gd name="connsiteY1" fmla="*/ 2619476 h 2709682"/>
              <a:gd name="connsiteX2" fmla="*/ 2085975 w 7010400"/>
              <a:gd name="connsiteY2" fmla="*/ 2505176 h 2709682"/>
              <a:gd name="connsiteX3" fmla="*/ 2524125 w 7010400"/>
              <a:gd name="connsiteY3" fmla="*/ 2457551 h 2709682"/>
              <a:gd name="connsiteX4" fmla="*/ 3009900 w 7010400"/>
              <a:gd name="connsiteY4" fmla="*/ 2409926 h 2709682"/>
              <a:gd name="connsiteX5" fmla="*/ 3467100 w 7010400"/>
              <a:gd name="connsiteY5" fmla="*/ 101 h 2709682"/>
              <a:gd name="connsiteX6" fmla="*/ 3876675 w 7010400"/>
              <a:gd name="connsiteY6" fmla="*/ 2514701 h 2709682"/>
              <a:gd name="connsiteX7" fmla="*/ 4267200 w 7010400"/>
              <a:gd name="connsiteY7" fmla="*/ 2533751 h 2709682"/>
              <a:gd name="connsiteX8" fmla="*/ 4371975 w 7010400"/>
              <a:gd name="connsiteY8" fmla="*/ 2457551 h 2709682"/>
              <a:gd name="connsiteX9" fmla="*/ 4657725 w 7010400"/>
              <a:gd name="connsiteY9" fmla="*/ 2600426 h 2709682"/>
              <a:gd name="connsiteX10" fmla="*/ 5029200 w 7010400"/>
              <a:gd name="connsiteY10" fmla="*/ 2524226 h 2709682"/>
              <a:gd name="connsiteX11" fmla="*/ 7010400 w 7010400"/>
              <a:gd name="connsiteY11" fmla="*/ 2543276 h 2709682"/>
              <a:gd name="connsiteX0" fmla="*/ 0 w 7010400"/>
              <a:gd name="connsiteY0" fmla="*/ 2524238 h 2709694"/>
              <a:gd name="connsiteX1" fmla="*/ 1704975 w 7010400"/>
              <a:gd name="connsiteY1" fmla="*/ 2619488 h 2709694"/>
              <a:gd name="connsiteX2" fmla="*/ 2085975 w 7010400"/>
              <a:gd name="connsiteY2" fmla="*/ 2505188 h 2709694"/>
              <a:gd name="connsiteX3" fmla="*/ 3009900 w 7010400"/>
              <a:gd name="connsiteY3" fmla="*/ 2409938 h 2709694"/>
              <a:gd name="connsiteX4" fmla="*/ 3467100 w 7010400"/>
              <a:gd name="connsiteY4" fmla="*/ 113 h 2709694"/>
              <a:gd name="connsiteX5" fmla="*/ 3876675 w 7010400"/>
              <a:gd name="connsiteY5" fmla="*/ 2514713 h 2709694"/>
              <a:gd name="connsiteX6" fmla="*/ 4267200 w 7010400"/>
              <a:gd name="connsiteY6" fmla="*/ 2533763 h 2709694"/>
              <a:gd name="connsiteX7" fmla="*/ 4371975 w 7010400"/>
              <a:gd name="connsiteY7" fmla="*/ 2457563 h 2709694"/>
              <a:gd name="connsiteX8" fmla="*/ 4657725 w 7010400"/>
              <a:gd name="connsiteY8" fmla="*/ 2600438 h 2709694"/>
              <a:gd name="connsiteX9" fmla="*/ 5029200 w 7010400"/>
              <a:gd name="connsiteY9" fmla="*/ 2524238 h 2709694"/>
              <a:gd name="connsiteX10" fmla="*/ 7010400 w 7010400"/>
              <a:gd name="connsiteY10" fmla="*/ 2543288 h 2709694"/>
              <a:gd name="connsiteX0" fmla="*/ 0 w 7010400"/>
              <a:gd name="connsiteY0" fmla="*/ 2524222 h 2709678"/>
              <a:gd name="connsiteX1" fmla="*/ 1704975 w 7010400"/>
              <a:gd name="connsiteY1" fmla="*/ 2619472 h 2709678"/>
              <a:gd name="connsiteX2" fmla="*/ 2085975 w 7010400"/>
              <a:gd name="connsiteY2" fmla="*/ 2505172 h 2709678"/>
              <a:gd name="connsiteX3" fmla="*/ 3009900 w 7010400"/>
              <a:gd name="connsiteY3" fmla="*/ 2409922 h 2709678"/>
              <a:gd name="connsiteX4" fmla="*/ 3467100 w 7010400"/>
              <a:gd name="connsiteY4" fmla="*/ 97 h 2709678"/>
              <a:gd name="connsiteX5" fmla="*/ 3876675 w 7010400"/>
              <a:gd name="connsiteY5" fmla="*/ 2514697 h 2709678"/>
              <a:gd name="connsiteX6" fmla="*/ 4267200 w 7010400"/>
              <a:gd name="connsiteY6" fmla="*/ 2533747 h 2709678"/>
              <a:gd name="connsiteX7" fmla="*/ 4371975 w 7010400"/>
              <a:gd name="connsiteY7" fmla="*/ 2457547 h 2709678"/>
              <a:gd name="connsiteX8" fmla="*/ 4657725 w 7010400"/>
              <a:gd name="connsiteY8" fmla="*/ 2600422 h 2709678"/>
              <a:gd name="connsiteX9" fmla="*/ 5029200 w 7010400"/>
              <a:gd name="connsiteY9" fmla="*/ 2524222 h 2709678"/>
              <a:gd name="connsiteX10" fmla="*/ 7010400 w 7010400"/>
              <a:gd name="connsiteY10" fmla="*/ 2543272 h 2709678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4 h 2680276"/>
              <a:gd name="connsiteX1" fmla="*/ 1704975 w 7010400"/>
              <a:gd name="connsiteY1" fmla="*/ 2619474 h 2680276"/>
              <a:gd name="connsiteX2" fmla="*/ 2085975 w 7010400"/>
              <a:gd name="connsiteY2" fmla="*/ 2505174 h 2680276"/>
              <a:gd name="connsiteX3" fmla="*/ 3009900 w 7010400"/>
              <a:gd name="connsiteY3" fmla="*/ 2409924 h 2680276"/>
              <a:gd name="connsiteX4" fmla="*/ 3467100 w 7010400"/>
              <a:gd name="connsiteY4" fmla="*/ 99 h 2680276"/>
              <a:gd name="connsiteX5" fmla="*/ 3876675 w 7010400"/>
              <a:gd name="connsiteY5" fmla="*/ 2514699 h 2680276"/>
              <a:gd name="connsiteX6" fmla="*/ 4371975 w 7010400"/>
              <a:gd name="connsiteY6" fmla="*/ 2457549 h 2680276"/>
              <a:gd name="connsiteX7" fmla="*/ 4657725 w 7010400"/>
              <a:gd name="connsiteY7" fmla="*/ 2600424 h 2680276"/>
              <a:gd name="connsiteX8" fmla="*/ 5029200 w 7010400"/>
              <a:gd name="connsiteY8" fmla="*/ 2524224 h 2680276"/>
              <a:gd name="connsiteX9" fmla="*/ 7010400 w 7010400"/>
              <a:gd name="connsiteY9" fmla="*/ 2543274 h 2680276"/>
              <a:gd name="connsiteX0" fmla="*/ 0 w 7010400"/>
              <a:gd name="connsiteY0" fmla="*/ 2524249 h 2694159"/>
              <a:gd name="connsiteX1" fmla="*/ 1704975 w 7010400"/>
              <a:gd name="connsiteY1" fmla="*/ 2619499 h 2694159"/>
              <a:gd name="connsiteX2" fmla="*/ 2085975 w 7010400"/>
              <a:gd name="connsiteY2" fmla="*/ 2505199 h 2694159"/>
              <a:gd name="connsiteX3" fmla="*/ 3009900 w 7010400"/>
              <a:gd name="connsiteY3" fmla="*/ 2409949 h 2694159"/>
              <a:gd name="connsiteX4" fmla="*/ 3467100 w 7010400"/>
              <a:gd name="connsiteY4" fmla="*/ 124 h 2694159"/>
              <a:gd name="connsiteX5" fmla="*/ 3876675 w 7010400"/>
              <a:gd name="connsiteY5" fmla="*/ 2514724 h 2694159"/>
              <a:gd name="connsiteX6" fmla="*/ 4371975 w 7010400"/>
              <a:gd name="connsiteY6" fmla="*/ 2457574 h 2694159"/>
              <a:gd name="connsiteX7" fmla="*/ 4657725 w 7010400"/>
              <a:gd name="connsiteY7" fmla="*/ 2600449 h 2694159"/>
              <a:gd name="connsiteX8" fmla="*/ 5029200 w 7010400"/>
              <a:gd name="connsiteY8" fmla="*/ 2524249 h 2694159"/>
              <a:gd name="connsiteX9" fmla="*/ 7010400 w 7010400"/>
              <a:gd name="connsiteY9" fmla="*/ 2543299 h 2694159"/>
              <a:gd name="connsiteX0" fmla="*/ 0 w 7010400"/>
              <a:gd name="connsiteY0" fmla="*/ 2526989 h 2683041"/>
              <a:gd name="connsiteX1" fmla="*/ 1704975 w 7010400"/>
              <a:gd name="connsiteY1" fmla="*/ 2622239 h 2683041"/>
              <a:gd name="connsiteX2" fmla="*/ 2085975 w 7010400"/>
              <a:gd name="connsiteY2" fmla="*/ 2507939 h 2683041"/>
              <a:gd name="connsiteX3" fmla="*/ 3105150 w 7010400"/>
              <a:gd name="connsiteY3" fmla="*/ 2050739 h 2683041"/>
              <a:gd name="connsiteX4" fmla="*/ 3467100 w 7010400"/>
              <a:gd name="connsiteY4" fmla="*/ 2864 h 2683041"/>
              <a:gd name="connsiteX5" fmla="*/ 3876675 w 7010400"/>
              <a:gd name="connsiteY5" fmla="*/ 2517464 h 2683041"/>
              <a:gd name="connsiteX6" fmla="*/ 4371975 w 7010400"/>
              <a:gd name="connsiteY6" fmla="*/ 2460314 h 2683041"/>
              <a:gd name="connsiteX7" fmla="*/ 4657725 w 7010400"/>
              <a:gd name="connsiteY7" fmla="*/ 2603189 h 2683041"/>
              <a:gd name="connsiteX8" fmla="*/ 5029200 w 7010400"/>
              <a:gd name="connsiteY8" fmla="*/ 2526989 h 2683041"/>
              <a:gd name="connsiteX9" fmla="*/ 7010400 w 7010400"/>
              <a:gd name="connsiteY9" fmla="*/ 2546039 h 2683041"/>
              <a:gd name="connsiteX0" fmla="*/ 0 w 7010400"/>
              <a:gd name="connsiteY0" fmla="*/ 2527006 h 2683058"/>
              <a:gd name="connsiteX1" fmla="*/ 1704975 w 7010400"/>
              <a:gd name="connsiteY1" fmla="*/ 2622256 h 2683058"/>
              <a:gd name="connsiteX2" fmla="*/ 2085975 w 7010400"/>
              <a:gd name="connsiteY2" fmla="*/ 2507956 h 2683058"/>
              <a:gd name="connsiteX3" fmla="*/ 3105150 w 7010400"/>
              <a:gd name="connsiteY3" fmla="*/ 2050756 h 2683058"/>
              <a:gd name="connsiteX4" fmla="*/ 3467100 w 7010400"/>
              <a:gd name="connsiteY4" fmla="*/ 2881 h 2683058"/>
              <a:gd name="connsiteX5" fmla="*/ 3876675 w 7010400"/>
              <a:gd name="connsiteY5" fmla="*/ 2517481 h 2683058"/>
              <a:gd name="connsiteX6" fmla="*/ 4371975 w 7010400"/>
              <a:gd name="connsiteY6" fmla="*/ 2460331 h 2683058"/>
              <a:gd name="connsiteX7" fmla="*/ 4657725 w 7010400"/>
              <a:gd name="connsiteY7" fmla="*/ 2603206 h 2683058"/>
              <a:gd name="connsiteX8" fmla="*/ 5029200 w 7010400"/>
              <a:gd name="connsiteY8" fmla="*/ 2527006 h 2683058"/>
              <a:gd name="connsiteX9" fmla="*/ 7010400 w 7010400"/>
              <a:gd name="connsiteY9" fmla="*/ 2546056 h 2683058"/>
              <a:gd name="connsiteX0" fmla="*/ 0 w 7010400"/>
              <a:gd name="connsiteY0" fmla="*/ 2527059 h 2683111"/>
              <a:gd name="connsiteX1" fmla="*/ 1704975 w 7010400"/>
              <a:gd name="connsiteY1" fmla="*/ 2622309 h 2683111"/>
              <a:gd name="connsiteX2" fmla="*/ 2085975 w 7010400"/>
              <a:gd name="connsiteY2" fmla="*/ 2508009 h 2683111"/>
              <a:gd name="connsiteX3" fmla="*/ 3105150 w 7010400"/>
              <a:gd name="connsiteY3" fmla="*/ 2050809 h 2683111"/>
              <a:gd name="connsiteX4" fmla="*/ 3467100 w 7010400"/>
              <a:gd name="connsiteY4" fmla="*/ 2934 h 2683111"/>
              <a:gd name="connsiteX5" fmla="*/ 3876675 w 7010400"/>
              <a:gd name="connsiteY5" fmla="*/ 2517534 h 2683111"/>
              <a:gd name="connsiteX6" fmla="*/ 4371975 w 7010400"/>
              <a:gd name="connsiteY6" fmla="*/ 2460384 h 2683111"/>
              <a:gd name="connsiteX7" fmla="*/ 4657725 w 7010400"/>
              <a:gd name="connsiteY7" fmla="*/ 2603259 h 2683111"/>
              <a:gd name="connsiteX8" fmla="*/ 5029200 w 7010400"/>
              <a:gd name="connsiteY8" fmla="*/ 2527059 h 2683111"/>
              <a:gd name="connsiteX9" fmla="*/ 7010400 w 7010400"/>
              <a:gd name="connsiteY9" fmla="*/ 2546109 h 2683111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371975 w 7010400"/>
              <a:gd name="connsiteY6" fmla="*/ 2457472 h 2619476"/>
              <a:gd name="connsiteX7" fmla="*/ 4657725 w 7010400"/>
              <a:gd name="connsiteY7" fmla="*/ 260034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371975 w 7010400"/>
              <a:gd name="connsiteY6" fmla="*/ 2457472 h 2619476"/>
              <a:gd name="connsiteX7" fmla="*/ 4657725 w 7010400"/>
              <a:gd name="connsiteY7" fmla="*/ 260034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371975 w 7010400"/>
              <a:gd name="connsiteY6" fmla="*/ 2457472 h 2619476"/>
              <a:gd name="connsiteX7" fmla="*/ 4657725 w 7010400"/>
              <a:gd name="connsiteY7" fmla="*/ 260034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19549"/>
              <a:gd name="connsiteX1" fmla="*/ 1704975 w 7010400"/>
              <a:gd name="connsiteY1" fmla="*/ 2619397 h 2619549"/>
              <a:gd name="connsiteX2" fmla="*/ 2085975 w 7010400"/>
              <a:gd name="connsiteY2" fmla="*/ 2505097 h 2619549"/>
              <a:gd name="connsiteX3" fmla="*/ 3105150 w 7010400"/>
              <a:gd name="connsiteY3" fmla="*/ 2047897 h 2619549"/>
              <a:gd name="connsiteX4" fmla="*/ 3467100 w 7010400"/>
              <a:gd name="connsiteY4" fmla="*/ 22 h 2619549"/>
              <a:gd name="connsiteX5" fmla="*/ 3743325 w 7010400"/>
              <a:gd name="connsiteY5" fmla="*/ 2085997 h 2619549"/>
              <a:gd name="connsiteX6" fmla="*/ 4371975 w 7010400"/>
              <a:gd name="connsiteY6" fmla="*/ 2457472 h 2619549"/>
              <a:gd name="connsiteX7" fmla="*/ 4657725 w 7010400"/>
              <a:gd name="connsiteY7" fmla="*/ 2600347 h 2619549"/>
              <a:gd name="connsiteX8" fmla="*/ 5029200 w 7010400"/>
              <a:gd name="connsiteY8" fmla="*/ 2524147 h 2619549"/>
              <a:gd name="connsiteX9" fmla="*/ 7010400 w 7010400"/>
              <a:gd name="connsiteY9" fmla="*/ 2543197 h 2619549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371975 w 7010400"/>
              <a:gd name="connsiteY6" fmla="*/ 2457472 h 2619476"/>
              <a:gd name="connsiteX7" fmla="*/ 4657725 w 7010400"/>
              <a:gd name="connsiteY7" fmla="*/ 260034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21425"/>
              <a:gd name="connsiteX1" fmla="*/ 1704975 w 7010400"/>
              <a:gd name="connsiteY1" fmla="*/ 2619397 h 2621425"/>
              <a:gd name="connsiteX2" fmla="*/ 2085975 w 7010400"/>
              <a:gd name="connsiteY2" fmla="*/ 2505097 h 2621425"/>
              <a:gd name="connsiteX3" fmla="*/ 3105150 w 7010400"/>
              <a:gd name="connsiteY3" fmla="*/ 2047897 h 2621425"/>
              <a:gd name="connsiteX4" fmla="*/ 3467100 w 7010400"/>
              <a:gd name="connsiteY4" fmla="*/ 22 h 2621425"/>
              <a:gd name="connsiteX5" fmla="*/ 3743325 w 7010400"/>
              <a:gd name="connsiteY5" fmla="*/ 2085997 h 2621425"/>
              <a:gd name="connsiteX6" fmla="*/ 4371975 w 7010400"/>
              <a:gd name="connsiteY6" fmla="*/ 2457472 h 2621425"/>
              <a:gd name="connsiteX7" fmla="*/ 4657725 w 7010400"/>
              <a:gd name="connsiteY7" fmla="*/ 2600347 h 2621425"/>
              <a:gd name="connsiteX8" fmla="*/ 5029200 w 7010400"/>
              <a:gd name="connsiteY8" fmla="*/ 2524147 h 2621425"/>
              <a:gd name="connsiteX9" fmla="*/ 7010400 w 7010400"/>
              <a:gd name="connsiteY9" fmla="*/ 2543197 h 2621425"/>
              <a:gd name="connsiteX0" fmla="*/ 0 w 7010400"/>
              <a:gd name="connsiteY0" fmla="*/ 2524147 h 2624686"/>
              <a:gd name="connsiteX1" fmla="*/ 1704975 w 7010400"/>
              <a:gd name="connsiteY1" fmla="*/ 2619397 h 2624686"/>
              <a:gd name="connsiteX2" fmla="*/ 2085975 w 7010400"/>
              <a:gd name="connsiteY2" fmla="*/ 2505097 h 2624686"/>
              <a:gd name="connsiteX3" fmla="*/ 3105150 w 7010400"/>
              <a:gd name="connsiteY3" fmla="*/ 2047897 h 2624686"/>
              <a:gd name="connsiteX4" fmla="*/ 3467100 w 7010400"/>
              <a:gd name="connsiteY4" fmla="*/ 22 h 2624686"/>
              <a:gd name="connsiteX5" fmla="*/ 3743325 w 7010400"/>
              <a:gd name="connsiteY5" fmla="*/ 2085997 h 2624686"/>
              <a:gd name="connsiteX6" fmla="*/ 4114800 w 7010400"/>
              <a:gd name="connsiteY6" fmla="*/ 2609872 h 2624686"/>
              <a:gd name="connsiteX7" fmla="*/ 4657725 w 7010400"/>
              <a:gd name="connsiteY7" fmla="*/ 2600347 h 2624686"/>
              <a:gd name="connsiteX8" fmla="*/ 5029200 w 7010400"/>
              <a:gd name="connsiteY8" fmla="*/ 2524147 h 2624686"/>
              <a:gd name="connsiteX9" fmla="*/ 7010400 w 7010400"/>
              <a:gd name="connsiteY9" fmla="*/ 2543197 h 2624686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114800 w 7010400"/>
              <a:gd name="connsiteY6" fmla="*/ 2609872 h 2619476"/>
              <a:gd name="connsiteX7" fmla="*/ 4429125 w 7010400"/>
              <a:gd name="connsiteY7" fmla="*/ 242889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38755"/>
              <a:gd name="connsiteX1" fmla="*/ 1704975 w 7010400"/>
              <a:gd name="connsiteY1" fmla="*/ 2619397 h 2638755"/>
              <a:gd name="connsiteX2" fmla="*/ 2085975 w 7010400"/>
              <a:gd name="connsiteY2" fmla="*/ 2505097 h 2638755"/>
              <a:gd name="connsiteX3" fmla="*/ 3105150 w 7010400"/>
              <a:gd name="connsiteY3" fmla="*/ 2047897 h 2638755"/>
              <a:gd name="connsiteX4" fmla="*/ 3467100 w 7010400"/>
              <a:gd name="connsiteY4" fmla="*/ 22 h 2638755"/>
              <a:gd name="connsiteX5" fmla="*/ 3743325 w 7010400"/>
              <a:gd name="connsiteY5" fmla="*/ 2085997 h 2638755"/>
              <a:gd name="connsiteX6" fmla="*/ 4114800 w 7010400"/>
              <a:gd name="connsiteY6" fmla="*/ 2609872 h 2638755"/>
              <a:gd name="connsiteX7" fmla="*/ 4429125 w 7010400"/>
              <a:gd name="connsiteY7" fmla="*/ 2428897 h 2638755"/>
              <a:gd name="connsiteX8" fmla="*/ 4895850 w 7010400"/>
              <a:gd name="connsiteY8" fmla="*/ 2638447 h 2638755"/>
              <a:gd name="connsiteX9" fmla="*/ 7010400 w 7010400"/>
              <a:gd name="connsiteY9" fmla="*/ 2543197 h 2638755"/>
              <a:gd name="connsiteX0" fmla="*/ 0 w 7010400"/>
              <a:gd name="connsiteY0" fmla="*/ 2524147 h 2638755"/>
              <a:gd name="connsiteX1" fmla="*/ 1704975 w 7010400"/>
              <a:gd name="connsiteY1" fmla="*/ 2619397 h 2638755"/>
              <a:gd name="connsiteX2" fmla="*/ 2085975 w 7010400"/>
              <a:gd name="connsiteY2" fmla="*/ 2505097 h 2638755"/>
              <a:gd name="connsiteX3" fmla="*/ 3105150 w 7010400"/>
              <a:gd name="connsiteY3" fmla="*/ 2047897 h 2638755"/>
              <a:gd name="connsiteX4" fmla="*/ 3467100 w 7010400"/>
              <a:gd name="connsiteY4" fmla="*/ 22 h 2638755"/>
              <a:gd name="connsiteX5" fmla="*/ 3743325 w 7010400"/>
              <a:gd name="connsiteY5" fmla="*/ 2085997 h 2638755"/>
              <a:gd name="connsiteX6" fmla="*/ 4114800 w 7010400"/>
              <a:gd name="connsiteY6" fmla="*/ 2609872 h 2638755"/>
              <a:gd name="connsiteX7" fmla="*/ 4429125 w 7010400"/>
              <a:gd name="connsiteY7" fmla="*/ 2428897 h 2638755"/>
              <a:gd name="connsiteX8" fmla="*/ 4895850 w 7010400"/>
              <a:gd name="connsiteY8" fmla="*/ 2638447 h 2638755"/>
              <a:gd name="connsiteX9" fmla="*/ 7010400 w 7010400"/>
              <a:gd name="connsiteY9" fmla="*/ 2543197 h 2638755"/>
              <a:gd name="connsiteX0" fmla="*/ 0 w 7010400"/>
              <a:gd name="connsiteY0" fmla="*/ 2524147 h 2651543"/>
              <a:gd name="connsiteX1" fmla="*/ 1704975 w 7010400"/>
              <a:gd name="connsiteY1" fmla="*/ 2619397 h 2651543"/>
              <a:gd name="connsiteX2" fmla="*/ 2085975 w 7010400"/>
              <a:gd name="connsiteY2" fmla="*/ 2505097 h 2651543"/>
              <a:gd name="connsiteX3" fmla="*/ 3105150 w 7010400"/>
              <a:gd name="connsiteY3" fmla="*/ 2047897 h 2651543"/>
              <a:gd name="connsiteX4" fmla="*/ 3467100 w 7010400"/>
              <a:gd name="connsiteY4" fmla="*/ 22 h 2651543"/>
              <a:gd name="connsiteX5" fmla="*/ 3743325 w 7010400"/>
              <a:gd name="connsiteY5" fmla="*/ 2085997 h 2651543"/>
              <a:gd name="connsiteX6" fmla="*/ 4114800 w 7010400"/>
              <a:gd name="connsiteY6" fmla="*/ 2609872 h 2651543"/>
              <a:gd name="connsiteX7" fmla="*/ 4429125 w 7010400"/>
              <a:gd name="connsiteY7" fmla="*/ 2428897 h 2651543"/>
              <a:gd name="connsiteX8" fmla="*/ 4895850 w 7010400"/>
              <a:gd name="connsiteY8" fmla="*/ 2638447 h 2651543"/>
              <a:gd name="connsiteX9" fmla="*/ 7010400 w 7010400"/>
              <a:gd name="connsiteY9" fmla="*/ 2543197 h 2651543"/>
              <a:gd name="connsiteX0" fmla="*/ 0 w 7010400"/>
              <a:gd name="connsiteY0" fmla="*/ 2524147 h 2651543"/>
              <a:gd name="connsiteX1" fmla="*/ 1704975 w 7010400"/>
              <a:gd name="connsiteY1" fmla="*/ 2619397 h 2651543"/>
              <a:gd name="connsiteX2" fmla="*/ 2085975 w 7010400"/>
              <a:gd name="connsiteY2" fmla="*/ 2505097 h 2651543"/>
              <a:gd name="connsiteX3" fmla="*/ 3105150 w 7010400"/>
              <a:gd name="connsiteY3" fmla="*/ 2047897 h 2651543"/>
              <a:gd name="connsiteX4" fmla="*/ 3467100 w 7010400"/>
              <a:gd name="connsiteY4" fmla="*/ 22 h 2651543"/>
              <a:gd name="connsiteX5" fmla="*/ 3743325 w 7010400"/>
              <a:gd name="connsiteY5" fmla="*/ 2085997 h 2651543"/>
              <a:gd name="connsiteX6" fmla="*/ 4114800 w 7010400"/>
              <a:gd name="connsiteY6" fmla="*/ 2609872 h 2651543"/>
              <a:gd name="connsiteX7" fmla="*/ 4429125 w 7010400"/>
              <a:gd name="connsiteY7" fmla="*/ 2428897 h 2651543"/>
              <a:gd name="connsiteX8" fmla="*/ 4895850 w 7010400"/>
              <a:gd name="connsiteY8" fmla="*/ 2638447 h 2651543"/>
              <a:gd name="connsiteX9" fmla="*/ 7010400 w 7010400"/>
              <a:gd name="connsiteY9" fmla="*/ 2543197 h 2651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010400" h="2651543">
                <a:moveTo>
                  <a:pt x="0" y="2524147"/>
                </a:moveTo>
                <a:cubicBezTo>
                  <a:pt x="1831578" y="2529306"/>
                  <a:pt x="1357313" y="2622572"/>
                  <a:pt x="1704975" y="2619397"/>
                </a:cubicBezTo>
                <a:cubicBezTo>
                  <a:pt x="2052637" y="2616222"/>
                  <a:pt x="1852613" y="2600347"/>
                  <a:pt x="2085975" y="2505097"/>
                </a:cubicBezTo>
                <a:cubicBezTo>
                  <a:pt x="2319338" y="2409847"/>
                  <a:pt x="2855913" y="2684485"/>
                  <a:pt x="3105150" y="2047897"/>
                </a:cubicBezTo>
                <a:cubicBezTo>
                  <a:pt x="3354387" y="1411309"/>
                  <a:pt x="3284538" y="-6328"/>
                  <a:pt x="3467100" y="22"/>
                </a:cubicBezTo>
                <a:cubicBezTo>
                  <a:pt x="3649662" y="6372"/>
                  <a:pt x="3635375" y="1651022"/>
                  <a:pt x="3743325" y="2085997"/>
                </a:cubicBezTo>
                <a:cubicBezTo>
                  <a:pt x="3851275" y="2520972"/>
                  <a:pt x="4000500" y="2552722"/>
                  <a:pt x="4114800" y="2609872"/>
                </a:cubicBezTo>
                <a:cubicBezTo>
                  <a:pt x="4229100" y="2667022"/>
                  <a:pt x="4298950" y="2424135"/>
                  <a:pt x="4429125" y="2428897"/>
                </a:cubicBezTo>
                <a:cubicBezTo>
                  <a:pt x="4559300" y="2433660"/>
                  <a:pt x="4675188" y="2714647"/>
                  <a:pt x="4895850" y="2638447"/>
                </a:cubicBezTo>
                <a:cubicBezTo>
                  <a:pt x="5211762" y="2524147"/>
                  <a:pt x="5408613" y="2524147"/>
                  <a:pt x="7010400" y="2543197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233719-8024-43B9-A4E8-E95044FD2D32}"/>
              </a:ext>
            </a:extLst>
          </p:cNvPr>
          <p:cNvCxnSpPr>
            <a:cxnSpLocks/>
          </p:cNvCxnSpPr>
          <p:nvPr/>
        </p:nvCxnSpPr>
        <p:spPr>
          <a:xfrm flipV="1">
            <a:off x="7472144" y="2256639"/>
            <a:ext cx="0" cy="3720243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A8E22F7-53F6-4231-A9D0-B21264A75FF2}"/>
              </a:ext>
            </a:extLst>
          </p:cNvPr>
          <p:cNvCxnSpPr>
            <a:cxnSpLocks/>
          </p:cNvCxnSpPr>
          <p:nvPr/>
        </p:nvCxnSpPr>
        <p:spPr>
          <a:xfrm>
            <a:off x="9216583" y="1602344"/>
            <a:ext cx="31432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7DCBE09-0D21-487E-8BCF-DA0BBBFF1BCF}"/>
              </a:ext>
            </a:extLst>
          </p:cNvPr>
          <p:cNvSpPr txBox="1"/>
          <p:nvPr/>
        </p:nvSpPr>
        <p:spPr>
          <a:xfrm>
            <a:off x="9506944" y="1417678"/>
            <a:ext cx="2562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Velocity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E24C0C6-CDC7-4F64-AC41-2F9885BE0443}"/>
              </a:ext>
            </a:extLst>
          </p:cNvPr>
          <p:cNvCxnSpPr>
            <a:cxnSpLocks/>
          </p:cNvCxnSpPr>
          <p:nvPr/>
        </p:nvCxnSpPr>
        <p:spPr>
          <a:xfrm>
            <a:off x="9222339" y="1916897"/>
            <a:ext cx="323850" cy="0"/>
          </a:xfrm>
          <a:prstGeom prst="line">
            <a:avLst/>
          </a:prstGeom>
          <a:ln w="190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1490FF9-7344-48EB-BCB6-82CD6665168D}"/>
              </a:ext>
            </a:extLst>
          </p:cNvPr>
          <p:cNvSpPr txBox="1"/>
          <p:nvPr/>
        </p:nvSpPr>
        <p:spPr>
          <a:xfrm>
            <a:off x="9516469" y="1732231"/>
            <a:ext cx="2562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Displacement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785B7A-767B-403A-BA4D-9B80855943C5}"/>
                  </a:ext>
                </a:extLst>
              </p:cNvPr>
              <p:cNvSpPr txBox="1"/>
              <p:nvPr/>
            </p:nvSpPr>
            <p:spPr>
              <a:xfrm>
                <a:off x="6692331" y="4861829"/>
                <a:ext cx="4264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785B7A-767B-403A-BA4D-9B80855943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2331" y="4861829"/>
                <a:ext cx="42646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7207E74-5670-49BA-ABF6-D07B91623B2D}"/>
                  </a:ext>
                </a:extLst>
              </p:cNvPr>
              <p:cNvSpPr txBox="1"/>
              <p:nvPr/>
            </p:nvSpPr>
            <p:spPr>
              <a:xfrm>
                <a:off x="7843511" y="4880022"/>
                <a:ext cx="420243" cy="391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7207E74-5670-49BA-ABF6-D07B91623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3511" y="4880022"/>
                <a:ext cx="420243" cy="391582"/>
              </a:xfrm>
              <a:prstGeom prst="rect">
                <a:avLst/>
              </a:prstGeom>
              <a:blipFill>
                <a:blip r:embed="rId5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E24D575-E859-4D25-807E-164A4BAEBED4}"/>
                  </a:ext>
                </a:extLst>
              </p:cNvPr>
              <p:cNvSpPr txBox="1"/>
              <p:nvPr/>
            </p:nvSpPr>
            <p:spPr>
              <a:xfrm>
                <a:off x="7134928" y="4882308"/>
                <a:ext cx="4371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E24D575-E859-4D25-807E-164A4BAEB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928" y="4882308"/>
                <a:ext cx="43717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C0A32181-2496-4434-AEAF-BE7266249E14}"/>
              </a:ext>
            </a:extLst>
          </p:cNvPr>
          <p:cNvSpPr txBox="1"/>
          <p:nvPr/>
        </p:nvSpPr>
        <p:spPr>
          <a:xfrm>
            <a:off x="9159716" y="4917764"/>
            <a:ext cx="1272224" cy="58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Time (s)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04AAB7E-20AA-4784-B1B6-C207A30C5E53}"/>
              </a:ext>
            </a:extLst>
          </p:cNvPr>
          <p:cNvCxnSpPr>
            <a:cxnSpLocks/>
          </p:cNvCxnSpPr>
          <p:nvPr/>
        </p:nvCxnSpPr>
        <p:spPr>
          <a:xfrm>
            <a:off x="7269167" y="2162359"/>
            <a:ext cx="188740" cy="21312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679ACDF-A8CD-4C14-9433-604C71C865CC}"/>
                  </a:ext>
                </a:extLst>
              </p:cNvPr>
              <p:cNvSpPr txBox="1"/>
              <p:nvPr/>
            </p:nvSpPr>
            <p:spPr>
              <a:xfrm>
                <a:off x="7075813" y="1787010"/>
                <a:ext cx="3633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h</m:t>
                      </m:r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679ACDF-A8CD-4C14-9433-604C71C86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813" y="1787010"/>
                <a:ext cx="36336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7964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4B04BC-F8BA-4A57-BABD-84CDDA86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as Projectile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0DCC48D-4648-4377-8009-168B52DAB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8EED31D8-0D20-46A7-8012-EAF9B2E89F6E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256032" y="2696546"/>
                <a:ext cx="2834640" cy="3408979"/>
              </a:xfrm>
            </p:spPr>
            <p:txBody>
              <a:bodyPr>
                <a:normAutofit fontScale="92500"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:endParaRPr lang="en-GB" dirty="0">
                  <a:solidFill>
                    <a:schemeClr val="bg1"/>
                  </a:solidFill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b="0" dirty="0">
                  <a:solidFill>
                    <a:schemeClr val="bg1"/>
                  </a:solidFill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=−9.81</m:t>
                      </m:r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8EED31D8-0D20-46A7-8012-EAF9B2E89F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256032" y="2696546"/>
                <a:ext cx="2834640" cy="3408979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937D74-1932-4A02-961C-7CD6445D1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 Brayne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AECFD-3E16-4D02-BB81-6DFCDE04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60372B-7A70-4720-BE76-74D1F89F827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571A7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571A7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0A9234E-0AB4-4D5C-9827-12EF23CDE1AD}"/>
              </a:ext>
            </a:extLst>
          </p:cNvPr>
          <p:cNvGrpSpPr/>
          <p:nvPr/>
        </p:nvGrpSpPr>
        <p:grpSpPr>
          <a:xfrm>
            <a:off x="3572969" y="1143001"/>
            <a:ext cx="8106701" cy="4972129"/>
            <a:chOff x="3572969" y="1143001"/>
            <a:chExt cx="8106701" cy="4972129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E857FA9-195A-41E6-BF7E-45C507D48A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811" y="1143001"/>
              <a:ext cx="0" cy="4962524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D95CEBC-03F2-428E-B3AC-B3356BCC2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811" y="4917764"/>
              <a:ext cx="7338414" cy="2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58D4CE1-F3A3-4CF4-9BA8-B8A983B5A2C5}"/>
                </a:ext>
              </a:extLst>
            </p:cNvPr>
            <p:cNvSpPr txBox="1"/>
            <p:nvPr/>
          </p:nvSpPr>
          <p:spPr>
            <a:xfrm rot="16200000">
              <a:off x="2633688" y="2949055"/>
              <a:ext cx="2247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Z Velocity (ms</a:t>
              </a:r>
              <a:r>
                <a:rPr kumimoji="0" lang="en-GB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-1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)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B7F5EA1-E6AF-4295-BE7E-BC6A281A03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0987" y="1152606"/>
              <a:ext cx="0" cy="4962524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6DEF105-15A7-4F08-8A33-C0749EC80421}"/>
                </a:ext>
              </a:extLst>
            </p:cNvPr>
            <p:cNvSpPr txBox="1"/>
            <p:nvPr/>
          </p:nvSpPr>
          <p:spPr>
            <a:xfrm rot="16200000">
              <a:off x="10371057" y="2879517"/>
              <a:ext cx="2247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Z Displacement (m)</a:t>
              </a: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B46C927-B28A-428C-B06D-77093F1B4701}"/>
              </a:ext>
            </a:extLst>
          </p:cNvPr>
          <p:cNvSpPr/>
          <p:nvPr/>
        </p:nvSpPr>
        <p:spPr>
          <a:xfrm>
            <a:off x="4000500" y="3573980"/>
            <a:ext cx="7038975" cy="2402841"/>
          </a:xfrm>
          <a:custGeom>
            <a:avLst/>
            <a:gdLst>
              <a:gd name="connsiteX0" fmla="*/ 0 w 7038975"/>
              <a:gd name="connsiteY0" fmla="*/ 1554580 h 2608575"/>
              <a:gd name="connsiteX1" fmla="*/ 1552575 w 7038975"/>
              <a:gd name="connsiteY1" fmla="*/ 1506955 h 2608575"/>
              <a:gd name="connsiteX2" fmla="*/ 1781175 w 7038975"/>
              <a:gd name="connsiteY2" fmla="*/ 1630780 h 2608575"/>
              <a:gd name="connsiteX3" fmla="*/ 2809875 w 7038975"/>
              <a:gd name="connsiteY3" fmla="*/ 11530 h 2608575"/>
              <a:gd name="connsiteX4" fmla="*/ 3867150 w 7038975"/>
              <a:gd name="connsiteY4" fmla="*/ 2583280 h 2608575"/>
              <a:gd name="connsiteX5" fmla="*/ 4429125 w 7038975"/>
              <a:gd name="connsiteY5" fmla="*/ 1345030 h 2608575"/>
              <a:gd name="connsiteX6" fmla="*/ 4714875 w 7038975"/>
              <a:gd name="connsiteY6" fmla="*/ 1687930 h 2608575"/>
              <a:gd name="connsiteX7" fmla="*/ 5057775 w 7038975"/>
              <a:gd name="connsiteY7" fmla="*/ 1545055 h 2608575"/>
              <a:gd name="connsiteX8" fmla="*/ 7038975 w 7038975"/>
              <a:gd name="connsiteY8" fmla="*/ 1554580 h 2608575"/>
              <a:gd name="connsiteX0" fmla="*/ 0 w 7038975"/>
              <a:gd name="connsiteY0" fmla="*/ 1554580 h 2608575"/>
              <a:gd name="connsiteX1" fmla="*/ 1247775 w 7038975"/>
              <a:gd name="connsiteY1" fmla="*/ 1506955 h 2608575"/>
              <a:gd name="connsiteX2" fmla="*/ 1781175 w 7038975"/>
              <a:gd name="connsiteY2" fmla="*/ 1630780 h 2608575"/>
              <a:gd name="connsiteX3" fmla="*/ 2809875 w 7038975"/>
              <a:gd name="connsiteY3" fmla="*/ 11530 h 2608575"/>
              <a:gd name="connsiteX4" fmla="*/ 3867150 w 7038975"/>
              <a:gd name="connsiteY4" fmla="*/ 2583280 h 2608575"/>
              <a:gd name="connsiteX5" fmla="*/ 4429125 w 7038975"/>
              <a:gd name="connsiteY5" fmla="*/ 1345030 h 2608575"/>
              <a:gd name="connsiteX6" fmla="*/ 4714875 w 7038975"/>
              <a:gd name="connsiteY6" fmla="*/ 1687930 h 2608575"/>
              <a:gd name="connsiteX7" fmla="*/ 5057775 w 7038975"/>
              <a:gd name="connsiteY7" fmla="*/ 1545055 h 2608575"/>
              <a:gd name="connsiteX8" fmla="*/ 7038975 w 7038975"/>
              <a:gd name="connsiteY8" fmla="*/ 1554580 h 2608575"/>
              <a:gd name="connsiteX0" fmla="*/ 0 w 7038975"/>
              <a:gd name="connsiteY0" fmla="*/ 1554646 h 2608641"/>
              <a:gd name="connsiteX1" fmla="*/ 1247775 w 7038975"/>
              <a:gd name="connsiteY1" fmla="*/ 1564171 h 2608641"/>
              <a:gd name="connsiteX2" fmla="*/ 1781175 w 7038975"/>
              <a:gd name="connsiteY2" fmla="*/ 1630846 h 2608641"/>
              <a:gd name="connsiteX3" fmla="*/ 2809875 w 7038975"/>
              <a:gd name="connsiteY3" fmla="*/ 11596 h 2608641"/>
              <a:gd name="connsiteX4" fmla="*/ 3867150 w 7038975"/>
              <a:gd name="connsiteY4" fmla="*/ 2583346 h 2608641"/>
              <a:gd name="connsiteX5" fmla="*/ 4429125 w 7038975"/>
              <a:gd name="connsiteY5" fmla="*/ 1345096 h 2608641"/>
              <a:gd name="connsiteX6" fmla="*/ 4714875 w 7038975"/>
              <a:gd name="connsiteY6" fmla="*/ 1687996 h 2608641"/>
              <a:gd name="connsiteX7" fmla="*/ 5057775 w 7038975"/>
              <a:gd name="connsiteY7" fmla="*/ 1545121 h 2608641"/>
              <a:gd name="connsiteX8" fmla="*/ 7038975 w 7038975"/>
              <a:gd name="connsiteY8" fmla="*/ 1554646 h 2608641"/>
              <a:gd name="connsiteX0" fmla="*/ 0 w 7038975"/>
              <a:gd name="connsiteY0" fmla="*/ 1544082 h 2598077"/>
              <a:gd name="connsiteX1" fmla="*/ 1247775 w 7038975"/>
              <a:gd name="connsiteY1" fmla="*/ 1553607 h 2598077"/>
              <a:gd name="connsiteX2" fmla="*/ 1781175 w 7038975"/>
              <a:gd name="connsiteY2" fmla="*/ 1620282 h 2598077"/>
              <a:gd name="connsiteX3" fmla="*/ 2809875 w 7038975"/>
              <a:gd name="connsiteY3" fmla="*/ 1032 h 2598077"/>
              <a:gd name="connsiteX4" fmla="*/ 3867150 w 7038975"/>
              <a:gd name="connsiteY4" fmla="*/ 2572782 h 2598077"/>
              <a:gd name="connsiteX5" fmla="*/ 4429125 w 7038975"/>
              <a:gd name="connsiteY5" fmla="*/ 1334532 h 2598077"/>
              <a:gd name="connsiteX6" fmla="*/ 4714875 w 7038975"/>
              <a:gd name="connsiteY6" fmla="*/ 1677432 h 2598077"/>
              <a:gd name="connsiteX7" fmla="*/ 5057775 w 7038975"/>
              <a:gd name="connsiteY7" fmla="*/ 1534557 h 2598077"/>
              <a:gd name="connsiteX8" fmla="*/ 7038975 w 7038975"/>
              <a:gd name="connsiteY8" fmla="*/ 1544082 h 2598077"/>
              <a:gd name="connsiteX0" fmla="*/ 0 w 7038975"/>
              <a:gd name="connsiteY0" fmla="*/ 1543395 h 2597390"/>
              <a:gd name="connsiteX1" fmla="*/ 1247775 w 7038975"/>
              <a:gd name="connsiteY1" fmla="*/ 1552920 h 2597390"/>
              <a:gd name="connsiteX2" fmla="*/ 1781175 w 7038975"/>
              <a:gd name="connsiteY2" fmla="*/ 1619595 h 2597390"/>
              <a:gd name="connsiteX3" fmla="*/ 2809875 w 7038975"/>
              <a:gd name="connsiteY3" fmla="*/ 345 h 2597390"/>
              <a:gd name="connsiteX4" fmla="*/ 3867150 w 7038975"/>
              <a:gd name="connsiteY4" fmla="*/ 2572095 h 2597390"/>
              <a:gd name="connsiteX5" fmla="*/ 4429125 w 7038975"/>
              <a:gd name="connsiteY5" fmla="*/ 1333845 h 2597390"/>
              <a:gd name="connsiteX6" fmla="*/ 4714875 w 7038975"/>
              <a:gd name="connsiteY6" fmla="*/ 1676745 h 2597390"/>
              <a:gd name="connsiteX7" fmla="*/ 5057775 w 7038975"/>
              <a:gd name="connsiteY7" fmla="*/ 1533870 h 2597390"/>
              <a:gd name="connsiteX8" fmla="*/ 7038975 w 7038975"/>
              <a:gd name="connsiteY8" fmla="*/ 1543395 h 2597390"/>
              <a:gd name="connsiteX0" fmla="*/ 0 w 7038975"/>
              <a:gd name="connsiteY0" fmla="*/ 1577527 h 2631522"/>
              <a:gd name="connsiteX1" fmla="*/ 1247775 w 7038975"/>
              <a:gd name="connsiteY1" fmla="*/ 1587052 h 2631522"/>
              <a:gd name="connsiteX2" fmla="*/ 1781175 w 7038975"/>
              <a:gd name="connsiteY2" fmla="*/ 1653727 h 2631522"/>
              <a:gd name="connsiteX3" fmla="*/ 2809875 w 7038975"/>
              <a:gd name="connsiteY3" fmla="*/ 34477 h 2631522"/>
              <a:gd name="connsiteX4" fmla="*/ 3867150 w 7038975"/>
              <a:gd name="connsiteY4" fmla="*/ 2606227 h 2631522"/>
              <a:gd name="connsiteX5" fmla="*/ 4429125 w 7038975"/>
              <a:gd name="connsiteY5" fmla="*/ 1367977 h 2631522"/>
              <a:gd name="connsiteX6" fmla="*/ 4714875 w 7038975"/>
              <a:gd name="connsiteY6" fmla="*/ 1710877 h 2631522"/>
              <a:gd name="connsiteX7" fmla="*/ 5057775 w 7038975"/>
              <a:gd name="connsiteY7" fmla="*/ 1568002 h 2631522"/>
              <a:gd name="connsiteX8" fmla="*/ 7038975 w 7038975"/>
              <a:gd name="connsiteY8" fmla="*/ 1577527 h 2631522"/>
              <a:gd name="connsiteX0" fmla="*/ 0 w 7038975"/>
              <a:gd name="connsiteY0" fmla="*/ 1577527 h 2688602"/>
              <a:gd name="connsiteX1" fmla="*/ 1247775 w 7038975"/>
              <a:gd name="connsiteY1" fmla="*/ 1587052 h 2688602"/>
              <a:gd name="connsiteX2" fmla="*/ 1781175 w 7038975"/>
              <a:gd name="connsiteY2" fmla="*/ 1653727 h 2688602"/>
              <a:gd name="connsiteX3" fmla="*/ 2809875 w 7038975"/>
              <a:gd name="connsiteY3" fmla="*/ 34477 h 2688602"/>
              <a:gd name="connsiteX4" fmla="*/ 3867150 w 7038975"/>
              <a:gd name="connsiteY4" fmla="*/ 2606227 h 2688602"/>
              <a:gd name="connsiteX5" fmla="*/ 4429125 w 7038975"/>
              <a:gd name="connsiteY5" fmla="*/ 1367977 h 2688602"/>
              <a:gd name="connsiteX6" fmla="*/ 4714875 w 7038975"/>
              <a:gd name="connsiteY6" fmla="*/ 1710877 h 2688602"/>
              <a:gd name="connsiteX7" fmla="*/ 5057775 w 7038975"/>
              <a:gd name="connsiteY7" fmla="*/ 1568002 h 2688602"/>
              <a:gd name="connsiteX8" fmla="*/ 7038975 w 7038975"/>
              <a:gd name="connsiteY8" fmla="*/ 1577527 h 2688602"/>
              <a:gd name="connsiteX0" fmla="*/ 0 w 7038975"/>
              <a:gd name="connsiteY0" fmla="*/ 1577527 h 2704186"/>
              <a:gd name="connsiteX1" fmla="*/ 1247775 w 7038975"/>
              <a:gd name="connsiteY1" fmla="*/ 1587052 h 2704186"/>
              <a:gd name="connsiteX2" fmla="*/ 1781175 w 7038975"/>
              <a:gd name="connsiteY2" fmla="*/ 1653727 h 2704186"/>
              <a:gd name="connsiteX3" fmla="*/ 2809875 w 7038975"/>
              <a:gd name="connsiteY3" fmla="*/ 34477 h 2704186"/>
              <a:gd name="connsiteX4" fmla="*/ 3867150 w 7038975"/>
              <a:gd name="connsiteY4" fmla="*/ 2606227 h 2704186"/>
              <a:gd name="connsiteX5" fmla="*/ 4429125 w 7038975"/>
              <a:gd name="connsiteY5" fmla="*/ 1367977 h 2704186"/>
              <a:gd name="connsiteX6" fmla="*/ 4714875 w 7038975"/>
              <a:gd name="connsiteY6" fmla="*/ 1710877 h 2704186"/>
              <a:gd name="connsiteX7" fmla="*/ 5057775 w 7038975"/>
              <a:gd name="connsiteY7" fmla="*/ 1568002 h 2704186"/>
              <a:gd name="connsiteX8" fmla="*/ 7038975 w 7038975"/>
              <a:gd name="connsiteY8" fmla="*/ 1577527 h 2704186"/>
              <a:gd name="connsiteX0" fmla="*/ 0 w 7038975"/>
              <a:gd name="connsiteY0" fmla="*/ 1577527 h 2650569"/>
              <a:gd name="connsiteX1" fmla="*/ 1247775 w 7038975"/>
              <a:gd name="connsiteY1" fmla="*/ 1587052 h 2650569"/>
              <a:gd name="connsiteX2" fmla="*/ 1781175 w 7038975"/>
              <a:gd name="connsiteY2" fmla="*/ 1653727 h 2650569"/>
              <a:gd name="connsiteX3" fmla="*/ 2809875 w 7038975"/>
              <a:gd name="connsiteY3" fmla="*/ 34477 h 2650569"/>
              <a:gd name="connsiteX4" fmla="*/ 3867150 w 7038975"/>
              <a:gd name="connsiteY4" fmla="*/ 2606227 h 2650569"/>
              <a:gd name="connsiteX5" fmla="*/ 4324350 w 7038975"/>
              <a:gd name="connsiteY5" fmla="*/ 1529902 h 2650569"/>
              <a:gd name="connsiteX6" fmla="*/ 4714875 w 7038975"/>
              <a:gd name="connsiteY6" fmla="*/ 1710877 h 2650569"/>
              <a:gd name="connsiteX7" fmla="*/ 5057775 w 7038975"/>
              <a:gd name="connsiteY7" fmla="*/ 1568002 h 2650569"/>
              <a:gd name="connsiteX8" fmla="*/ 7038975 w 7038975"/>
              <a:gd name="connsiteY8" fmla="*/ 1577527 h 2650569"/>
              <a:gd name="connsiteX0" fmla="*/ 0 w 7038975"/>
              <a:gd name="connsiteY0" fmla="*/ 1577527 h 2704802"/>
              <a:gd name="connsiteX1" fmla="*/ 1247775 w 7038975"/>
              <a:gd name="connsiteY1" fmla="*/ 1587052 h 2704802"/>
              <a:gd name="connsiteX2" fmla="*/ 1781175 w 7038975"/>
              <a:gd name="connsiteY2" fmla="*/ 1653727 h 2704802"/>
              <a:gd name="connsiteX3" fmla="*/ 2809875 w 7038975"/>
              <a:gd name="connsiteY3" fmla="*/ 34477 h 2704802"/>
              <a:gd name="connsiteX4" fmla="*/ 3867150 w 7038975"/>
              <a:gd name="connsiteY4" fmla="*/ 2606227 h 2704802"/>
              <a:gd name="connsiteX5" fmla="*/ 4324350 w 7038975"/>
              <a:gd name="connsiteY5" fmla="*/ 1529902 h 2704802"/>
              <a:gd name="connsiteX6" fmla="*/ 4714875 w 7038975"/>
              <a:gd name="connsiteY6" fmla="*/ 1710877 h 2704802"/>
              <a:gd name="connsiteX7" fmla="*/ 5057775 w 7038975"/>
              <a:gd name="connsiteY7" fmla="*/ 1568002 h 2704802"/>
              <a:gd name="connsiteX8" fmla="*/ 7038975 w 7038975"/>
              <a:gd name="connsiteY8" fmla="*/ 1577527 h 2704802"/>
              <a:gd name="connsiteX0" fmla="*/ 0 w 7038975"/>
              <a:gd name="connsiteY0" fmla="*/ 1577527 h 2651418"/>
              <a:gd name="connsiteX1" fmla="*/ 1247775 w 7038975"/>
              <a:gd name="connsiteY1" fmla="*/ 1587052 h 2651418"/>
              <a:gd name="connsiteX2" fmla="*/ 1781175 w 7038975"/>
              <a:gd name="connsiteY2" fmla="*/ 1653727 h 2651418"/>
              <a:gd name="connsiteX3" fmla="*/ 2809875 w 7038975"/>
              <a:gd name="connsiteY3" fmla="*/ 34477 h 2651418"/>
              <a:gd name="connsiteX4" fmla="*/ 3867150 w 7038975"/>
              <a:gd name="connsiteY4" fmla="*/ 2606227 h 2651418"/>
              <a:gd name="connsiteX5" fmla="*/ 4371975 w 7038975"/>
              <a:gd name="connsiteY5" fmla="*/ 1539427 h 2651418"/>
              <a:gd name="connsiteX6" fmla="*/ 4714875 w 7038975"/>
              <a:gd name="connsiteY6" fmla="*/ 1710877 h 2651418"/>
              <a:gd name="connsiteX7" fmla="*/ 5057775 w 7038975"/>
              <a:gd name="connsiteY7" fmla="*/ 1568002 h 2651418"/>
              <a:gd name="connsiteX8" fmla="*/ 7038975 w 7038975"/>
              <a:gd name="connsiteY8" fmla="*/ 1577527 h 2651418"/>
              <a:gd name="connsiteX0" fmla="*/ 0 w 7038975"/>
              <a:gd name="connsiteY0" fmla="*/ 1577527 h 2715976"/>
              <a:gd name="connsiteX1" fmla="*/ 1247775 w 7038975"/>
              <a:gd name="connsiteY1" fmla="*/ 1587052 h 2715976"/>
              <a:gd name="connsiteX2" fmla="*/ 1781175 w 7038975"/>
              <a:gd name="connsiteY2" fmla="*/ 1653727 h 2715976"/>
              <a:gd name="connsiteX3" fmla="*/ 2809875 w 7038975"/>
              <a:gd name="connsiteY3" fmla="*/ 34477 h 2715976"/>
              <a:gd name="connsiteX4" fmla="*/ 3867150 w 7038975"/>
              <a:gd name="connsiteY4" fmla="*/ 2606227 h 2715976"/>
              <a:gd name="connsiteX5" fmla="*/ 4371975 w 7038975"/>
              <a:gd name="connsiteY5" fmla="*/ 1539427 h 2715976"/>
              <a:gd name="connsiteX6" fmla="*/ 4714875 w 7038975"/>
              <a:gd name="connsiteY6" fmla="*/ 1710877 h 2715976"/>
              <a:gd name="connsiteX7" fmla="*/ 5057775 w 7038975"/>
              <a:gd name="connsiteY7" fmla="*/ 1568002 h 2715976"/>
              <a:gd name="connsiteX8" fmla="*/ 7038975 w 7038975"/>
              <a:gd name="connsiteY8" fmla="*/ 1577527 h 2715976"/>
              <a:gd name="connsiteX0" fmla="*/ 0 w 7038975"/>
              <a:gd name="connsiteY0" fmla="*/ 1577527 h 2715976"/>
              <a:gd name="connsiteX1" fmla="*/ 1247775 w 7038975"/>
              <a:gd name="connsiteY1" fmla="*/ 1587052 h 2715976"/>
              <a:gd name="connsiteX2" fmla="*/ 1781175 w 7038975"/>
              <a:gd name="connsiteY2" fmla="*/ 1653727 h 2715976"/>
              <a:gd name="connsiteX3" fmla="*/ 2809875 w 7038975"/>
              <a:gd name="connsiteY3" fmla="*/ 34477 h 2715976"/>
              <a:gd name="connsiteX4" fmla="*/ 3867150 w 7038975"/>
              <a:gd name="connsiteY4" fmla="*/ 2606227 h 2715976"/>
              <a:gd name="connsiteX5" fmla="*/ 4371975 w 7038975"/>
              <a:gd name="connsiteY5" fmla="*/ 1539427 h 2715976"/>
              <a:gd name="connsiteX6" fmla="*/ 4714875 w 7038975"/>
              <a:gd name="connsiteY6" fmla="*/ 1710877 h 2715976"/>
              <a:gd name="connsiteX7" fmla="*/ 5057775 w 7038975"/>
              <a:gd name="connsiteY7" fmla="*/ 1568002 h 2715976"/>
              <a:gd name="connsiteX8" fmla="*/ 7038975 w 7038975"/>
              <a:gd name="connsiteY8" fmla="*/ 1577527 h 2715976"/>
              <a:gd name="connsiteX0" fmla="*/ 0 w 7038975"/>
              <a:gd name="connsiteY0" fmla="*/ 1577527 h 2651418"/>
              <a:gd name="connsiteX1" fmla="*/ 1247775 w 7038975"/>
              <a:gd name="connsiteY1" fmla="*/ 1587052 h 2651418"/>
              <a:gd name="connsiteX2" fmla="*/ 1781175 w 7038975"/>
              <a:gd name="connsiteY2" fmla="*/ 1653727 h 2651418"/>
              <a:gd name="connsiteX3" fmla="*/ 3044766 w 7038975"/>
              <a:gd name="connsiteY3" fmla="*/ 34477 h 2651418"/>
              <a:gd name="connsiteX4" fmla="*/ 3867150 w 7038975"/>
              <a:gd name="connsiteY4" fmla="*/ 2606227 h 2651418"/>
              <a:gd name="connsiteX5" fmla="*/ 4371975 w 7038975"/>
              <a:gd name="connsiteY5" fmla="*/ 1539427 h 2651418"/>
              <a:gd name="connsiteX6" fmla="*/ 4714875 w 7038975"/>
              <a:gd name="connsiteY6" fmla="*/ 1710877 h 2651418"/>
              <a:gd name="connsiteX7" fmla="*/ 5057775 w 7038975"/>
              <a:gd name="connsiteY7" fmla="*/ 1568002 h 2651418"/>
              <a:gd name="connsiteX8" fmla="*/ 7038975 w 7038975"/>
              <a:gd name="connsiteY8" fmla="*/ 1577527 h 2651418"/>
              <a:gd name="connsiteX0" fmla="*/ 0 w 7038975"/>
              <a:gd name="connsiteY0" fmla="*/ 1577527 h 2693375"/>
              <a:gd name="connsiteX1" fmla="*/ 1247775 w 7038975"/>
              <a:gd name="connsiteY1" fmla="*/ 1587052 h 2693375"/>
              <a:gd name="connsiteX2" fmla="*/ 1781175 w 7038975"/>
              <a:gd name="connsiteY2" fmla="*/ 1653727 h 2693375"/>
              <a:gd name="connsiteX3" fmla="*/ 3044766 w 7038975"/>
              <a:gd name="connsiteY3" fmla="*/ 34477 h 2693375"/>
              <a:gd name="connsiteX4" fmla="*/ 3867150 w 7038975"/>
              <a:gd name="connsiteY4" fmla="*/ 2606227 h 2693375"/>
              <a:gd name="connsiteX5" fmla="*/ 4371975 w 7038975"/>
              <a:gd name="connsiteY5" fmla="*/ 1539427 h 2693375"/>
              <a:gd name="connsiteX6" fmla="*/ 4714875 w 7038975"/>
              <a:gd name="connsiteY6" fmla="*/ 1710877 h 2693375"/>
              <a:gd name="connsiteX7" fmla="*/ 5057775 w 7038975"/>
              <a:gd name="connsiteY7" fmla="*/ 1568002 h 2693375"/>
              <a:gd name="connsiteX8" fmla="*/ 7038975 w 7038975"/>
              <a:gd name="connsiteY8" fmla="*/ 1577527 h 2693375"/>
              <a:gd name="connsiteX0" fmla="*/ 0 w 7038975"/>
              <a:gd name="connsiteY0" fmla="*/ 1581020 h 2696868"/>
              <a:gd name="connsiteX1" fmla="*/ 1247775 w 7038975"/>
              <a:gd name="connsiteY1" fmla="*/ 1590545 h 2696868"/>
              <a:gd name="connsiteX2" fmla="*/ 1781175 w 7038975"/>
              <a:gd name="connsiteY2" fmla="*/ 1657220 h 2696868"/>
              <a:gd name="connsiteX3" fmla="*/ 3044766 w 7038975"/>
              <a:gd name="connsiteY3" fmla="*/ 37970 h 2696868"/>
              <a:gd name="connsiteX4" fmla="*/ 3867150 w 7038975"/>
              <a:gd name="connsiteY4" fmla="*/ 2609720 h 2696868"/>
              <a:gd name="connsiteX5" fmla="*/ 4371975 w 7038975"/>
              <a:gd name="connsiteY5" fmla="*/ 1542920 h 2696868"/>
              <a:gd name="connsiteX6" fmla="*/ 4714875 w 7038975"/>
              <a:gd name="connsiteY6" fmla="*/ 1714370 h 2696868"/>
              <a:gd name="connsiteX7" fmla="*/ 5057775 w 7038975"/>
              <a:gd name="connsiteY7" fmla="*/ 1571495 h 2696868"/>
              <a:gd name="connsiteX8" fmla="*/ 7038975 w 7038975"/>
              <a:gd name="connsiteY8" fmla="*/ 1581020 h 2696868"/>
              <a:gd name="connsiteX0" fmla="*/ 0 w 7038975"/>
              <a:gd name="connsiteY0" fmla="*/ 1554647 h 2654211"/>
              <a:gd name="connsiteX1" fmla="*/ 1247775 w 7038975"/>
              <a:gd name="connsiteY1" fmla="*/ 1564172 h 2654211"/>
              <a:gd name="connsiteX2" fmla="*/ 1781175 w 7038975"/>
              <a:gd name="connsiteY2" fmla="*/ 1630847 h 2654211"/>
              <a:gd name="connsiteX3" fmla="*/ 3044766 w 7038975"/>
              <a:gd name="connsiteY3" fmla="*/ 11597 h 2654211"/>
              <a:gd name="connsiteX4" fmla="*/ 3892317 w 7038975"/>
              <a:gd name="connsiteY4" fmla="*/ 2583347 h 2654211"/>
              <a:gd name="connsiteX5" fmla="*/ 4371975 w 7038975"/>
              <a:gd name="connsiteY5" fmla="*/ 1516547 h 2654211"/>
              <a:gd name="connsiteX6" fmla="*/ 4714875 w 7038975"/>
              <a:gd name="connsiteY6" fmla="*/ 1687997 h 2654211"/>
              <a:gd name="connsiteX7" fmla="*/ 5057775 w 7038975"/>
              <a:gd name="connsiteY7" fmla="*/ 1545122 h 2654211"/>
              <a:gd name="connsiteX8" fmla="*/ 7038975 w 7038975"/>
              <a:gd name="connsiteY8" fmla="*/ 1554647 h 2654211"/>
              <a:gd name="connsiteX0" fmla="*/ 0 w 7038975"/>
              <a:gd name="connsiteY0" fmla="*/ 1554647 h 2701472"/>
              <a:gd name="connsiteX1" fmla="*/ 1247775 w 7038975"/>
              <a:gd name="connsiteY1" fmla="*/ 1564172 h 2701472"/>
              <a:gd name="connsiteX2" fmla="*/ 1781175 w 7038975"/>
              <a:gd name="connsiteY2" fmla="*/ 1630847 h 2701472"/>
              <a:gd name="connsiteX3" fmla="*/ 3044766 w 7038975"/>
              <a:gd name="connsiteY3" fmla="*/ 11597 h 2701472"/>
              <a:gd name="connsiteX4" fmla="*/ 3892317 w 7038975"/>
              <a:gd name="connsiteY4" fmla="*/ 2583347 h 2701472"/>
              <a:gd name="connsiteX5" fmla="*/ 4371975 w 7038975"/>
              <a:gd name="connsiteY5" fmla="*/ 1516547 h 2701472"/>
              <a:gd name="connsiteX6" fmla="*/ 4714875 w 7038975"/>
              <a:gd name="connsiteY6" fmla="*/ 1687997 h 2701472"/>
              <a:gd name="connsiteX7" fmla="*/ 5057775 w 7038975"/>
              <a:gd name="connsiteY7" fmla="*/ 1545122 h 2701472"/>
              <a:gd name="connsiteX8" fmla="*/ 7038975 w 7038975"/>
              <a:gd name="connsiteY8" fmla="*/ 1554647 h 2701472"/>
              <a:gd name="connsiteX0" fmla="*/ 0 w 7038975"/>
              <a:gd name="connsiteY0" fmla="*/ 1572688 h 2719513"/>
              <a:gd name="connsiteX1" fmla="*/ 1247775 w 7038975"/>
              <a:gd name="connsiteY1" fmla="*/ 1582213 h 2719513"/>
              <a:gd name="connsiteX2" fmla="*/ 1781175 w 7038975"/>
              <a:gd name="connsiteY2" fmla="*/ 1648888 h 2719513"/>
              <a:gd name="connsiteX3" fmla="*/ 3044766 w 7038975"/>
              <a:gd name="connsiteY3" fmla="*/ 29638 h 2719513"/>
              <a:gd name="connsiteX4" fmla="*/ 3892317 w 7038975"/>
              <a:gd name="connsiteY4" fmla="*/ 2601388 h 2719513"/>
              <a:gd name="connsiteX5" fmla="*/ 4371975 w 7038975"/>
              <a:gd name="connsiteY5" fmla="*/ 1534588 h 2719513"/>
              <a:gd name="connsiteX6" fmla="*/ 4714875 w 7038975"/>
              <a:gd name="connsiteY6" fmla="*/ 1706038 h 2719513"/>
              <a:gd name="connsiteX7" fmla="*/ 5057775 w 7038975"/>
              <a:gd name="connsiteY7" fmla="*/ 1563163 h 2719513"/>
              <a:gd name="connsiteX8" fmla="*/ 7038975 w 7038975"/>
              <a:gd name="connsiteY8" fmla="*/ 1572688 h 2719513"/>
              <a:gd name="connsiteX0" fmla="*/ 0 w 7038975"/>
              <a:gd name="connsiteY0" fmla="*/ 1571539 h 2718364"/>
              <a:gd name="connsiteX1" fmla="*/ 1247775 w 7038975"/>
              <a:gd name="connsiteY1" fmla="*/ 1581064 h 2718364"/>
              <a:gd name="connsiteX2" fmla="*/ 1781175 w 7038975"/>
              <a:gd name="connsiteY2" fmla="*/ 1647739 h 2718364"/>
              <a:gd name="connsiteX3" fmla="*/ 3044766 w 7038975"/>
              <a:gd name="connsiteY3" fmla="*/ 28489 h 2718364"/>
              <a:gd name="connsiteX4" fmla="*/ 3892317 w 7038975"/>
              <a:gd name="connsiteY4" fmla="*/ 2600239 h 2718364"/>
              <a:gd name="connsiteX5" fmla="*/ 4371975 w 7038975"/>
              <a:gd name="connsiteY5" fmla="*/ 1533439 h 2718364"/>
              <a:gd name="connsiteX6" fmla="*/ 4714875 w 7038975"/>
              <a:gd name="connsiteY6" fmla="*/ 1704889 h 2718364"/>
              <a:gd name="connsiteX7" fmla="*/ 5057775 w 7038975"/>
              <a:gd name="connsiteY7" fmla="*/ 1562014 h 2718364"/>
              <a:gd name="connsiteX8" fmla="*/ 7038975 w 7038975"/>
              <a:gd name="connsiteY8" fmla="*/ 1571539 h 2718364"/>
              <a:gd name="connsiteX0" fmla="*/ 0 w 7038975"/>
              <a:gd name="connsiteY0" fmla="*/ 1588754 h 2735579"/>
              <a:gd name="connsiteX1" fmla="*/ 1247775 w 7038975"/>
              <a:gd name="connsiteY1" fmla="*/ 1598279 h 2735579"/>
              <a:gd name="connsiteX2" fmla="*/ 1781175 w 7038975"/>
              <a:gd name="connsiteY2" fmla="*/ 1664954 h 2735579"/>
              <a:gd name="connsiteX3" fmla="*/ 3044766 w 7038975"/>
              <a:gd name="connsiteY3" fmla="*/ 45704 h 2735579"/>
              <a:gd name="connsiteX4" fmla="*/ 3892317 w 7038975"/>
              <a:gd name="connsiteY4" fmla="*/ 2617454 h 2735579"/>
              <a:gd name="connsiteX5" fmla="*/ 4371975 w 7038975"/>
              <a:gd name="connsiteY5" fmla="*/ 1550654 h 2735579"/>
              <a:gd name="connsiteX6" fmla="*/ 4714875 w 7038975"/>
              <a:gd name="connsiteY6" fmla="*/ 1722104 h 2735579"/>
              <a:gd name="connsiteX7" fmla="*/ 5057775 w 7038975"/>
              <a:gd name="connsiteY7" fmla="*/ 1579229 h 2735579"/>
              <a:gd name="connsiteX8" fmla="*/ 7038975 w 7038975"/>
              <a:gd name="connsiteY8" fmla="*/ 1588754 h 2735579"/>
              <a:gd name="connsiteX0" fmla="*/ 0 w 7038975"/>
              <a:gd name="connsiteY0" fmla="*/ 1588754 h 2703395"/>
              <a:gd name="connsiteX1" fmla="*/ 1247775 w 7038975"/>
              <a:gd name="connsiteY1" fmla="*/ 1598279 h 2703395"/>
              <a:gd name="connsiteX2" fmla="*/ 1781175 w 7038975"/>
              <a:gd name="connsiteY2" fmla="*/ 1664954 h 2703395"/>
              <a:gd name="connsiteX3" fmla="*/ 3044766 w 7038975"/>
              <a:gd name="connsiteY3" fmla="*/ 45704 h 2703395"/>
              <a:gd name="connsiteX4" fmla="*/ 3892317 w 7038975"/>
              <a:gd name="connsiteY4" fmla="*/ 2617454 h 2703395"/>
              <a:gd name="connsiteX5" fmla="*/ 4371975 w 7038975"/>
              <a:gd name="connsiteY5" fmla="*/ 1550654 h 2703395"/>
              <a:gd name="connsiteX6" fmla="*/ 4714875 w 7038975"/>
              <a:gd name="connsiteY6" fmla="*/ 1722104 h 2703395"/>
              <a:gd name="connsiteX7" fmla="*/ 5057775 w 7038975"/>
              <a:gd name="connsiteY7" fmla="*/ 1579229 h 2703395"/>
              <a:gd name="connsiteX8" fmla="*/ 7038975 w 7038975"/>
              <a:gd name="connsiteY8" fmla="*/ 1588754 h 2703395"/>
              <a:gd name="connsiteX0" fmla="*/ 0 w 7038975"/>
              <a:gd name="connsiteY0" fmla="*/ 1588754 h 2700607"/>
              <a:gd name="connsiteX1" fmla="*/ 1247775 w 7038975"/>
              <a:gd name="connsiteY1" fmla="*/ 1598279 h 2700607"/>
              <a:gd name="connsiteX2" fmla="*/ 1781175 w 7038975"/>
              <a:gd name="connsiteY2" fmla="*/ 1664954 h 2700607"/>
              <a:gd name="connsiteX3" fmla="*/ 3044766 w 7038975"/>
              <a:gd name="connsiteY3" fmla="*/ 45704 h 2700607"/>
              <a:gd name="connsiteX4" fmla="*/ 3892317 w 7038975"/>
              <a:gd name="connsiteY4" fmla="*/ 2617454 h 2700607"/>
              <a:gd name="connsiteX5" fmla="*/ 4371975 w 7038975"/>
              <a:gd name="connsiteY5" fmla="*/ 1550654 h 2700607"/>
              <a:gd name="connsiteX6" fmla="*/ 4714875 w 7038975"/>
              <a:gd name="connsiteY6" fmla="*/ 1722104 h 2700607"/>
              <a:gd name="connsiteX7" fmla="*/ 5057775 w 7038975"/>
              <a:gd name="connsiteY7" fmla="*/ 1579229 h 2700607"/>
              <a:gd name="connsiteX8" fmla="*/ 7038975 w 7038975"/>
              <a:gd name="connsiteY8" fmla="*/ 1588754 h 2700607"/>
              <a:gd name="connsiteX0" fmla="*/ 0 w 7038975"/>
              <a:gd name="connsiteY0" fmla="*/ 1554143 h 2668784"/>
              <a:gd name="connsiteX1" fmla="*/ 1247775 w 7038975"/>
              <a:gd name="connsiteY1" fmla="*/ 1563668 h 2668784"/>
              <a:gd name="connsiteX2" fmla="*/ 1781175 w 7038975"/>
              <a:gd name="connsiteY2" fmla="*/ 1630343 h 2668784"/>
              <a:gd name="connsiteX3" fmla="*/ 3044766 w 7038975"/>
              <a:gd name="connsiteY3" fmla="*/ 11093 h 2668784"/>
              <a:gd name="connsiteX4" fmla="*/ 3892317 w 7038975"/>
              <a:gd name="connsiteY4" fmla="*/ 2582843 h 2668784"/>
              <a:gd name="connsiteX5" fmla="*/ 4371975 w 7038975"/>
              <a:gd name="connsiteY5" fmla="*/ 1516043 h 2668784"/>
              <a:gd name="connsiteX6" fmla="*/ 4714875 w 7038975"/>
              <a:gd name="connsiteY6" fmla="*/ 1687493 h 2668784"/>
              <a:gd name="connsiteX7" fmla="*/ 5057775 w 7038975"/>
              <a:gd name="connsiteY7" fmla="*/ 1544618 h 2668784"/>
              <a:gd name="connsiteX8" fmla="*/ 7038975 w 7038975"/>
              <a:gd name="connsiteY8" fmla="*/ 1554143 h 2668784"/>
              <a:gd name="connsiteX0" fmla="*/ 0 w 7038975"/>
              <a:gd name="connsiteY0" fmla="*/ 1554143 h 2637179"/>
              <a:gd name="connsiteX1" fmla="*/ 1247775 w 7038975"/>
              <a:gd name="connsiteY1" fmla="*/ 1563668 h 2637179"/>
              <a:gd name="connsiteX2" fmla="*/ 1781175 w 7038975"/>
              <a:gd name="connsiteY2" fmla="*/ 1630343 h 2637179"/>
              <a:gd name="connsiteX3" fmla="*/ 3044766 w 7038975"/>
              <a:gd name="connsiteY3" fmla="*/ 11093 h 2637179"/>
              <a:gd name="connsiteX4" fmla="*/ 3892317 w 7038975"/>
              <a:gd name="connsiteY4" fmla="*/ 2582843 h 2637179"/>
              <a:gd name="connsiteX5" fmla="*/ 4371975 w 7038975"/>
              <a:gd name="connsiteY5" fmla="*/ 1516043 h 2637179"/>
              <a:gd name="connsiteX6" fmla="*/ 4714875 w 7038975"/>
              <a:gd name="connsiteY6" fmla="*/ 1687493 h 2637179"/>
              <a:gd name="connsiteX7" fmla="*/ 5057775 w 7038975"/>
              <a:gd name="connsiteY7" fmla="*/ 1544618 h 2637179"/>
              <a:gd name="connsiteX8" fmla="*/ 7038975 w 7038975"/>
              <a:gd name="connsiteY8" fmla="*/ 1554143 h 2637179"/>
              <a:gd name="connsiteX0" fmla="*/ 0 w 7038975"/>
              <a:gd name="connsiteY0" fmla="*/ 1725107 h 2808143"/>
              <a:gd name="connsiteX1" fmla="*/ 1247775 w 7038975"/>
              <a:gd name="connsiteY1" fmla="*/ 1734632 h 2808143"/>
              <a:gd name="connsiteX2" fmla="*/ 1781175 w 7038975"/>
              <a:gd name="connsiteY2" fmla="*/ 1801307 h 2808143"/>
              <a:gd name="connsiteX3" fmla="*/ 3044766 w 7038975"/>
              <a:gd name="connsiteY3" fmla="*/ 182057 h 2808143"/>
              <a:gd name="connsiteX4" fmla="*/ 3892317 w 7038975"/>
              <a:gd name="connsiteY4" fmla="*/ 2753807 h 2808143"/>
              <a:gd name="connsiteX5" fmla="*/ 4371975 w 7038975"/>
              <a:gd name="connsiteY5" fmla="*/ 1687007 h 2808143"/>
              <a:gd name="connsiteX6" fmla="*/ 4714875 w 7038975"/>
              <a:gd name="connsiteY6" fmla="*/ 1858457 h 2808143"/>
              <a:gd name="connsiteX7" fmla="*/ 5057775 w 7038975"/>
              <a:gd name="connsiteY7" fmla="*/ 1715582 h 2808143"/>
              <a:gd name="connsiteX8" fmla="*/ 7038975 w 7038975"/>
              <a:gd name="connsiteY8" fmla="*/ 1725107 h 2808143"/>
              <a:gd name="connsiteX0" fmla="*/ 0 w 7038975"/>
              <a:gd name="connsiteY0" fmla="*/ 1438664 h 2491059"/>
              <a:gd name="connsiteX1" fmla="*/ 1247775 w 7038975"/>
              <a:gd name="connsiteY1" fmla="*/ 1448189 h 2491059"/>
              <a:gd name="connsiteX2" fmla="*/ 1781175 w 7038975"/>
              <a:gd name="connsiteY2" fmla="*/ 1514864 h 2491059"/>
              <a:gd name="connsiteX3" fmla="*/ 3103489 w 7038975"/>
              <a:gd name="connsiteY3" fmla="*/ 206007 h 2491059"/>
              <a:gd name="connsiteX4" fmla="*/ 3892317 w 7038975"/>
              <a:gd name="connsiteY4" fmla="*/ 2467364 h 2491059"/>
              <a:gd name="connsiteX5" fmla="*/ 4371975 w 7038975"/>
              <a:gd name="connsiteY5" fmla="*/ 1400564 h 2491059"/>
              <a:gd name="connsiteX6" fmla="*/ 4714875 w 7038975"/>
              <a:gd name="connsiteY6" fmla="*/ 1572014 h 2491059"/>
              <a:gd name="connsiteX7" fmla="*/ 5057775 w 7038975"/>
              <a:gd name="connsiteY7" fmla="*/ 1429139 h 2491059"/>
              <a:gd name="connsiteX8" fmla="*/ 7038975 w 7038975"/>
              <a:gd name="connsiteY8" fmla="*/ 1438664 h 2491059"/>
              <a:gd name="connsiteX0" fmla="*/ 0 w 7038975"/>
              <a:gd name="connsiteY0" fmla="*/ 1350446 h 2402841"/>
              <a:gd name="connsiteX1" fmla="*/ 1247775 w 7038975"/>
              <a:gd name="connsiteY1" fmla="*/ 1359971 h 2402841"/>
              <a:gd name="connsiteX2" fmla="*/ 1781175 w 7038975"/>
              <a:gd name="connsiteY2" fmla="*/ 1426646 h 2402841"/>
              <a:gd name="connsiteX3" fmla="*/ 3103489 w 7038975"/>
              <a:gd name="connsiteY3" fmla="*/ 117789 h 2402841"/>
              <a:gd name="connsiteX4" fmla="*/ 3892317 w 7038975"/>
              <a:gd name="connsiteY4" fmla="*/ 2379146 h 2402841"/>
              <a:gd name="connsiteX5" fmla="*/ 4371975 w 7038975"/>
              <a:gd name="connsiteY5" fmla="*/ 1312346 h 2402841"/>
              <a:gd name="connsiteX6" fmla="*/ 4714875 w 7038975"/>
              <a:gd name="connsiteY6" fmla="*/ 1483796 h 2402841"/>
              <a:gd name="connsiteX7" fmla="*/ 5057775 w 7038975"/>
              <a:gd name="connsiteY7" fmla="*/ 1340921 h 2402841"/>
              <a:gd name="connsiteX8" fmla="*/ 7038975 w 7038975"/>
              <a:gd name="connsiteY8" fmla="*/ 1350446 h 2402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038975" h="2402841">
                <a:moveTo>
                  <a:pt x="0" y="1350446"/>
                </a:moveTo>
                <a:cubicBezTo>
                  <a:pt x="627856" y="1320283"/>
                  <a:pt x="950913" y="1347271"/>
                  <a:pt x="1247775" y="1359971"/>
                </a:cubicBezTo>
                <a:cubicBezTo>
                  <a:pt x="1544637" y="1372671"/>
                  <a:pt x="1471889" y="1633676"/>
                  <a:pt x="1781175" y="1426646"/>
                </a:cubicBezTo>
                <a:cubicBezTo>
                  <a:pt x="2090461" y="1219616"/>
                  <a:pt x="2911023" y="-452021"/>
                  <a:pt x="3103489" y="117789"/>
                </a:cubicBezTo>
                <a:cubicBezTo>
                  <a:pt x="3295955" y="687599"/>
                  <a:pt x="3680903" y="2180053"/>
                  <a:pt x="3892317" y="2379146"/>
                </a:cubicBezTo>
                <a:cubicBezTo>
                  <a:pt x="4103731" y="2578239"/>
                  <a:pt x="4234882" y="1461571"/>
                  <a:pt x="4371975" y="1312346"/>
                </a:cubicBezTo>
                <a:cubicBezTo>
                  <a:pt x="4509068" y="1163121"/>
                  <a:pt x="4600575" y="1479033"/>
                  <a:pt x="4714875" y="1483796"/>
                </a:cubicBezTo>
                <a:cubicBezTo>
                  <a:pt x="4829175" y="1488559"/>
                  <a:pt x="4860925" y="1363146"/>
                  <a:pt x="5057775" y="1340921"/>
                </a:cubicBezTo>
                <a:cubicBezTo>
                  <a:pt x="5445125" y="1318696"/>
                  <a:pt x="6859588" y="1299646"/>
                  <a:pt x="7038975" y="1350446"/>
                </a:cubicBezTo>
              </a:path>
            </a:pathLst>
          </a:cu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5EF0F2A-D4F1-468A-879D-925AFC3B8172}"/>
              </a:ext>
            </a:extLst>
          </p:cNvPr>
          <p:cNvCxnSpPr>
            <a:cxnSpLocks/>
          </p:cNvCxnSpPr>
          <p:nvPr/>
        </p:nvCxnSpPr>
        <p:spPr>
          <a:xfrm>
            <a:off x="7042884" y="1152606"/>
            <a:ext cx="0" cy="48367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50C6D8C-60F1-4FEE-B7F1-6D58C7262A07}"/>
              </a:ext>
            </a:extLst>
          </p:cNvPr>
          <p:cNvGrpSpPr/>
          <p:nvPr/>
        </p:nvGrpSpPr>
        <p:grpSpPr>
          <a:xfrm>
            <a:off x="7013861" y="1084997"/>
            <a:ext cx="865180" cy="4904323"/>
            <a:chOff x="7013861" y="1084997"/>
            <a:chExt cx="865180" cy="490432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773B596-5DCF-4D87-A308-D283B59909BE}"/>
                </a:ext>
              </a:extLst>
            </p:cNvPr>
            <p:cNvSpPr txBox="1"/>
            <p:nvPr/>
          </p:nvSpPr>
          <p:spPr>
            <a:xfrm>
              <a:off x="7013861" y="1084997"/>
              <a:ext cx="8605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Flight Phase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7B029B3-4BCC-4509-9491-4DD48E151152}"/>
                </a:ext>
              </a:extLst>
            </p:cNvPr>
            <p:cNvCxnSpPr>
              <a:cxnSpLocks/>
            </p:cNvCxnSpPr>
            <p:nvPr/>
          </p:nvCxnSpPr>
          <p:spPr>
            <a:xfrm>
              <a:off x="7879041" y="1143000"/>
              <a:ext cx="0" cy="484632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8183078-A12F-462D-91EF-A363ED151CF9}"/>
                  </a:ext>
                </a:extLst>
              </p:cNvPr>
              <p:cNvSpPr txBox="1"/>
              <p:nvPr/>
            </p:nvSpPr>
            <p:spPr>
              <a:xfrm>
                <a:off x="7373461" y="4565622"/>
                <a:ext cx="4719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8183078-A12F-462D-91EF-A363ED151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3461" y="4565622"/>
                <a:ext cx="47198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4FAB5ED-DAB5-4645-9B06-8D9F3298D8D9}"/>
              </a:ext>
            </a:extLst>
          </p:cNvPr>
          <p:cNvSpPr/>
          <p:nvPr/>
        </p:nvSpPr>
        <p:spPr>
          <a:xfrm>
            <a:off x="4000500" y="2381228"/>
            <a:ext cx="7010400" cy="2651543"/>
          </a:xfrm>
          <a:custGeom>
            <a:avLst/>
            <a:gdLst>
              <a:gd name="connsiteX0" fmla="*/ 0 w 7010400"/>
              <a:gd name="connsiteY0" fmla="*/ 2524237 h 2709693"/>
              <a:gd name="connsiteX1" fmla="*/ 1476375 w 7010400"/>
              <a:gd name="connsiteY1" fmla="*/ 2505187 h 2709693"/>
              <a:gd name="connsiteX2" fmla="*/ 1704975 w 7010400"/>
              <a:gd name="connsiteY2" fmla="*/ 2686162 h 2709693"/>
              <a:gd name="connsiteX3" fmla="*/ 1885950 w 7010400"/>
              <a:gd name="connsiteY3" fmla="*/ 2571862 h 2709693"/>
              <a:gd name="connsiteX4" fmla="*/ 2524125 w 7010400"/>
              <a:gd name="connsiteY4" fmla="*/ 2457562 h 2709693"/>
              <a:gd name="connsiteX5" fmla="*/ 3009900 w 7010400"/>
              <a:gd name="connsiteY5" fmla="*/ 2409937 h 2709693"/>
              <a:gd name="connsiteX6" fmla="*/ 3467100 w 7010400"/>
              <a:gd name="connsiteY6" fmla="*/ 112 h 2709693"/>
              <a:gd name="connsiteX7" fmla="*/ 3876675 w 7010400"/>
              <a:gd name="connsiteY7" fmla="*/ 2514712 h 2709693"/>
              <a:gd name="connsiteX8" fmla="*/ 4267200 w 7010400"/>
              <a:gd name="connsiteY8" fmla="*/ 2533762 h 2709693"/>
              <a:gd name="connsiteX9" fmla="*/ 4371975 w 7010400"/>
              <a:gd name="connsiteY9" fmla="*/ 2457562 h 2709693"/>
              <a:gd name="connsiteX10" fmla="*/ 4657725 w 7010400"/>
              <a:gd name="connsiteY10" fmla="*/ 2600437 h 2709693"/>
              <a:gd name="connsiteX11" fmla="*/ 5029200 w 7010400"/>
              <a:gd name="connsiteY11" fmla="*/ 2524237 h 2709693"/>
              <a:gd name="connsiteX12" fmla="*/ 7010400 w 7010400"/>
              <a:gd name="connsiteY12" fmla="*/ 2543287 h 2709693"/>
              <a:gd name="connsiteX0" fmla="*/ 0 w 7010400"/>
              <a:gd name="connsiteY0" fmla="*/ 2524237 h 2709693"/>
              <a:gd name="connsiteX1" fmla="*/ 1476375 w 7010400"/>
              <a:gd name="connsiteY1" fmla="*/ 2505187 h 2709693"/>
              <a:gd name="connsiteX2" fmla="*/ 1704975 w 7010400"/>
              <a:gd name="connsiteY2" fmla="*/ 2686162 h 2709693"/>
              <a:gd name="connsiteX3" fmla="*/ 2009775 w 7010400"/>
              <a:gd name="connsiteY3" fmla="*/ 2524237 h 2709693"/>
              <a:gd name="connsiteX4" fmla="*/ 2524125 w 7010400"/>
              <a:gd name="connsiteY4" fmla="*/ 2457562 h 2709693"/>
              <a:gd name="connsiteX5" fmla="*/ 3009900 w 7010400"/>
              <a:gd name="connsiteY5" fmla="*/ 2409937 h 2709693"/>
              <a:gd name="connsiteX6" fmla="*/ 3467100 w 7010400"/>
              <a:gd name="connsiteY6" fmla="*/ 112 h 2709693"/>
              <a:gd name="connsiteX7" fmla="*/ 3876675 w 7010400"/>
              <a:gd name="connsiteY7" fmla="*/ 2514712 h 2709693"/>
              <a:gd name="connsiteX8" fmla="*/ 4267200 w 7010400"/>
              <a:gd name="connsiteY8" fmla="*/ 2533762 h 2709693"/>
              <a:gd name="connsiteX9" fmla="*/ 4371975 w 7010400"/>
              <a:gd name="connsiteY9" fmla="*/ 2457562 h 2709693"/>
              <a:gd name="connsiteX10" fmla="*/ 4657725 w 7010400"/>
              <a:gd name="connsiteY10" fmla="*/ 2600437 h 2709693"/>
              <a:gd name="connsiteX11" fmla="*/ 5029200 w 7010400"/>
              <a:gd name="connsiteY11" fmla="*/ 2524237 h 2709693"/>
              <a:gd name="connsiteX12" fmla="*/ 7010400 w 7010400"/>
              <a:gd name="connsiteY12" fmla="*/ 2543287 h 2709693"/>
              <a:gd name="connsiteX0" fmla="*/ 0 w 7010400"/>
              <a:gd name="connsiteY0" fmla="*/ 2524237 h 2709693"/>
              <a:gd name="connsiteX1" fmla="*/ 1704975 w 7010400"/>
              <a:gd name="connsiteY1" fmla="*/ 2686162 h 2709693"/>
              <a:gd name="connsiteX2" fmla="*/ 2009775 w 7010400"/>
              <a:gd name="connsiteY2" fmla="*/ 252423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37 h 2709693"/>
              <a:gd name="connsiteX1" fmla="*/ 1704975 w 7010400"/>
              <a:gd name="connsiteY1" fmla="*/ 2619487 h 2709693"/>
              <a:gd name="connsiteX2" fmla="*/ 2009775 w 7010400"/>
              <a:gd name="connsiteY2" fmla="*/ 252423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37 h 2709693"/>
              <a:gd name="connsiteX1" fmla="*/ 1704975 w 7010400"/>
              <a:gd name="connsiteY1" fmla="*/ 2619487 h 2709693"/>
              <a:gd name="connsiteX2" fmla="*/ 2009775 w 7010400"/>
              <a:gd name="connsiteY2" fmla="*/ 252423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37 h 2709693"/>
              <a:gd name="connsiteX1" fmla="*/ 1704975 w 7010400"/>
              <a:gd name="connsiteY1" fmla="*/ 2619487 h 2709693"/>
              <a:gd name="connsiteX2" fmla="*/ 2085975 w 7010400"/>
              <a:gd name="connsiteY2" fmla="*/ 250518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37 h 2709693"/>
              <a:gd name="connsiteX1" fmla="*/ 1704975 w 7010400"/>
              <a:gd name="connsiteY1" fmla="*/ 2619487 h 2709693"/>
              <a:gd name="connsiteX2" fmla="*/ 2085975 w 7010400"/>
              <a:gd name="connsiteY2" fmla="*/ 250518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26 h 2709682"/>
              <a:gd name="connsiteX1" fmla="*/ 1704975 w 7010400"/>
              <a:gd name="connsiteY1" fmla="*/ 2619476 h 2709682"/>
              <a:gd name="connsiteX2" fmla="*/ 2085975 w 7010400"/>
              <a:gd name="connsiteY2" fmla="*/ 2505176 h 2709682"/>
              <a:gd name="connsiteX3" fmla="*/ 2524125 w 7010400"/>
              <a:gd name="connsiteY3" fmla="*/ 2457551 h 2709682"/>
              <a:gd name="connsiteX4" fmla="*/ 3009900 w 7010400"/>
              <a:gd name="connsiteY4" fmla="*/ 2409926 h 2709682"/>
              <a:gd name="connsiteX5" fmla="*/ 3467100 w 7010400"/>
              <a:gd name="connsiteY5" fmla="*/ 101 h 2709682"/>
              <a:gd name="connsiteX6" fmla="*/ 3876675 w 7010400"/>
              <a:gd name="connsiteY6" fmla="*/ 2514701 h 2709682"/>
              <a:gd name="connsiteX7" fmla="*/ 4267200 w 7010400"/>
              <a:gd name="connsiteY7" fmla="*/ 2533751 h 2709682"/>
              <a:gd name="connsiteX8" fmla="*/ 4371975 w 7010400"/>
              <a:gd name="connsiteY8" fmla="*/ 2457551 h 2709682"/>
              <a:gd name="connsiteX9" fmla="*/ 4657725 w 7010400"/>
              <a:gd name="connsiteY9" fmla="*/ 2600426 h 2709682"/>
              <a:gd name="connsiteX10" fmla="*/ 5029200 w 7010400"/>
              <a:gd name="connsiteY10" fmla="*/ 2524226 h 2709682"/>
              <a:gd name="connsiteX11" fmla="*/ 7010400 w 7010400"/>
              <a:gd name="connsiteY11" fmla="*/ 2543276 h 2709682"/>
              <a:gd name="connsiteX0" fmla="*/ 0 w 7010400"/>
              <a:gd name="connsiteY0" fmla="*/ 2524238 h 2709694"/>
              <a:gd name="connsiteX1" fmla="*/ 1704975 w 7010400"/>
              <a:gd name="connsiteY1" fmla="*/ 2619488 h 2709694"/>
              <a:gd name="connsiteX2" fmla="*/ 2085975 w 7010400"/>
              <a:gd name="connsiteY2" fmla="*/ 2505188 h 2709694"/>
              <a:gd name="connsiteX3" fmla="*/ 3009900 w 7010400"/>
              <a:gd name="connsiteY3" fmla="*/ 2409938 h 2709694"/>
              <a:gd name="connsiteX4" fmla="*/ 3467100 w 7010400"/>
              <a:gd name="connsiteY4" fmla="*/ 113 h 2709694"/>
              <a:gd name="connsiteX5" fmla="*/ 3876675 w 7010400"/>
              <a:gd name="connsiteY5" fmla="*/ 2514713 h 2709694"/>
              <a:gd name="connsiteX6" fmla="*/ 4267200 w 7010400"/>
              <a:gd name="connsiteY6" fmla="*/ 2533763 h 2709694"/>
              <a:gd name="connsiteX7" fmla="*/ 4371975 w 7010400"/>
              <a:gd name="connsiteY7" fmla="*/ 2457563 h 2709694"/>
              <a:gd name="connsiteX8" fmla="*/ 4657725 w 7010400"/>
              <a:gd name="connsiteY8" fmla="*/ 2600438 h 2709694"/>
              <a:gd name="connsiteX9" fmla="*/ 5029200 w 7010400"/>
              <a:gd name="connsiteY9" fmla="*/ 2524238 h 2709694"/>
              <a:gd name="connsiteX10" fmla="*/ 7010400 w 7010400"/>
              <a:gd name="connsiteY10" fmla="*/ 2543288 h 2709694"/>
              <a:gd name="connsiteX0" fmla="*/ 0 w 7010400"/>
              <a:gd name="connsiteY0" fmla="*/ 2524222 h 2709678"/>
              <a:gd name="connsiteX1" fmla="*/ 1704975 w 7010400"/>
              <a:gd name="connsiteY1" fmla="*/ 2619472 h 2709678"/>
              <a:gd name="connsiteX2" fmla="*/ 2085975 w 7010400"/>
              <a:gd name="connsiteY2" fmla="*/ 2505172 h 2709678"/>
              <a:gd name="connsiteX3" fmla="*/ 3009900 w 7010400"/>
              <a:gd name="connsiteY3" fmla="*/ 2409922 h 2709678"/>
              <a:gd name="connsiteX4" fmla="*/ 3467100 w 7010400"/>
              <a:gd name="connsiteY4" fmla="*/ 97 h 2709678"/>
              <a:gd name="connsiteX5" fmla="*/ 3876675 w 7010400"/>
              <a:gd name="connsiteY5" fmla="*/ 2514697 h 2709678"/>
              <a:gd name="connsiteX6" fmla="*/ 4267200 w 7010400"/>
              <a:gd name="connsiteY6" fmla="*/ 2533747 h 2709678"/>
              <a:gd name="connsiteX7" fmla="*/ 4371975 w 7010400"/>
              <a:gd name="connsiteY7" fmla="*/ 2457547 h 2709678"/>
              <a:gd name="connsiteX8" fmla="*/ 4657725 w 7010400"/>
              <a:gd name="connsiteY8" fmla="*/ 2600422 h 2709678"/>
              <a:gd name="connsiteX9" fmla="*/ 5029200 w 7010400"/>
              <a:gd name="connsiteY9" fmla="*/ 2524222 h 2709678"/>
              <a:gd name="connsiteX10" fmla="*/ 7010400 w 7010400"/>
              <a:gd name="connsiteY10" fmla="*/ 2543272 h 2709678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4 h 2680276"/>
              <a:gd name="connsiteX1" fmla="*/ 1704975 w 7010400"/>
              <a:gd name="connsiteY1" fmla="*/ 2619474 h 2680276"/>
              <a:gd name="connsiteX2" fmla="*/ 2085975 w 7010400"/>
              <a:gd name="connsiteY2" fmla="*/ 2505174 h 2680276"/>
              <a:gd name="connsiteX3" fmla="*/ 3009900 w 7010400"/>
              <a:gd name="connsiteY3" fmla="*/ 2409924 h 2680276"/>
              <a:gd name="connsiteX4" fmla="*/ 3467100 w 7010400"/>
              <a:gd name="connsiteY4" fmla="*/ 99 h 2680276"/>
              <a:gd name="connsiteX5" fmla="*/ 3876675 w 7010400"/>
              <a:gd name="connsiteY5" fmla="*/ 2514699 h 2680276"/>
              <a:gd name="connsiteX6" fmla="*/ 4371975 w 7010400"/>
              <a:gd name="connsiteY6" fmla="*/ 2457549 h 2680276"/>
              <a:gd name="connsiteX7" fmla="*/ 4657725 w 7010400"/>
              <a:gd name="connsiteY7" fmla="*/ 2600424 h 2680276"/>
              <a:gd name="connsiteX8" fmla="*/ 5029200 w 7010400"/>
              <a:gd name="connsiteY8" fmla="*/ 2524224 h 2680276"/>
              <a:gd name="connsiteX9" fmla="*/ 7010400 w 7010400"/>
              <a:gd name="connsiteY9" fmla="*/ 2543274 h 2680276"/>
              <a:gd name="connsiteX0" fmla="*/ 0 w 7010400"/>
              <a:gd name="connsiteY0" fmla="*/ 2524249 h 2694159"/>
              <a:gd name="connsiteX1" fmla="*/ 1704975 w 7010400"/>
              <a:gd name="connsiteY1" fmla="*/ 2619499 h 2694159"/>
              <a:gd name="connsiteX2" fmla="*/ 2085975 w 7010400"/>
              <a:gd name="connsiteY2" fmla="*/ 2505199 h 2694159"/>
              <a:gd name="connsiteX3" fmla="*/ 3009900 w 7010400"/>
              <a:gd name="connsiteY3" fmla="*/ 2409949 h 2694159"/>
              <a:gd name="connsiteX4" fmla="*/ 3467100 w 7010400"/>
              <a:gd name="connsiteY4" fmla="*/ 124 h 2694159"/>
              <a:gd name="connsiteX5" fmla="*/ 3876675 w 7010400"/>
              <a:gd name="connsiteY5" fmla="*/ 2514724 h 2694159"/>
              <a:gd name="connsiteX6" fmla="*/ 4371975 w 7010400"/>
              <a:gd name="connsiteY6" fmla="*/ 2457574 h 2694159"/>
              <a:gd name="connsiteX7" fmla="*/ 4657725 w 7010400"/>
              <a:gd name="connsiteY7" fmla="*/ 2600449 h 2694159"/>
              <a:gd name="connsiteX8" fmla="*/ 5029200 w 7010400"/>
              <a:gd name="connsiteY8" fmla="*/ 2524249 h 2694159"/>
              <a:gd name="connsiteX9" fmla="*/ 7010400 w 7010400"/>
              <a:gd name="connsiteY9" fmla="*/ 2543299 h 2694159"/>
              <a:gd name="connsiteX0" fmla="*/ 0 w 7010400"/>
              <a:gd name="connsiteY0" fmla="*/ 2526989 h 2683041"/>
              <a:gd name="connsiteX1" fmla="*/ 1704975 w 7010400"/>
              <a:gd name="connsiteY1" fmla="*/ 2622239 h 2683041"/>
              <a:gd name="connsiteX2" fmla="*/ 2085975 w 7010400"/>
              <a:gd name="connsiteY2" fmla="*/ 2507939 h 2683041"/>
              <a:gd name="connsiteX3" fmla="*/ 3105150 w 7010400"/>
              <a:gd name="connsiteY3" fmla="*/ 2050739 h 2683041"/>
              <a:gd name="connsiteX4" fmla="*/ 3467100 w 7010400"/>
              <a:gd name="connsiteY4" fmla="*/ 2864 h 2683041"/>
              <a:gd name="connsiteX5" fmla="*/ 3876675 w 7010400"/>
              <a:gd name="connsiteY5" fmla="*/ 2517464 h 2683041"/>
              <a:gd name="connsiteX6" fmla="*/ 4371975 w 7010400"/>
              <a:gd name="connsiteY6" fmla="*/ 2460314 h 2683041"/>
              <a:gd name="connsiteX7" fmla="*/ 4657725 w 7010400"/>
              <a:gd name="connsiteY7" fmla="*/ 2603189 h 2683041"/>
              <a:gd name="connsiteX8" fmla="*/ 5029200 w 7010400"/>
              <a:gd name="connsiteY8" fmla="*/ 2526989 h 2683041"/>
              <a:gd name="connsiteX9" fmla="*/ 7010400 w 7010400"/>
              <a:gd name="connsiteY9" fmla="*/ 2546039 h 2683041"/>
              <a:gd name="connsiteX0" fmla="*/ 0 w 7010400"/>
              <a:gd name="connsiteY0" fmla="*/ 2527006 h 2683058"/>
              <a:gd name="connsiteX1" fmla="*/ 1704975 w 7010400"/>
              <a:gd name="connsiteY1" fmla="*/ 2622256 h 2683058"/>
              <a:gd name="connsiteX2" fmla="*/ 2085975 w 7010400"/>
              <a:gd name="connsiteY2" fmla="*/ 2507956 h 2683058"/>
              <a:gd name="connsiteX3" fmla="*/ 3105150 w 7010400"/>
              <a:gd name="connsiteY3" fmla="*/ 2050756 h 2683058"/>
              <a:gd name="connsiteX4" fmla="*/ 3467100 w 7010400"/>
              <a:gd name="connsiteY4" fmla="*/ 2881 h 2683058"/>
              <a:gd name="connsiteX5" fmla="*/ 3876675 w 7010400"/>
              <a:gd name="connsiteY5" fmla="*/ 2517481 h 2683058"/>
              <a:gd name="connsiteX6" fmla="*/ 4371975 w 7010400"/>
              <a:gd name="connsiteY6" fmla="*/ 2460331 h 2683058"/>
              <a:gd name="connsiteX7" fmla="*/ 4657725 w 7010400"/>
              <a:gd name="connsiteY7" fmla="*/ 2603206 h 2683058"/>
              <a:gd name="connsiteX8" fmla="*/ 5029200 w 7010400"/>
              <a:gd name="connsiteY8" fmla="*/ 2527006 h 2683058"/>
              <a:gd name="connsiteX9" fmla="*/ 7010400 w 7010400"/>
              <a:gd name="connsiteY9" fmla="*/ 2546056 h 2683058"/>
              <a:gd name="connsiteX0" fmla="*/ 0 w 7010400"/>
              <a:gd name="connsiteY0" fmla="*/ 2527059 h 2683111"/>
              <a:gd name="connsiteX1" fmla="*/ 1704975 w 7010400"/>
              <a:gd name="connsiteY1" fmla="*/ 2622309 h 2683111"/>
              <a:gd name="connsiteX2" fmla="*/ 2085975 w 7010400"/>
              <a:gd name="connsiteY2" fmla="*/ 2508009 h 2683111"/>
              <a:gd name="connsiteX3" fmla="*/ 3105150 w 7010400"/>
              <a:gd name="connsiteY3" fmla="*/ 2050809 h 2683111"/>
              <a:gd name="connsiteX4" fmla="*/ 3467100 w 7010400"/>
              <a:gd name="connsiteY4" fmla="*/ 2934 h 2683111"/>
              <a:gd name="connsiteX5" fmla="*/ 3876675 w 7010400"/>
              <a:gd name="connsiteY5" fmla="*/ 2517534 h 2683111"/>
              <a:gd name="connsiteX6" fmla="*/ 4371975 w 7010400"/>
              <a:gd name="connsiteY6" fmla="*/ 2460384 h 2683111"/>
              <a:gd name="connsiteX7" fmla="*/ 4657725 w 7010400"/>
              <a:gd name="connsiteY7" fmla="*/ 2603259 h 2683111"/>
              <a:gd name="connsiteX8" fmla="*/ 5029200 w 7010400"/>
              <a:gd name="connsiteY8" fmla="*/ 2527059 h 2683111"/>
              <a:gd name="connsiteX9" fmla="*/ 7010400 w 7010400"/>
              <a:gd name="connsiteY9" fmla="*/ 2546109 h 2683111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371975 w 7010400"/>
              <a:gd name="connsiteY6" fmla="*/ 2457472 h 2619476"/>
              <a:gd name="connsiteX7" fmla="*/ 4657725 w 7010400"/>
              <a:gd name="connsiteY7" fmla="*/ 260034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371975 w 7010400"/>
              <a:gd name="connsiteY6" fmla="*/ 2457472 h 2619476"/>
              <a:gd name="connsiteX7" fmla="*/ 4657725 w 7010400"/>
              <a:gd name="connsiteY7" fmla="*/ 260034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371975 w 7010400"/>
              <a:gd name="connsiteY6" fmla="*/ 2457472 h 2619476"/>
              <a:gd name="connsiteX7" fmla="*/ 4657725 w 7010400"/>
              <a:gd name="connsiteY7" fmla="*/ 260034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19549"/>
              <a:gd name="connsiteX1" fmla="*/ 1704975 w 7010400"/>
              <a:gd name="connsiteY1" fmla="*/ 2619397 h 2619549"/>
              <a:gd name="connsiteX2" fmla="*/ 2085975 w 7010400"/>
              <a:gd name="connsiteY2" fmla="*/ 2505097 h 2619549"/>
              <a:gd name="connsiteX3" fmla="*/ 3105150 w 7010400"/>
              <a:gd name="connsiteY3" fmla="*/ 2047897 h 2619549"/>
              <a:gd name="connsiteX4" fmla="*/ 3467100 w 7010400"/>
              <a:gd name="connsiteY4" fmla="*/ 22 h 2619549"/>
              <a:gd name="connsiteX5" fmla="*/ 3743325 w 7010400"/>
              <a:gd name="connsiteY5" fmla="*/ 2085997 h 2619549"/>
              <a:gd name="connsiteX6" fmla="*/ 4371975 w 7010400"/>
              <a:gd name="connsiteY6" fmla="*/ 2457472 h 2619549"/>
              <a:gd name="connsiteX7" fmla="*/ 4657725 w 7010400"/>
              <a:gd name="connsiteY7" fmla="*/ 2600347 h 2619549"/>
              <a:gd name="connsiteX8" fmla="*/ 5029200 w 7010400"/>
              <a:gd name="connsiteY8" fmla="*/ 2524147 h 2619549"/>
              <a:gd name="connsiteX9" fmla="*/ 7010400 w 7010400"/>
              <a:gd name="connsiteY9" fmla="*/ 2543197 h 2619549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371975 w 7010400"/>
              <a:gd name="connsiteY6" fmla="*/ 2457472 h 2619476"/>
              <a:gd name="connsiteX7" fmla="*/ 4657725 w 7010400"/>
              <a:gd name="connsiteY7" fmla="*/ 260034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21425"/>
              <a:gd name="connsiteX1" fmla="*/ 1704975 w 7010400"/>
              <a:gd name="connsiteY1" fmla="*/ 2619397 h 2621425"/>
              <a:gd name="connsiteX2" fmla="*/ 2085975 w 7010400"/>
              <a:gd name="connsiteY2" fmla="*/ 2505097 h 2621425"/>
              <a:gd name="connsiteX3" fmla="*/ 3105150 w 7010400"/>
              <a:gd name="connsiteY3" fmla="*/ 2047897 h 2621425"/>
              <a:gd name="connsiteX4" fmla="*/ 3467100 w 7010400"/>
              <a:gd name="connsiteY4" fmla="*/ 22 h 2621425"/>
              <a:gd name="connsiteX5" fmla="*/ 3743325 w 7010400"/>
              <a:gd name="connsiteY5" fmla="*/ 2085997 h 2621425"/>
              <a:gd name="connsiteX6" fmla="*/ 4371975 w 7010400"/>
              <a:gd name="connsiteY6" fmla="*/ 2457472 h 2621425"/>
              <a:gd name="connsiteX7" fmla="*/ 4657725 w 7010400"/>
              <a:gd name="connsiteY7" fmla="*/ 2600347 h 2621425"/>
              <a:gd name="connsiteX8" fmla="*/ 5029200 w 7010400"/>
              <a:gd name="connsiteY8" fmla="*/ 2524147 h 2621425"/>
              <a:gd name="connsiteX9" fmla="*/ 7010400 w 7010400"/>
              <a:gd name="connsiteY9" fmla="*/ 2543197 h 2621425"/>
              <a:gd name="connsiteX0" fmla="*/ 0 w 7010400"/>
              <a:gd name="connsiteY0" fmla="*/ 2524147 h 2624686"/>
              <a:gd name="connsiteX1" fmla="*/ 1704975 w 7010400"/>
              <a:gd name="connsiteY1" fmla="*/ 2619397 h 2624686"/>
              <a:gd name="connsiteX2" fmla="*/ 2085975 w 7010400"/>
              <a:gd name="connsiteY2" fmla="*/ 2505097 h 2624686"/>
              <a:gd name="connsiteX3" fmla="*/ 3105150 w 7010400"/>
              <a:gd name="connsiteY3" fmla="*/ 2047897 h 2624686"/>
              <a:gd name="connsiteX4" fmla="*/ 3467100 w 7010400"/>
              <a:gd name="connsiteY4" fmla="*/ 22 h 2624686"/>
              <a:gd name="connsiteX5" fmla="*/ 3743325 w 7010400"/>
              <a:gd name="connsiteY5" fmla="*/ 2085997 h 2624686"/>
              <a:gd name="connsiteX6" fmla="*/ 4114800 w 7010400"/>
              <a:gd name="connsiteY6" fmla="*/ 2609872 h 2624686"/>
              <a:gd name="connsiteX7" fmla="*/ 4657725 w 7010400"/>
              <a:gd name="connsiteY7" fmla="*/ 2600347 h 2624686"/>
              <a:gd name="connsiteX8" fmla="*/ 5029200 w 7010400"/>
              <a:gd name="connsiteY8" fmla="*/ 2524147 h 2624686"/>
              <a:gd name="connsiteX9" fmla="*/ 7010400 w 7010400"/>
              <a:gd name="connsiteY9" fmla="*/ 2543197 h 2624686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114800 w 7010400"/>
              <a:gd name="connsiteY6" fmla="*/ 2609872 h 2619476"/>
              <a:gd name="connsiteX7" fmla="*/ 4429125 w 7010400"/>
              <a:gd name="connsiteY7" fmla="*/ 242889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38755"/>
              <a:gd name="connsiteX1" fmla="*/ 1704975 w 7010400"/>
              <a:gd name="connsiteY1" fmla="*/ 2619397 h 2638755"/>
              <a:gd name="connsiteX2" fmla="*/ 2085975 w 7010400"/>
              <a:gd name="connsiteY2" fmla="*/ 2505097 h 2638755"/>
              <a:gd name="connsiteX3" fmla="*/ 3105150 w 7010400"/>
              <a:gd name="connsiteY3" fmla="*/ 2047897 h 2638755"/>
              <a:gd name="connsiteX4" fmla="*/ 3467100 w 7010400"/>
              <a:gd name="connsiteY4" fmla="*/ 22 h 2638755"/>
              <a:gd name="connsiteX5" fmla="*/ 3743325 w 7010400"/>
              <a:gd name="connsiteY5" fmla="*/ 2085997 h 2638755"/>
              <a:gd name="connsiteX6" fmla="*/ 4114800 w 7010400"/>
              <a:gd name="connsiteY6" fmla="*/ 2609872 h 2638755"/>
              <a:gd name="connsiteX7" fmla="*/ 4429125 w 7010400"/>
              <a:gd name="connsiteY7" fmla="*/ 2428897 h 2638755"/>
              <a:gd name="connsiteX8" fmla="*/ 4895850 w 7010400"/>
              <a:gd name="connsiteY8" fmla="*/ 2638447 h 2638755"/>
              <a:gd name="connsiteX9" fmla="*/ 7010400 w 7010400"/>
              <a:gd name="connsiteY9" fmla="*/ 2543197 h 2638755"/>
              <a:gd name="connsiteX0" fmla="*/ 0 w 7010400"/>
              <a:gd name="connsiteY0" fmla="*/ 2524147 h 2638755"/>
              <a:gd name="connsiteX1" fmla="*/ 1704975 w 7010400"/>
              <a:gd name="connsiteY1" fmla="*/ 2619397 h 2638755"/>
              <a:gd name="connsiteX2" fmla="*/ 2085975 w 7010400"/>
              <a:gd name="connsiteY2" fmla="*/ 2505097 h 2638755"/>
              <a:gd name="connsiteX3" fmla="*/ 3105150 w 7010400"/>
              <a:gd name="connsiteY3" fmla="*/ 2047897 h 2638755"/>
              <a:gd name="connsiteX4" fmla="*/ 3467100 w 7010400"/>
              <a:gd name="connsiteY4" fmla="*/ 22 h 2638755"/>
              <a:gd name="connsiteX5" fmla="*/ 3743325 w 7010400"/>
              <a:gd name="connsiteY5" fmla="*/ 2085997 h 2638755"/>
              <a:gd name="connsiteX6" fmla="*/ 4114800 w 7010400"/>
              <a:gd name="connsiteY6" fmla="*/ 2609872 h 2638755"/>
              <a:gd name="connsiteX7" fmla="*/ 4429125 w 7010400"/>
              <a:gd name="connsiteY7" fmla="*/ 2428897 h 2638755"/>
              <a:gd name="connsiteX8" fmla="*/ 4895850 w 7010400"/>
              <a:gd name="connsiteY8" fmla="*/ 2638447 h 2638755"/>
              <a:gd name="connsiteX9" fmla="*/ 7010400 w 7010400"/>
              <a:gd name="connsiteY9" fmla="*/ 2543197 h 2638755"/>
              <a:gd name="connsiteX0" fmla="*/ 0 w 7010400"/>
              <a:gd name="connsiteY0" fmla="*/ 2524147 h 2651543"/>
              <a:gd name="connsiteX1" fmla="*/ 1704975 w 7010400"/>
              <a:gd name="connsiteY1" fmla="*/ 2619397 h 2651543"/>
              <a:gd name="connsiteX2" fmla="*/ 2085975 w 7010400"/>
              <a:gd name="connsiteY2" fmla="*/ 2505097 h 2651543"/>
              <a:gd name="connsiteX3" fmla="*/ 3105150 w 7010400"/>
              <a:gd name="connsiteY3" fmla="*/ 2047897 h 2651543"/>
              <a:gd name="connsiteX4" fmla="*/ 3467100 w 7010400"/>
              <a:gd name="connsiteY4" fmla="*/ 22 h 2651543"/>
              <a:gd name="connsiteX5" fmla="*/ 3743325 w 7010400"/>
              <a:gd name="connsiteY5" fmla="*/ 2085997 h 2651543"/>
              <a:gd name="connsiteX6" fmla="*/ 4114800 w 7010400"/>
              <a:gd name="connsiteY6" fmla="*/ 2609872 h 2651543"/>
              <a:gd name="connsiteX7" fmla="*/ 4429125 w 7010400"/>
              <a:gd name="connsiteY7" fmla="*/ 2428897 h 2651543"/>
              <a:gd name="connsiteX8" fmla="*/ 4895850 w 7010400"/>
              <a:gd name="connsiteY8" fmla="*/ 2638447 h 2651543"/>
              <a:gd name="connsiteX9" fmla="*/ 7010400 w 7010400"/>
              <a:gd name="connsiteY9" fmla="*/ 2543197 h 2651543"/>
              <a:gd name="connsiteX0" fmla="*/ 0 w 7010400"/>
              <a:gd name="connsiteY0" fmla="*/ 2524147 h 2651543"/>
              <a:gd name="connsiteX1" fmla="*/ 1704975 w 7010400"/>
              <a:gd name="connsiteY1" fmla="*/ 2619397 h 2651543"/>
              <a:gd name="connsiteX2" fmla="*/ 2085975 w 7010400"/>
              <a:gd name="connsiteY2" fmla="*/ 2505097 h 2651543"/>
              <a:gd name="connsiteX3" fmla="*/ 3105150 w 7010400"/>
              <a:gd name="connsiteY3" fmla="*/ 2047897 h 2651543"/>
              <a:gd name="connsiteX4" fmla="*/ 3467100 w 7010400"/>
              <a:gd name="connsiteY4" fmla="*/ 22 h 2651543"/>
              <a:gd name="connsiteX5" fmla="*/ 3743325 w 7010400"/>
              <a:gd name="connsiteY5" fmla="*/ 2085997 h 2651543"/>
              <a:gd name="connsiteX6" fmla="*/ 4114800 w 7010400"/>
              <a:gd name="connsiteY6" fmla="*/ 2609872 h 2651543"/>
              <a:gd name="connsiteX7" fmla="*/ 4429125 w 7010400"/>
              <a:gd name="connsiteY7" fmla="*/ 2428897 h 2651543"/>
              <a:gd name="connsiteX8" fmla="*/ 4895850 w 7010400"/>
              <a:gd name="connsiteY8" fmla="*/ 2638447 h 2651543"/>
              <a:gd name="connsiteX9" fmla="*/ 7010400 w 7010400"/>
              <a:gd name="connsiteY9" fmla="*/ 2543197 h 2651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010400" h="2651543">
                <a:moveTo>
                  <a:pt x="0" y="2524147"/>
                </a:moveTo>
                <a:cubicBezTo>
                  <a:pt x="1831578" y="2529306"/>
                  <a:pt x="1357313" y="2622572"/>
                  <a:pt x="1704975" y="2619397"/>
                </a:cubicBezTo>
                <a:cubicBezTo>
                  <a:pt x="2052637" y="2616222"/>
                  <a:pt x="1852613" y="2600347"/>
                  <a:pt x="2085975" y="2505097"/>
                </a:cubicBezTo>
                <a:cubicBezTo>
                  <a:pt x="2319338" y="2409847"/>
                  <a:pt x="2855913" y="2684485"/>
                  <a:pt x="3105150" y="2047897"/>
                </a:cubicBezTo>
                <a:cubicBezTo>
                  <a:pt x="3354387" y="1411309"/>
                  <a:pt x="3284538" y="-6328"/>
                  <a:pt x="3467100" y="22"/>
                </a:cubicBezTo>
                <a:cubicBezTo>
                  <a:pt x="3649662" y="6372"/>
                  <a:pt x="3635375" y="1651022"/>
                  <a:pt x="3743325" y="2085997"/>
                </a:cubicBezTo>
                <a:cubicBezTo>
                  <a:pt x="3851275" y="2520972"/>
                  <a:pt x="4000500" y="2552722"/>
                  <a:pt x="4114800" y="2609872"/>
                </a:cubicBezTo>
                <a:cubicBezTo>
                  <a:pt x="4229100" y="2667022"/>
                  <a:pt x="4298950" y="2424135"/>
                  <a:pt x="4429125" y="2428897"/>
                </a:cubicBezTo>
                <a:cubicBezTo>
                  <a:pt x="4559300" y="2433660"/>
                  <a:pt x="4675188" y="2714647"/>
                  <a:pt x="4895850" y="2638447"/>
                </a:cubicBezTo>
                <a:cubicBezTo>
                  <a:pt x="5211762" y="2524147"/>
                  <a:pt x="5408613" y="2524147"/>
                  <a:pt x="7010400" y="2543197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233719-8024-43B9-A4E8-E95044FD2D32}"/>
              </a:ext>
            </a:extLst>
          </p:cNvPr>
          <p:cNvCxnSpPr>
            <a:cxnSpLocks/>
          </p:cNvCxnSpPr>
          <p:nvPr/>
        </p:nvCxnSpPr>
        <p:spPr>
          <a:xfrm flipV="1">
            <a:off x="7472144" y="2256639"/>
            <a:ext cx="0" cy="3720243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A8E22F7-53F6-4231-A9D0-B21264A75FF2}"/>
              </a:ext>
            </a:extLst>
          </p:cNvPr>
          <p:cNvCxnSpPr>
            <a:cxnSpLocks/>
          </p:cNvCxnSpPr>
          <p:nvPr/>
        </p:nvCxnSpPr>
        <p:spPr>
          <a:xfrm>
            <a:off x="9216583" y="1602344"/>
            <a:ext cx="31432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7DCBE09-0D21-487E-8BCF-DA0BBBFF1BCF}"/>
              </a:ext>
            </a:extLst>
          </p:cNvPr>
          <p:cNvSpPr txBox="1"/>
          <p:nvPr/>
        </p:nvSpPr>
        <p:spPr>
          <a:xfrm>
            <a:off x="9506944" y="1417678"/>
            <a:ext cx="2562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Velocity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E24C0C6-CDC7-4F64-AC41-2F9885BE0443}"/>
              </a:ext>
            </a:extLst>
          </p:cNvPr>
          <p:cNvCxnSpPr>
            <a:cxnSpLocks/>
          </p:cNvCxnSpPr>
          <p:nvPr/>
        </p:nvCxnSpPr>
        <p:spPr>
          <a:xfrm>
            <a:off x="9222339" y="1916897"/>
            <a:ext cx="323850" cy="0"/>
          </a:xfrm>
          <a:prstGeom prst="line">
            <a:avLst/>
          </a:prstGeom>
          <a:ln w="190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1490FF9-7344-48EB-BCB6-82CD6665168D}"/>
              </a:ext>
            </a:extLst>
          </p:cNvPr>
          <p:cNvSpPr txBox="1"/>
          <p:nvPr/>
        </p:nvSpPr>
        <p:spPr>
          <a:xfrm>
            <a:off x="9516469" y="1732231"/>
            <a:ext cx="2562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Displacement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A81E97-09AD-48B7-8687-60E580A75F58}"/>
              </a:ext>
            </a:extLst>
          </p:cNvPr>
          <p:cNvSpPr txBox="1"/>
          <p:nvPr/>
        </p:nvSpPr>
        <p:spPr>
          <a:xfrm>
            <a:off x="9159716" y="4917764"/>
            <a:ext cx="1272224" cy="58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Time (s)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DB40677-0CE1-4119-9B8B-5F2F9C49791A}"/>
                  </a:ext>
                </a:extLst>
              </p:cNvPr>
              <p:cNvSpPr txBox="1"/>
              <p:nvPr/>
            </p:nvSpPr>
            <p:spPr>
              <a:xfrm>
                <a:off x="6692331" y="4861829"/>
                <a:ext cx="4264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DB40677-0CE1-4119-9B8B-5F2F9C497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2331" y="4861829"/>
                <a:ext cx="42646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7940653-EDE5-4FF2-A99C-96F7A7CADFB5}"/>
                  </a:ext>
                </a:extLst>
              </p:cNvPr>
              <p:cNvSpPr txBox="1"/>
              <p:nvPr/>
            </p:nvSpPr>
            <p:spPr>
              <a:xfrm>
                <a:off x="7843511" y="4880022"/>
                <a:ext cx="420243" cy="391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7940653-EDE5-4FF2-A99C-96F7A7CAD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3511" y="4880022"/>
                <a:ext cx="420243" cy="391582"/>
              </a:xfrm>
              <a:prstGeom prst="rect">
                <a:avLst/>
              </a:prstGeom>
              <a:blipFill>
                <a:blip r:embed="rId6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BA87609-BC58-4A3C-84AB-24DF8D7615B6}"/>
                  </a:ext>
                </a:extLst>
              </p:cNvPr>
              <p:cNvSpPr txBox="1"/>
              <p:nvPr/>
            </p:nvSpPr>
            <p:spPr>
              <a:xfrm>
                <a:off x="7134928" y="4882308"/>
                <a:ext cx="4371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BA87609-BC58-4A3C-84AB-24DF8D761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928" y="4882308"/>
                <a:ext cx="43717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BB0E2F4-ED32-4333-A354-642F822296C6}"/>
              </a:ext>
            </a:extLst>
          </p:cNvPr>
          <p:cNvCxnSpPr>
            <a:cxnSpLocks/>
          </p:cNvCxnSpPr>
          <p:nvPr/>
        </p:nvCxnSpPr>
        <p:spPr>
          <a:xfrm>
            <a:off x="7269167" y="2162359"/>
            <a:ext cx="188740" cy="21312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324FAB5-BE9B-4190-AB36-51B058537481}"/>
                  </a:ext>
                </a:extLst>
              </p:cNvPr>
              <p:cNvSpPr txBox="1"/>
              <p:nvPr/>
            </p:nvSpPr>
            <p:spPr>
              <a:xfrm>
                <a:off x="7075813" y="1787010"/>
                <a:ext cx="3633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h</m:t>
                      </m:r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324FAB5-BE9B-4190-AB36-51B058537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813" y="1787010"/>
                <a:ext cx="36336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8245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4B04BC-F8BA-4A57-BABD-84CDDA86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as Projectile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0DCC48D-4648-4377-8009-168B52DAB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8EED31D8-0D20-46A7-8012-EAF9B2E89F6E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256032" y="2696546"/>
                <a:ext cx="2834640" cy="3408979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sSup>
                        <m:sSup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>
                  <a:solidFill>
                    <a:schemeClr val="bg1"/>
                  </a:solidFill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0=</m:t>
                      </m:r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GB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GB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GB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  <m:sup>
                          <m:r>
                            <a:rPr lang="en-GB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8EED31D8-0D20-46A7-8012-EAF9B2E89F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256032" y="2696546"/>
                <a:ext cx="2834640" cy="3408979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937D74-1932-4A02-961C-7CD6445D1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 Brayne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AECFD-3E16-4D02-BB81-6DFCDE04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60372B-7A70-4720-BE76-74D1F89F827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571A7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571A7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0A9234E-0AB4-4D5C-9827-12EF23CDE1AD}"/>
              </a:ext>
            </a:extLst>
          </p:cNvPr>
          <p:cNvGrpSpPr/>
          <p:nvPr/>
        </p:nvGrpSpPr>
        <p:grpSpPr>
          <a:xfrm>
            <a:off x="3572969" y="1143001"/>
            <a:ext cx="8106701" cy="4972129"/>
            <a:chOff x="3572969" y="1143001"/>
            <a:chExt cx="8106701" cy="4972129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E857FA9-195A-41E6-BF7E-45C507D48A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811" y="1143001"/>
              <a:ext cx="0" cy="4962524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D95CEBC-03F2-428E-B3AC-B3356BCC2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811" y="4917764"/>
              <a:ext cx="7338414" cy="2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58D4CE1-F3A3-4CF4-9BA8-B8A983B5A2C5}"/>
                </a:ext>
              </a:extLst>
            </p:cNvPr>
            <p:cNvSpPr txBox="1"/>
            <p:nvPr/>
          </p:nvSpPr>
          <p:spPr>
            <a:xfrm rot="16200000">
              <a:off x="2633688" y="2949055"/>
              <a:ext cx="2247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Z Velocity (ms</a:t>
              </a:r>
              <a:r>
                <a:rPr kumimoji="0" lang="en-GB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-1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)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B7F5EA1-E6AF-4295-BE7E-BC6A281A03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0987" y="1152606"/>
              <a:ext cx="0" cy="4962524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6DEF105-15A7-4F08-8A33-C0749EC80421}"/>
                </a:ext>
              </a:extLst>
            </p:cNvPr>
            <p:cNvSpPr txBox="1"/>
            <p:nvPr/>
          </p:nvSpPr>
          <p:spPr>
            <a:xfrm rot="16200000">
              <a:off x="10371057" y="2879517"/>
              <a:ext cx="2247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Z Displacement (m)</a:t>
              </a: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B46C927-B28A-428C-B06D-77093F1B4701}"/>
              </a:ext>
            </a:extLst>
          </p:cNvPr>
          <p:cNvSpPr/>
          <p:nvPr/>
        </p:nvSpPr>
        <p:spPr>
          <a:xfrm>
            <a:off x="4000500" y="3573980"/>
            <a:ext cx="7038975" cy="2402841"/>
          </a:xfrm>
          <a:custGeom>
            <a:avLst/>
            <a:gdLst>
              <a:gd name="connsiteX0" fmla="*/ 0 w 7038975"/>
              <a:gd name="connsiteY0" fmla="*/ 1554580 h 2608575"/>
              <a:gd name="connsiteX1" fmla="*/ 1552575 w 7038975"/>
              <a:gd name="connsiteY1" fmla="*/ 1506955 h 2608575"/>
              <a:gd name="connsiteX2" fmla="*/ 1781175 w 7038975"/>
              <a:gd name="connsiteY2" fmla="*/ 1630780 h 2608575"/>
              <a:gd name="connsiteX3" fmla="*/ 2809875 w 7038975"/>
              <a:gd name="connsiteY3" fmla="*/ 11530 h 2608575"/>
              <a:gd name="connsiteX4" fmla="*/ 3867150 w 7038975"/>
              <a:gd name="connsiteY4" fmla="*/ 2583280 h 2608575"/>
              <a:gd name="connsiteX5" fmla="*/ 4429125 w 7038975"/>
              <a:gd name="connsiteY5" fmla="*/ 1345030 h 2608575"/>
              <a:gd name="connsiteX6" fmla="*/ 4714875 w 7038975"/>
              <a:gd name="connsiteY6" fmla="*/ 1687930 h 2608575"/>
              <a:gd name="connsiteX7" fmla="*/ 5057775 w 7038975"/>
              <a:gd name="connsiteY7" fmla="*/ 1545055 h 2608575"/>
              <a:gd name="connsiteX8" fmla="*/ 7038975 w 7038975"/>
              <a:gd name="connsiteY8" fmla="*/ 1554580 h 2608575"/>
              <a:gd name="connsiteX0" fmla="*/ 0 w 7038975"/>
              <a:gd name="connsiteY0" fmla="*/ 1554580 h 2608575"/>
              <a:gd name="connsiteX1" fmla="*/ 1247775 w 7038975"/>
              <a:gd name="connsiteY1" fmla="*/ 1506955 h 2608575"/>
              <a:gd name="connsiteX2" fmla="*/ 1781175 w 7038975"/>
              <a:gd name="connsiteY2" fmla="*/ 1630780 h 2608575"/>
              <a:gd name="connsiteX3" fmla="*/ 2809875 w 7038975"/>
              <a:gd name="connsiteY3" fmla="*/ 11530 h 2608575"/>
              <a:gd name="connsiteX4" fmla="*/ 3867150 w 7038975"/>
              <a:gd name="connsiteY4" fmla="*/ 2583280 h 2608575"/>
              <a:gd name="connsiteX5" fmla="*/ 4429125 w 7038975"/>
              <a:gd name="connsiteY5" fmla="*/ 1345030 h 2608575"/>
              <a:gd name="connsiteX6" fmla="*/ 4714875 w 7038975"/>
              <a:gd name="connsiteY6" fmla="*/ 1687930 h 2608575"/>
              <a:gd name="connsiteX7" fmla="*/ 5057775 w 7038975"/>
              <a:gd name="connsiteY7" fmla="*/ 1545055 h 2608575"/>
              <a:gd name="connsiteX8" fmla="*/ 7038975 w 7038975"/>
              <a:gd name="connsiteY8" fmla="*/ 1554580 h 2608575"/>
              <a:gd name="connsiteX0" fmla="*/ 0 w 7038975"/>
              <a:gd name="connsiteY0" fmla="*/ 1554646 h 2608641"/>
              <a:gd name="connsiteX1" fmla="*/ 1247775 w 7038975"/>
              <a:gd name="connsiteY1" fmla="*/ 1564171 h 2608641"/>
              <a:gd name="connsiteX2" fmla="*/ 1781175 w 7038975"/>
              <a:gd name="connsiteY2" fmla="*/ 1630846 h 2608641"/>
              <a:gd name="connsiteX3" fmla="*/ 2809875 w 7038975"/>
              <a:gd name="connsiteY3" fmla="*/ 11596 h 2608641"/>
              <a:gd name="connsiteX4" fmla="*/ 3867150 w 7038975"/>
              <a:gd name="connsiteY4" fmla="*/ 2583346 h 2608641"/>
              <a:gd name="connsiteX5" fmla="*/ 4429125 w 7038975"/>
              <a:gd name="connsiteY5" fmla="*/ 1345096 h 2608641"/>
              <a:gd name="connsiteX6" fmla="*/ 4714875 w 7038975"/>
              <a:gd name="connsiteY6" fmla="*/ 1687996 h 2608641"/>
              <a:gd name="connsiteX7" fmla="*/ 5057775 w 7038975"/>
              <a:gd name="connsiteY7" fmla="*/ 1545121 h 2608641"/>
              <a:gd name="connsiteX8" fmla="*/ 7038975 w 7038975"/>
              <a:gd name="connsiteY8" fmla="*/ 1554646 h 2608641"/>
              <a:gd name="connsiteX0" fmla="*/ 0 w 7038975"/>
              <a:gd name="connsiteY0" fmla="*/ 1544082 h 2598077"/>
              <a:gd name="connsiteX1" fmla="*/ 1247775 w 7038975"/>
              <a:gd name="connsiteY1" fmla="*/ 1553607 h 2598077"/>
              <a:gd name="connsiteX2" fmla="*/ 1781175 w 7038975"/>
              <a:gd name="connsiteY2" fmla="*/ 1620282 h 2598077"/>
              <a:gd name="connsiteX3" fmla="*/ 2809875 w 7038975"/>
              <a:gd name="connsiteY3" fmla="*/ 1032 h 2598077"/>
              <a:gd name="connsiteX4" fmla="*/ 3867150 w 7038975"/>
              <a:gd name="connsiteY4" fmla="*/ 2572782 h 2598077"/>
              <a:gd name="connsiteX5" fmla="*/ 4429125 w 7038975"/>
              <a:gd name="connsiteY5" fmla="*/ 1334532 h 2598077"/>
              <a:gd name="connsiteX6" fmla="*/ 4714875 w 7038975"/>
              <a:gd name="connsiteY6" fmla="*/ 1677432 h 2598077"/>
              <a:gd name="connsiteX7" fmla="*/ 5057775 w 7038975"/>
              <a:gd name="connsiteY7" fmla="*/ 1534557 h 2598077"/>
              <a:gd name="connsiteX8" fmla="*/ 7038975 w 7038975"/>
              <a:gd name="connsiteY8" fmla="*/ 1544082 h 2598077"/>
              <a:gd name="connsiteX0" fmla="*/ 0 w 7038975"/>
              <a:gd name="connsiteY0" fmla="*/ 1543395 h 2597390"/>
              <a:gd name="connsiteX1" fmla="*/ 1247775 w 7038975"/>
              <a:gd name="connsiteY1" fmla="*/ 1552920 h 2597390"/>
              <a:gd name="connsiteX2" fmla="*/ 1781175 w 7038975"/>
              <a:gd name="connsiteY2" fmla="*/ 1619595 h 2597390"/>
              <a:gd name="connsiteX3" fmla="*/ 2809875 w 7038975"/>
              <a:gd name="connsiteY3" fmla="*/ 345 h 2597390"/>
              <a:gd name="connsiteX4" fmla="*/ 3867150 w 7038975"/>
              <a:gd name="connsiteY4" fmla="*/ 2572095 h 2597390"/>
              <a:gd name="connsiteX5" fmla="*/ 4429125 w 7038975"/>
              <a:gd name="connsiteY5" fmla="*/ 1333845 h 2597390"/>
              <a:gd name="connsiteX6" fmla="*/ 4714875 w 7038975"/>
              <a:gd name="connsiteY6" fmla="*/ 1676745 h 2597390"/>
              <a:gd name="connsiteX7" fmla="*/ 5057775 w 7038975"/>
              <a:gd name="connsiteY7" fmla="*/ 1533870 h 2597390"/>
              <a:gd name="connsiteX8" fmla="*/ 7038975 w 7038975"/>
              <a:gd name="connsiteY8" fmla="*/ 1543395 h 2597390"/>
              <a:gd name="connsiteX0" fmla="*/ 0 w 7038975"/>
              <a:gd name="connsiteY0" fmla="*/ 1577527 h 2631522"/>
              <a:gd name="connsiteX1" fmla="*/ 1247775 w 7038975"/>
              <a:gd name="connsiteY1" fmla="*/ 1587052 h 2631522"/>
              <a:gd name="connsiteX2" fmla="*/ 1781175 w 7038975"/>
              <a:gd name="connsiteY2" fmla="*/ 1653727 h 2631522"/>
              <a:gd name="connsiteX3" fmla="*/ 2809875 w 7038975"/>
              <a:gd name="connsiteY3" fmla="*/ 34477 h 2631522"/>
              <a:gd name="connsiteX4" fmla="*/ 3867150 w 7038975"/>
              <a:gd name="connsiteY4" fmla="*/ 2606227 h 2631522"/>
              <a:gd name="connsiteX5" fmla="*/ 4429125 w 7038975"/>
              <a:gd name="connsiteY5" fmla="*/ 1367977 h 2631522"/>
              <a:gd name="connsiteX6" fmla="*/ 4714875 w 7038975"/>
              <a:gd name="connsiteY6" fmla="*/ 1710877 h 2631522"/>
              <a:gd name="connsiteX7" fmla="*/ 5057775 w 7038975"/>
              <a:gd name="connsiteY7" fmla="*/ 1568002 h 2631522"/>
              <a:gd name="connsiteX8" fmla="*/ 7038975 w 7038975"/>
              <a:gd name="connsiteY8" fmla="*/ 1577527 h 2631522"/>
              <a:gd name="connsiteX0" fmla="*/ 0 w 7038975"/>
              <a:gd name="connsiteY0" fmla="*/ 1577527 h 2688602"/>
              <a:gd name="connsiteX1" fmla="*/ 1247775 w 7038975"/>
              <a:gd name="connsiteY1" fmla="*/ 1587052 h 2688602"/>
              <a:gd name="connsiteX2" fmla="*/ 1781175 w 7038975"/>
              <a:gd name="connsiteY2" fmla="*/ 1653727 h 2688602"/>
              <a:gd name="connsiteX3" fmla="*/ 2809875 w 7038975"/>
              <a:gd name="connsiteY3" fmla="*/ 34477 h 2688602"/>
              <a:gd name="connsiteX4" fmla="*/ 3867150 w 7038975"/>
              <a:gd name="connsiteY4" fmla="*/ 2606227 h 2688602"/>
              <a:gd name="connsiteX5" fmla="*/ 4429125 w 7038975"/>
              <a:gd name="connsiteY5" fmla="*/ 1367977 h 2688602"/>
              <a:gd name="connsiteX6" fmla="*/ 4714875 w 7038975"/>
              <a:gd name="connsiteY6" fmla="*/ 1710877 h 2688602"/>
              <a:gd name="connsiteX7" fmla="*/ 5057775 w 7038975"/>
              <a:gd name="connsiteY7" fmla="*/ 1568002 h 2688602"/>
              <a:gd name="connsiteX8" fmla="*/ 7038975 w 7038975"/>
              <a:gd name="connsiteY8" fmla="*/ 1577527 h 2688602"/>
              <a:gd name="connsiteX0" fmla="*/ 0 w 7038975"/>
              <a:gd name="connsiteY0" fmla="*/ 1577527 h 2704186"/>
              <a:gd name="connsiteX1" fmla="*/ 1247775 w 7038975"/>
              <a:gd name="connsiteY1" fmla="*/ 1587052 h 2704186"/>
              <a:gd name="connsiteX2" fmla="*/ 1781175 w 7038975"/>
              <a:gd name="connsiteY2" fmla="*/ 1653727 h 2704186"/>
              <a:gd name="connsiteX3" fmla="*/ 2809875 w 7038975"/>
              <a:gd name="connsiteY3" fmla="*/ 34477 h 2704186"/>
              <a:gd name="connsiteX4" fmla="*/ 3867150 w 7038975"/>
              <a:gd name="connsiteY4" fmla="*/ 2606227 h 2704186"/>
              <a:gd name="connsiteX5" fmla="*/ 4429125 w 7038975"/>
              <a:gd name="connsiteY5" fmla="*/ 1367977 h 2704186"/>
              <a:gd name="connsiteX6" fmla="*/ 4714875 w 7038975"/>
              <a:gd name="connsiteY6" fmla="*/ 1710877 h 2704186"/>
              <a:gd name="connsiteX7" fmla="*/ 5057775 w 7038975"/>
              <a:gd name="connsiteY7" fmla="*/ 1568002 h 2704186"/>
              <a:gd name="connsiteX8" fmla="*/ 7038975 w 7038975"/>
              <a:gd name="connsiteY8" fmla="*/ 1577527 h 2704186"/>
              <a:gd name="connsiteX0" fmla="*/ 0 w 7038975"/>
              <a:gd name="connsiteY0" fmla="*/ 1577527 h 2650569"/>
              <a:gd name="connsiteX1" fmla="*/ 1247775 w 7038975"/>
              <a:gd name="connsiteY1" fmla="*/ 1587052 h 2650569"/>
              <a:gd name="connsiteX2" fmla="*/ 1781175 w 7038975"/>
              <a:gd name="connsiteY2" fmla="*/ 1653727 h 2650569"/>
              <a:gd name="connsiteX3" fmla="*/ 2809875 w 7038975"/>
              <a:gd name="connsiteY3" fmla="*/ 34477 h 2650569"/>
              <a:gd name="connsiteX4" fmla="*/ 3867150 w 7038975"/>
              <a:gd name="connsiteY4" fmla="*/ 2606227 h 2650569"/>
              <a:gd name="connsiteX5" fmla="*/ 4324350 w 7038975"/>
              <a:gd name="connsiteY5" fmla="*/ 1529902 h 2650569"/>
              <a:gd name="connsiteX6" fmla="*/ 4714875 w 7038975"/>
              <a:gd name="connsiteY6" fmla="*/ 1710877 h 2650569"/>
              <a:gd name="connsiteX7" fmla="*/ 5057775 w 7038975"/>
              <a:gd name="connsiteY7" fmla="*/ 1568002 h 2650569"/>
              <a:gd name="connsiteX8" fmla="*/ 7038975 w 7038975"/>
              <a:gd name="connsiteY8" fmla="*/ 1577527 h 2650569"/>
              <a:gd name="connsiteX0" fmla="*/ 0 w 7038975"/>
              <a:gd name="connsiteY0" fmla="*/ 1577527 h 2704802"/>
              <a:gd name="connsiteX1" fmla="*/ 1247775 w 7038975"/>
              <a:gd name="connsiteY1" fmla="*/ 1587052 h 2704802"/>
              <a:gd name="connsiteX2" fmla="*/ 1781175 w 7038975"/>
              <a:gd name="connsiteY2" fmla="*/ 1653727 h 2704802"/>
              <a:gd name="connsiteX3" fmla="*/ 2809875 w 7038975"/>
              <a:gd name="connsiteY3" fmla="*/ 34477 h 2704802"/>
              <a:gd name="connsiteX4" fmla="*/ 3867150 w 7038975"/>
              <a:gd name="connsiteY4" fmla="*/ 2606227 h 2704802"/>
              <a:gd name="connsiteX5" fmla="*/ 4324350 w 7038975"/>
              <a:gd name="connsiteY5" fmla="*/ 1529902 h 2704802"/>
              <a:gd name="connsiteX6" fmla="*/ 4714875 w 7038975"/>
              <a:gd name="connsiteY6" fmla="*/ 1710877 h 2704802"/>
              <a:gd name="connsiteX7" fmla="*/ 5057775 w 7038975"/>
              <a:gd name="connsiteY7" fmla="*/ 1568002 h 2704802"/>
              <a:gd name="connsiteX8" fmla="*/ 7038975 w 7038975"/>
              <a:gd name="connsiteY8" fmla="*/ 1577527 h 2704802"/>
              <a:gd name="connsiteX0" fmla="*/ 0 w 7038975"/>
              <a:gd name="connsiteY0" fmla="*/ 1577527 h 2651418"/>
              <a:gd name="connsiteX1" fmla="*/ 1247775 w 7038975"/>
              <a:gd name="connsiteY1" fmla="*/ 1587052 h 2651418"/>
              <a:gd name="connsiteX2" fmla="*/ 1781175 w 7038975"/>
              <a:gd name="connsiteY2" fmla="*/ 1653727 h 2651418"/>
              <a:gd name="connsiteX3" fmla="*/ 2809875 w 7038975"/>
              <a:gd name="connsiteY3" fmla="*/ 34477 h 2651418"/>
              <a:gd name="connsiteX4" fmla="*/ 3867150 w 7038975"/>
              <a:gd name="connsiteY4" fmla="*/ 2606227 h 2651418"/>
              <a:gd name="connsiteX5" fmla="*/ 4371975 w 7038975"/>
              <a:gd name="connsiteY5" fmla="*/ 1539427 h 2651418"/>
              <a:gd name="connsiteX6" fmla="*/ 4714875 w 7038975"/>
              <a:gd name="connsiteY6" fmla="*/ 1710877 h 2651418"/>
              <a:gd name="connsiteX7" fmla="*/ 5057775 w 7038975"/>
              <a:gd name="connsiteY7" fmla="*/ 1568002 h 2651418"/>
              <a:gd name="connsiteX8" fmla="*/ 7038975 w 7038975"/>
              <a:gd name="connsiteY8" fmla="*/ 1577527 h 2651418"/>
              <a:gd name="connsiteX0" fmla="*/ 0 w 7038975"/>
              <a:gd name="connsiteY0" fmla="*/ 1577527 h 2715976"/>
              <a:gd name="connsiteX1" fmla="*/ 1247775 w 7038975"/>
              <a:gd name="connsiteY1" fmla="*/ 1587052 h 2715976"/>
              <a:gd name="connsiteX2" fmla="*/ 1781175 w 7038975"/>
              <a:gd name="connsiteY2" fmla="*/ 1653727 h 2715976"/>
              <a:gd name="connsiteX3" fmla="*/ 2809875 w 7038975"/>
              <a:gd name="connsiteY3" fmla="*/ 34477 h 2715976"/>
              <a:gd name="connsiteX4" fmla="*/ 3867150 w 7038975"/>
              <a:gd name="connsiteY4" fmla="*/ 2606227 h 2715976"/>
              <a:gd name="connsiteX5" fmla="*/ 4371975 w 7038975"/>
              <a:gd name="connsiteY5" fmla="*/ 1539427 h 2715976"/>
              <a:gd name="connsiteX6" fmla="*/ 4714875 w 7038975"/>
              <a:gd name="connsiteY6" fmla="*/ 1710877 h 2715976"/>
              <a:gd name="connsiteX7" fmla="*/ 5057775 w 7038975"/>
              <a:gd name="connsiteY7" fmla="*/ 1568002 h 2715976"/>
              <a:gd name="connsiteX8" fmla="*/ 7038975 w 7038975"/>
              <a:gd name="connsiteY8" fmla="*/ 1577527 h 2715976"/>
              <a:gd name="connsiteX0" fmla="*/ 0 w 7038975"/>
              <a:gd name="connsiteY0" fmla="*/ 1577527 h 2715976"/>
              <a:gd name="connsiteX1" fmla="*/ 1247775 w 7038975"/>
              <a:gd name="connsiteY1" fmla="*/ 1587052 h 2715976"/>
              <a:gd name="connsiteX2" fmla="*/ 1781175 w 7038975"/>
              <a:gd name="connsiteY2" fmla="*/ 1653727 h 2715976"/>
              <a:gd name="connsiteX3" fmla="*/ 2809875 w 7038975"/>
              <a:gd name="connsiteY3" fmla="*/ 34477 h 2715976"/>
              <a:gd name="connsiteX4" fmla="*/ 3867150 w 7038975"/>
              <a:gd name="connsiteY4" fmla="*/ 2606227 h 2715976"/>
              <a:gd name="connsiteX5" fmla="*/ 4371975 w 7038975"/>
              <a:gd name="connsiteY5" fmla="*/ 1539427 h 2715976"/>
              <a:gd name="connsiteX6" fmla="*/ 4714875 w 7038975"/>
              <a:gd name="connsiteY6" fmla="*/ 1710877 h 2715976"/>
              <a:gd name="connsiteX7" fmla="*/ 5057775 w 7038975"/>
              <a:gd name="connsiteY7" fmla="*/ 1568002 h 2715976"/>
              <a:gd name="connsiteX8" fmla="*/ 7038975 w 7038975"/>
              <a:gd name="connsiteY8" fmla="*/ 1577527 h 2715976"/>
              <a:gd name="connsiteX0" fmla="*/ 0 w 7038975"/>
              <a:gd name="connsiteY0" fmla="*/ 1577527 h 2651418"/>
              <a:gd name="connsiteX1" fmla="*/ 1247775 w 7038975"/>
              <a:gd name="connsiteY1" fmla="*/ 1587052 h 2651418"/>
              <a:gd name="connsiteX2" fmla="*/ 1781175 w 7038975"/>
              <a:gd name="connsiteY2" fmla="*/ 1653727 h 2651418"/>
              <a:gd name="connsiteX3" fmla="*/ 3044766 w 7038975"/>
              <a:gd name="connsiteY3" fmla="*/ 34477 h 2651418"/>
              <a:gd name="connsiteX4" fmla="*/ 3867150 w 7038975"/>
              <a:gd name="connsiteY4" fmla="*/ 2606227 h 2651418"/>
              <a:gd name="connsiteX5" fmla="*/ 4371975 w 7038975"/>
              <a:gd name="connsiteY5" fmla="*/ 1539427 h 2651418"/>
              <a:gd name="connsiteX6" fmla="*/ 4714875 w 7038975"/>
              <a:gd name="connsiteY6" fmla="*/ 1710877 h 2651418"/>
              <a:gd name="connsiteX7" fmla="*/ 5057775 w 7038975"/>
              <a:gd name="connsiteY7" fmla="*/ 1568002 h 2651418"/>
              <a:gd name="connsiteX8" fmla="*/ 7038975 w 7038975"/>
              <a:gd name="connsiteY8" fmla="*/ 1577527 h 2651418"/>
              <a:gd name="connsiteX0" fmla="*/ 0 w 7038975"/>
              <a:gd name="connsiteY0" fmla="*/ 1577527 h 2693375"/>
              <a:gd name="connsiteX1" fmla="*/ 1247775 w 7038975"/>
              <a:gd name="connsiteY1" fmla="*/ 1587052 h 2693375"/>
              <a:gd name="connsiteX2" fmla="*/ 1781175 w 7038975"/>
              <a:gd name="connsiteY2" fmla="*/ 1653727 h 2693375"/>
              <a:gd name="connsiteX3" fmla="*/ 3044766 w 7038975"/>
              <a:gd name="connsiteY3" fmla="*/ 34477 h 2693375"/>
              <a:gd name="connsiteX4" fmla="*/ 3867150 w 7038975"/>
              <a:gd name="connsiteY4" fmla="*/ 2606227 h 2693375"/>
              <a:gd name="connsiteX5" fmla="*/ 4371975 w 7038975"/>
              <a:gd name="connsiteY5" fmla="*/ 1539427 h 2693375"/>
              <a:gd name="connsiteX6" fmla="*/ 4714875 w 7038975"/>
              <a:gd name="connsiteY6" fmla="*/ 1710877 h 2693375"/>
              <a:gd name="connsiteX7" fmla="*/ 5057775 w 7038975"/>
              <a:gd name="connsiteY7" fmla="*/ 1568002 h 2693375"/>
              <a:gd name="connsiteX8" fmla="*/ 7038975 w 7038975"/>
              <a:gd name="connsiteY8" fmla="*/ 1577527 h 2693375"/>
              <a:gd name="connsiteX0" fmla="*/ 0 w 7038975"/>
              <a:gd name="connsiteY0" fmla="*/ 1581020 h 2696868"/>
              <a:gd name="connsiteX1" fmla="*/ 1247775 w 7038975"/>
              <a:gd name="connsiteY1" fmla="*/ 1590545 h 2696868"/>
              <a:gd name="connsiteX2" fmla="*/ 1781175 w 7038975"/>
              <a:gd name="connsiteY2" fmla="*/ 1657220 h 2696868"/>
              <a:gd name="connsiteX3" fmla="*/ 3044766 w 7038975"/>
              <a:gd name="connsiteY3" fmla="*/ 37970 h 2696868"/>
              <a:gd name="connsiteX4" fmla="*/ 3867150 w 7038975"/>
              <a:gd name="connsiteY4" fmla="*/ 2609720 h 2696868"/>
              <a:gd name="connsiteX5" fmla="*/ 4371975 w 7038975"/>
              <a:gd name="connsiteY5" fmla="*/ 1542920 h 2696868"/>
              <a:gd name="connsiteX6" fmla="*/ 4714875 w 7038975"/>
              <a:gd name="connsiteY6" fmla="*/ 1714370 h 2696868"/>
              <a:gd name="connsiteX7" fmla="*/ 5057775 w 7038975"/>
              <a:gd name="connsiteY7" fmla="*/ 1571495 h 2696868"/>
              <a:gd name="connsiteX8" fmla="*/ 7038975 w 7038975"/>
              <a:gd name="connsiteY8" fmla="*/ 1581020 h 2696868"/>
              <a:gd name="connsiteX0" fmla="*/ 0 w 7038975"/>
              <a:gd name="connsiteY0" fmla="*/ 1554647 h 2654211"/>
              <a:gd name="connsiteX1" fmla="*/ 1247775 w 7038975"/>
              <a:gd name="connsiteY1" fmla="*/ 1564172 h 2654211"/>
              <a:gd name="connsiteX2" fmla="*/ 1781175 w 7038975"/>
              <a:gd name="connsiteY2" fmla="*/ 1630847 h 2654211"/>
              <a:gd name="connsiteX3" fmla="*/ 3044766 w 7038975"/>
              <a:gd name="connsiteY3" fmla="*/ 11597 h 2654211"/>
              <a:gd name="connsiteX4" fmla="*/ 3892317 w 7038975"/>
              <a:gd name="connsiteY4" fmla="*/ 2583347 h 2654211"/>
              <a:gd name="connsiteX5" fmla="*/ 4371975 w 7038975"/>
              <a:gd name="connsiteY5" fmla="*/ 1516547 h 2654211"/>
              <a:gd name="connsiteX6" fmla="*/ 4714875 w 7038975"/>
              <a:gd name="connsiteY6" fmla="*/ 1687997 h 2654211"/>
              <a:gd name="connsiteX7" fmla="*/ 5057775 w 7038975"/>
              <a:gd name="connsiteY7" fmla="*/ 1545122 h 2654211"/>
              <a:gd name="connsiteX8" fmla="*/ 7038975 w 7038975"/>
              <a:gd name="connsiteY8" fmla="*/ 1554647 h 2654211"/>
              <a:gd name="connsiteX0" fmla="*/ 0 w 7038975"/>
              <a:gd name="connsiteY0" fmla="*/ 1554647 h 2701472"/>
              <a:gd name="connsiteX1" fmla="*/ 1247775 w 7038975"/>
              <a:gd name="connsiteY1" fmla="*/ 1564172 h 2701472"/>
              <a:gd name="connsiteX2" fmla="*/ 1781175 w 7038975"/>
              <a:gd name="connsiteY2" fmla="*/ 1630847 h 2701472"/>
              <a:gd name="connsiteX3" fmla="*/ 3044766 w 7038975"/>
              <a:gd name="connsiteY3" fmla="*/ 11597 h 2701472"/>
              <a:gd name="connsiteX4" fmla="*/ 3892317 w 7038975"/>
              <a:gd name="connsiteY4" fmla="*/ 2583347 h 2701472"/>
              <a:gd name="connsiteX5" fmla="*/ 4371975 w 7038975"/>
              <a:gd name="connsiteY5" fmla="*/ 1516547 h 2701472"/>
              <a:gd name="connsiteX6" fmla="*/ 4714875 w 7038975"/>
              <a:gd name="connsiteY6" fmla="*/ 1687997 h 2701472"/>
              <a:gd name="connsiteX7" fmla="*/ 5057775 w 7038975"/>
              <a:gd name="connsiteY7" fmla="*/ 1545122 h 2701472"/>
              <a:gd name="connsiteX8" fmla="*/ 7038975 w 7038975"/>
              <a:gd name="connsiteY8" fmla="*/ 1554647 h 2701472"/>
              <a:gd name="connsiteX0" fmla="*/ 0 w 7038975"/>
              <a:gd name="connsiteY0" fmla="*/ 1572688 h 2719513"/>
              <a:gd name="connsiteX1" fmla="*/ 1247775 w 7038975"/>
              <a:gd name="connsiteY1" fmla="*/ 1582213 h 2719513"/>
              <a:gd name="connsiteX2" fmla="*/ 1781175 w 7038975"/>
              <a:gd name="connsiteY2" fmla="*/ 1648888 h 2719513"/>
              <a:gd name="connsiteX3" fmla="*/ 3044766 w 7038975"/>
              <a:gd name="connsiteY3" fmla="*/ 29638 h 2719513"/>
              <a:gd name="connsiteX4" fmla="*/ 3892317 w 7038975"/>
              <a:gd name="connsiteY4" fmla="*/ 2601388 h 2719513"/>
              <a:gd name="connsiteX5" fmla="*/ 4371975 w 7038975"/>
              <a:gd name="connsiteY5" fmla="*/ 1534588 h 2719513"/>
              <a:gd name="connsiteX6" fmla="*/ 4714875 w 7038975"/>
              <a:gd name="connsiteY6" fmla="*/ 1706038 h 2719513"/>
              <a:gd name="connsiteX7" fmla="*/ 5057775 w 7038975"/>
              <a:gd name="connsiteY7" fmla="*/ 1563163 h 2719513"/>
              <a:gd name="connsiteX8" fmla="*/ 7038975 w 7038975"/>
              <a:gd name="connsiteY8" fmla="*/ 1572688 h 2719513"/>
              <a:gd name="connsiteX0" fmla="*/ 0 w 7038975"/>
              <a:gd name="connsiteY0" fmla="*/ 1571539 h 2718364"/>
              <a:gd name="connsiteX1" fmla="*/ 1247775 w 7038975"/>
              <a:gd name="connsiteY1" fmla="*/ 1581064 h 2718364"/>
              <a:gd name="connsiteX2" fmla="*/ 1781175 w 7038975"/>
              <a:gd name="connsiteY2" fmla="*/ 1647739 h 2718364"/>
              <a:gd name="connsiteX3" fmla="*/ 3044766 w 7038975"/>
              <a:gd name="connsiteY3" fmla="*/ 28489 h 2718364"/>
              <a:gd name="connsiteX4" fmla="*/ 3892317 w 7038975"/>
              <a:gd name="connsiteY4" fmla="*/ 2600239 h 2718364"/>
              <a:gd name="connsiteX5" fmla="*/ 4371975 w 7038975"/>
              <a:gd name="connsiteY5" fmla="*/ 1533439 h 2718364"/>
              <a:gd name="connsiteX6" fmla="*/ 4714875 w 7038975"/>
              <a:gd name="connsiteY6" fmla="*/ 1704889 h 2718364"/>
              <a:gd name="connsiteX7" fmla="*/ 5057775 w 7038975"/>
              <a:gd name="connsiteY7" fmla="*/ 1562014 h 2718364"/>
              <a:gd name="connsiteX8" fmla="*/ 7038975 w 7038975"/>
              <a:gd name="connsiteY8" fmla="*/ 1571539 h 2718364"/>
              <a:gd name="connsiteX0" fmla="*/ 0 w 7038975"/>
              <a:gd name="connsiteY0" fmla="*/ 1588754 h 2735579"/>
              <a:gd name="connsiteX1" fmla="*/ 1247775 w 7038975"/>
              <a:gd name="connsiteY1" fmla="*/ 1598279 h 2735579"/>
              <a:gd name="connsiteX2" fmla="*/ 1781175 w 7038975"/>
              <a:gd name="connsiteY2" fmla="*/ 1664954 h 2735579"/>
              <a:gd name="connsiteX3" fmla="*/ 3044766 w 7038975"/>
              <a:gd name="connsiteY3" fmla="*/ 45704 h 2735579"/>
              <a:gd name="connsiteX4" fmla="*/ 3892317 w 7038975"/>
              <a:gd name="connsiteY4" fmla="*/ 2617454 h 2735579"/>
              <a:gd name="connsiteX5" fmla="*/ 4371975 w 7038975"/>
              <a:gd name="connsiteY5" fmla="*/ 1550654 h 2735579"/>
              <a:gd name="connsiteX6" fmla="*/ 4714875 w 7038975"/>
              <a:gd name="connsiteY6" fmla="*/ 1722104 h 2735579"/>
              <a:gd name="connsiteX7" fmla="*/ 5057775 w 7038975"/>
              <a:gd name="connsiteY7" fmla="*/ 1579229 h 2735579"/>
              <a:gd name="connsiteX8" fmla="*/ 7038975 w 7038975"/>
              <a:gd name="connsiteY8" fmla="*/ 1588754 h 2735579"/>
              <a:gd name="connsiteX0" fmla="*/ 0 w 7038975"/>
              <a:gd name="connsiteY0" fmla="*/ 1588754 h 2703395"/>
              <a:gd name="connsiteX1" fmla="*/ 1247775 w 7038975"/>
              <a:gd name="connsiteY1" fmla="*/ 1598279 h 2703395"/>
              <a:gd name="connsiteX2" fmla="*/ 1781175 w 7038975"/>
              <a:gd name="connsiteY2" fmla="*/ 1664954 h 2703395"/>
              <a:gd name="connsiteX3" fmla="*/ 3044766 w 7038975"/>
              <a:gd name="connsiteY3" fmla="*/ 45704 h 2703395"/>
              <a:gd name="connsiteX4" fmla="*/ 3892317 w 7038975"/>
              <a:gd name="connsiteY4" fmla="*/ 2617454 h 2703395"/>
              <a:gd name="connsiteX5" fmla="*/ 4371975 w 7038975"/>
              <a:gd name="connsiteY5" fmla="*/ 1550654 h 2703395"/>
              <a:gd name="connsiteX6" fmla="*/ 4714875 w 7038975"/>
              <a:gd name="connsiteY6" fmla="*/ 1722104 h 2703395"/>
              <a:gd name="connsiteX7" fmla="*/ 5057775 w 7038975"/>
              <a:gd name="connsiteY7" fmla="*/ 1579229 h 2703395"/>
              <a:gd name="connsiteX8" fmla="*/ 7038975 w 7038975"/>
              <a:gd name="connsiteY8" fmla="*/ 1588754 h 2703395"/>
              <a:gd name="connsiteX0" fmla="*/ 0 w 7038975"/>
              <a:gd name="connsiteY0" fmla="*/ 1588754 h 2700607"/>
              <a:gd name="connsiteX1" fmla="*/ 1247775 w 7038975"/>
              <a:gd name="connsiteY1" fmla="*/ 1598279 h 2700607"/>
              <a:gd name="connsiteX2" fmla="*/ 1781175 w 7038975"/>
              <a:gd name="connsiteY2" fmla="*/ 1664954 h 2700607"/>
              <a:gd name="connsiteX3" fmla="*/ 3044766 w 7038975"/>
              <a:gd name="connsiteY3" fmla="*/ 45704 h 2700607"/>
              <a:gd name="connsiteX4" fmla="*/ 3892317 w 7038975"/>
              <a:gd name="connsiteY4" fmla="*/ 2617454 h 2700607"/>
              <a:gd name="connsiteX5" fmla="*/ 4371975 w 7038975"/>
              <a:gd name="connsiteY5" fmla="*/ 1550654 h 2700607"/>
              <a:gd name="connsiteX6" fmla="*/ 4714875 w 7038975"/>
              <a:gd name="connsiteY6" fmla="*/ 1722104 h 2700607"/>
              <a:gd name="connsiteX7" fmla="*/ 5057775 w 7038975"/>
              <a:gd name="connsiteY7" fmla="*/ 1579229 h 2700607"/>
              <a:gd name="connsiteX8" fmla="*/ 7038975 w 7038975"/>
              <a:gd name="connsiteY8" fmla="*/ 1588754 h 2700607"/>
              <a:gd name="connsiteX0" fmla="*/ 0 w 7038975"/>
              <a:gd name="connsiteY0" fmla="*/ 1554143 h 2668784"/>
              <a:gd name="connsiteX1" fmla="*/ 1247775 w 7038975"/>
              <a:gd name="connsiteY1" fmla="*/ 1563668 h 2668784"/>
              <a:gd name="connsiteX2" fmla="*/ 1781175 w 7038975"/>
              <a:gd name="connsiteY2" fmla="*/ 1630343 h 2668784"/>
              <a:gd name="connsiteX3" fmla="*/ 3044766 w 7038975"/>
              <a:gd name="connsiteY3" fmla="*/ 11093 h 2668784"/>
              <a:gd name="connsiteX4" fmla="*/ 3892317 w 7038975"/>
              <a:gd name="connsiteY4" fmla="*/ 2582843 h 2668784"/>
              <a:gd name="connsiteX5" fmla="*/ 4371975 w 7038975"/>
              <a:gd name="connsiteY5" fmla="*/ 1516043 h 2668784"/>
              <a:gd name="connsiteX6" fmla="*/ 4714875 w 7038975"/>
              <a:gd name="connsiteY6" fmla="*/ 1687493 h 2668784"/>
              <a:gd name="connsiteX7" fmla="*/ 5057775 w 7038975"/>
              <a:gd name="connsiteY7" fmla="*/ 1544618 h 2668784"/>
              <a:gd name="connsiteX8" fmla="*/ 7038975 w 7038975"/>
              <a:gd name="connsiteY8" fmla="*/ 1554143 h 2668784"/>
              <a:gd name="connsiteX0" fmla="*/ 0 w 7038975"/>
              <a:gd name="connsiteY0" fmla="*/ 1554143 h 2637179"/>
              <a:gd name="connsiteX1" fmla="*/ 1247775 w 7038975"/>
              <a:gd name="connsiteY1" fmla="*/ 1563668 h 2637179"/>
              <a:gd name="connsiteX2" fmla="*/ 1781175 w 7038975"/>
              <a:gd name="connsiteY2" fmla="*/ 1630343 h 2637179"/>
              <a:gd name="connsiteX3" fmla="*/ 3044766 w 7038975"/>
              <a:gd name="connsiteY3" fmla="*/ 11093 h 2637179"/>
              <a:gd name="connsiteX4" fmla="*/ 3892317 w 7038975"/>
              <a:gd name="connsiteY4" fmla="*/ 2582843 h 2637179"/>
              <a:gd name="connsiteX5" fmla="*/ 4371975 w 7038975"/>
              <a:gd name="connsiteY5" fmla="*/ 1516043 h 2637179"/>
              <a:gd name="connsiteX6" fmla="*/ 4714875 w 7038975"/>
              <a:gd name="connsiteY6" fmla="*/ 1687493 h 2637179"/>
              <a:gd name="connsiteX7" fmla="*/ 5057775 w 7038975"/>
              <a:gd name="connsiteY7" fmla="*/ 1544618 h 2637179"/>
              <a:gd name="connsiteX8" fmla="*/ 7038975 w 7038975"/>
              <a:gd name="connsiteY8" fmla="*/ 1554143 h 2637179"/>
              <a:gd name="connsiteX0" fmla="*/ 0 w 7038975"/>
              <a:gd name="connsiteY0" fmla="*/ 1725107 h 2808143"/>
              <a:gd name="connsiteX1" fmla="*/ 1247775 w 7038975"/>
              <a:gd name="connsiteY1" fmla="*/ 1734632 h 2808143"/>
              <a:gd name="connsiteX2" fmla="*/ 1781175 w 7038975"/>
              <a:gd name="connsiteY2" fmla="*/ 1801307 h 2808143"/>
              <a:gd name="connsiteX3" fmla="*/ 3044766 w 7038975"/>
              <a:gd name="connsiteY3" fmla="*/ 182057 h 2808143"/>
              <a:gd name="connsiteX4" fmla="*/ 3892317 w 7038975"/>
              <a:gd name="connsiteY4" fmla="*/ 2753807 h 2808143"/>
              <a:gd name="connsiteX5" fmla="*/ 4371975 w 7038975"/>
              <a:gd name="connsiteY5" fmla="*/ 1687007 h 2808143"/>
              <a:gd name="connsiteX6" fmla="*/ 4714875 w 7038975"/>
              <a:gd name="connsiteY6" fmla="*/ 1858457 h 2808143"/>
              <a:gd name="connsiteX7" fmla="*/ 5057775 w 7038975"/>
              <a:gd name="connsiteY7" fmla="*/ 1715582 h 2808143"/>
              <a:gd name="connsiteX8" fmla="*/ 7038975 w 7038975"/>
              <a:gd name="connsiteY8" fmla="*/ 1725107 h 2808143"/>
              <a:gd name="connsiteX0" fmla="*/ 0 w 7038975"/>
              <a:gd name="connsiteY0" fmla="*/ 1438664 h 2491059"/>
              <a:gd name="connsiteX1" fmla="*/ 1247775 w 7038975"/>
              <a:gd name="connsiteY1" fmla="*/ 1448189 h 2491059"/>
              <a:gd name="connsiteX2" fmla="*/ 1781175 w 7038975"/>
              <a:gd name="connsiteY2" fmla="*/ 1514864 h 2491059"/>
              <a:gd name="connsiteX3" fmla="*/ 3103489 w 7038975"/>
              <a:gd name="connsiteY3" fmla="*/ 206007 h 2491059"/>
              <a:gd name="connsiteX4" fmla="*/ 3892317 w 7038975"/>
              <a:gd name="connsiteY4" fmla="*/ 2467364 h 2491059"/>
              <a:gd name="connsiteX5" fmla="*/ 4371975 w 7038975"/>
              <a:gd name="connsiteY5" fmla="*/ 1400564 h 2491059"/>
              <a:gd name="connsiteX6" fmla="*/ 4714875 w 7038975"/>
              <a:gd name="connsiteY6" fmla="*/ 1572014 h 2491059"/>
              <a:gd name="connsiteX7" fmla="*/ 5057775 w 7038975"/>
              <a:gd name="connsiteY7" fmla="*/ 1429139 h 2491059"/>
              <a:gd name="connsiteX8" fmla="*/ 7038975 w 7038975"/>
              <a:gd name="connsiteY8" fmla="*/ 1438664 h 2491059"/>
              <a:gd name="connsiteX0" fmla="*/ 0 w 7038975"/>
              <a:gd name="connsiteY0" fmla="*/ 1350446 h 2402841"/>
              <a:gd name="connsiteX1" fmla="*/ 1247775 w 7038975"/>
              <a:gd name="connsiteY1" fmla="*/ 1359971 h 2402841"/>
              <a:gd name="connsiteX2" fmla="*/ 1781175 w 7038975"/>
              <a:gd name="connsiteY2" fmla="*/ 1426646 h 2402841"/>
              <a:gd name="connsiteX3" fmla="*/ 3103489 w 7038975"/>
              <a:gd name="connsiteY3" fmla="*/ 117789 h 2402841"/>
              <a:gd name="connsiteX4" fmla="*/ 3892317 w 7038975"/>
              <a:gd name="connsiteY4" fmla="*/ 2379146 h 2402841"/>
              <a:gd name="connsiteX5" fmla="*/ 4371975 w 7038975"/>
              <a:gd name="connsiteY5" fmla="*/ 1312346 h 2402841"/>
              <a:gd name="connsiteX6" fmla="*/ 4714875 w 7038975"/>
              <a:gd name="connsiteY6" fmla="*/ 1483796 h 2402841"/>
              <a:gd name="connsiteX7" fmla="*/ 5057775 w 7038975"/>
              <a:gd name="connsiteY7" fmla="*/ 1340921 h 2402841"/>
              <a:gd name="connsiteX8" fmla="*/ 7038975 w 7038975"/>
              <a:gd name="connsiteY8" fmla="*/ 1350446 h 2402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038975" h="2402841">
                <a:moveTo>
                  <a:pt x="0" y="1350446"/>
                </a:moveTo>
                <a:cubicBezTo>
                  <a:pt x="627856" y="1320283"/>
                  <a:pt x="950913" y="1347271"/>
                  <a:pt x="1247775" y="1359971"/>
                </a:cubicBezTo>
                <a:cubicBezTo>
                  <a:pt x="1544637" y="1372671"/>
                  <a:pt x="1471889" y="1633676"/>
                  <a:pt x="1781175" y="1426646"/>
                </a:cubicBezTo>
                <a:cubicBezTo>
                  <a:pt x="2090461" y="1219616"/>
                  <a:pt x="2911023" y="-452021"/>
                  <a:pt x="3103489" y="117789"/>
                </a:cubicBezTo>
                <a:cubicBezTo>
                  <a:pt x="3295955" y="687599"/>
                  <a:pt x="3680903" y="2180053"/>
                  <a:pt x="3892317" y="2379146"/>
                </a:cubicBezTo>
                <a:cubicBezTo>
                  <a:pt x="4103731" y="2578239"/>
                  <a:pt x="4234882" y="1461571"/>
                  <a:pt x="4371975" y="1312346"/>
                </a:cubicBezTo>
                <a:cubicBezTo>
                  <a:pt x="4509068" y="1163121"/>
                  <a:pt x="4600575" y="1479033"/>
                  <a:pt x="4714875" y="1483796"/>
                </a:cubicBezTo>
                <a:cubicBezTo>
                  <a:pt x="4829175" y="1488559"/>
                  <a:pt x="4860925" y="1363146"/>
                  <a:pt x="5057775" y="1340921"/>
                </a:cubicBezTo>
                <a:cubicBezTo>
                  <a:pt x="5445125" y="1318696"/>
                  <a:pt x="6859588" y="1299646"/>
                  <a:pt x="7038975" y="1350446"/>
                </a:cubicBezTo>
              </a:path>
            </a:pathLst>
          </a:cu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5EF0F2A-D4F1-468A-879D-925AFC3B8172}"/>
              </a:ext>
            </a:extLst>
          </p:cNvPr>
          <p:cNvCxnSpPr>
            <a:cxnSpLocks/>
          </p:cNvCxnSpPr>
          <p:nvPr/>
        </p:nvCxnSpPr>
        <p:spPr>
          <a:xfrm>
            <a:off x="7042884" y="1152606"/>
            <a:ext cx="0" cy="48367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50C6D8C-60F1-4FEE-B7F1-6D58C7262A07}"/>
              </a:ext>
            </a:extLst>
          </p:cNvPr>
          <p:cNvGrpSpPr/>
          <p:nvPr/>
        </p:nvGrpSpPr>
        <p:grpSpPr>
          <a:xfrm>
            <a:off x="7013861" y="1084997"/>
            <a:ext cx="865180" cy="4904323"/>
            <a:chOff x="7013861" y="1084997"/>
            <a:chExt cx="865180" cy="490432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773B596-5DCF-4D87-A308-D283B59909BE}"/>
                </a:ext>
              </a:extLst>
            </p:cNvPr>
            <p:cNvSpPr txBox="1"/>
            <p:nvPr/>
          </p:nvSpPr>
          <p:spPr>
            <a:xfrm>
              <a:off x="7013861" y="1084997"/>
              <a:ext cx="8605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Flight Phase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7B029B3-4BCC-4509-9491-4DD48E151152}"/>
                </a:ext>
              </a:extLst>
            </p:cNvPr>
            <p:cNvCxnSpPr>
              <a:cxnSpLocks/>
            </p:cNvCxnSpPr>
            <p:nvPr/>
          </p:nvCxnSpPr>
          <p:spPr>
            <a:xfrm>
              <a:off x="7879041" y="1143000"/>
              <a:ext cx="0" cy="484632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8183078-A12F-462D-91EF-A363ED151CF9}"/>
                  </a:ext>
                </a:extLst>
              </p:cNvPr>
              <p:cNvSpPr txBox="1"/>
              <p:nvPr/>
            </p:nvSpPr>
            <p:spPr>
              <a:xfrm>
                <a:off x="7373461" y="4565622"/>
                <a:ext cx="4719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8183078-A12F-462D-91EF-A363ED151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3461" y="4565622"/>
                <a:ext cx="47198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4FAB5ED-DAB5-4645-9B06-8D9F3298D8D9}"/>
              </a:ext>
            </a:extLst>
          </p:cNvPr>
          <p:cNvSpPr/>
          <p:nvPr/>
        </p:nvSpPr>
        <p:spPr>
          <a:xfrm>
            <a:off x="4000500" y="2381228"/>
            <a:ext cx="7010400" cy="2651543"/>
          </a:xfrm>
          <a:custGeom>
            <a:avLst/>
            <a:gdLst>
              <a:gd name="connsiteX0" fmla="*/ 0 w 7010400"/>
              <a:gd name="connsiteY0" fmla="*/ 2524237 h 2709693"/>
              <a:gd name="connsiteX1" fmla="*/ 1476375 w 7010400"/>
              <a:gd name="connsiteY1" fmla="*/ 2505187 h 2709693"/>
              <a:gd name="connsiteX2" fmla="*/ 1704975 w 7010400"/>
              <a:gd name="connsiteY2" fmla="*/ 2686162 h 2709693"/>
              <a:gd name="connsiteX3" fmla="*/ 1885950 w 7010400"/>
              <a:gd name="connsiteY3" fmla="*/ 2571862 h 2709693"/>
              <a:gd name="connsiteX4" fmla="*/ 2524125 w 7010400"/>
              <a:gd name="connsiteY4" fmla="*/ 2457562 h 2709693"/>
              <a:gd name="connsiteX5" fmla="*/ 3009900 w 7010400"/>
              <a:gd name="connsiteY5" fmla="*/ 2409937 h 2709693"/>
              <a:gd name="connsiteX6" fmla="*/ 3467100 w 7010400"/>
              <a:gd name="connsiteY6" fmla="*/ 112 h 2709693"/>
              <a:gd name="connsiteX7" fmla="*/ 3876675 w 7010400"/>
              <a:gd name="connsiteY7" fmla="*/ 2514712 h 2709693"/>
              <a:gd name="connsiteX8" fmla="*/ 4267200 w 7010400"/>
              <a:gd name="connsiteY8" fmla="*/ 2533762 h 2709693"/>
              <a:gd name="connsiteX9" fmla="*/ 4371975 w 7010400"/>
              <a:gd name="connsiteY9" fmla="*/ 2457562 h 2709693"/>
              <a:gd name="connsiteX10" fmla="*/ 4657725 w 7010400"/>
              <a:gd name="connsiteY10" fmla="*/ 2600437 h 2709693"/>
              <a:gd name="connsiteX11" fmla="*/ 5029200 w 7010400"/>
              <a:gd name="connsiteY11" fmla="*/ 2524237 h 2709693"/>
              <a:gd name="connsiteX12" fmla="*/ 7010400 w 7010400"/>
              <a:gd name="connsiteY12" fmla="*/ 2543287 h 2709693"/>
              <a:gd name="connsiteX0" fmla="*/ 0 w 7010400"/>
              <a:gd name="connsiteY0" fmla="*/ 2524237 h 2709693"/>
              <a:gd name="connsiteX1" fmla="*/ 1476375 w 7010400"/>
              <a:gd name="connsiteY1" fmla="*/ 2505187 h 2709693"/>
              <a:gd name="connsiteX2" fmla="*/ 1704975 w 7010400"/>
              <a:gd name="connsiteY2" fmla="*/ 2686162 h 2709693"/>
              <a:gd name="connsiteX3" fmla="*/ 2009775 w 7010400"/>
              <a:gd name="connsiteY3" fmla="*/ 2524237 h 2709693"/>
              <a:gd name="connsiteX4" fmla="*/ 2524125 w 7010400"/>
              <a:gd name="connsiteY4" fmla="*/ 2457562 h 2709693"/>
              <a:gd name="connsiteX5" fmla="*/ 3009900 w 7010400"/>
              <a:gd name="connsiteY5" fmla="*/ 2409937 h 2709693"/>
              <a:gd name="connsiteX6" fmla="*/ 3467100 w 7010400"/>
              <a:gd name="connsiteY6" fmla="*/ 112 h 2709693"/>
              <a:gd name="connsiteX7" fmla="*/ 3876675 w 7010400"/>
              <a:gd name="connsiteY7" fmla="*/ 2514712 h 2709693"/>
              <a:gd name="connsiteX8" fmla="*/ 4267200 w 7010400"/>
              <a:gd name="connsiteY8" fmla="*/ 2533762 h 2709693"/>
              <a:gd name="connsiteX9" fmla="*/ 4371975 w 7010400"/>
              <a:gd name="connsiteY9" fmla="*/ 2457562 h 2709693"/>
              <a:gd name="connsiteX10" fmla="*/ 4657725 w 7010400"/>
              <a:gd name="connsiteY10" fmla="*/ 2600437 h 2709693"/>
              <a:gd name="connsiteX11" fmla="*/ 5029200 w 7010400"/>
              <a:gd name="connsiteY11" fmla="*/ 2524237 h 2709693"/>
              <a:gd name="connsiteX12" fmla="*/ 7010400 w 7010400"/>
              <a:gd name="connsiteY12" fmla="*/ 2543287 h 2709693"/>
              <a:gd name="connsiteX0" fmla="*/ 0 w 7010400"/>
              <a:gd name="connsiteY0" fmla="*/ 2524237 h 2709693"/>
              <a:gd name="connsiteX1" fmla="*/ 1704975 w 7010400"/>
              <a:gd name="connsiteY1" fmla="*/ 2686162 h 2709693"/>
              <a:gd name="connsiteX2" fmla="*/ 2009775 w 7010400"/>
              <a:gd name="connsiteY2" fmla="*/ 252423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37 h 2709693"/>
              <a:gd name="connsiteX1" fmla="*/ 1704975 w 7010400"/>
              <a:gd name="connsiteY1" fmla="*/ 2619487 h 2709693"/>
              <a:gd name="connsiteX2" fmla="*/ 2009775 w 7010400"/>
              <a:gd name="connsiteY2" fmla="*/ 252423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37 h 2709693"/>
              <a:gd name="connsiteX1" fmla="*/ 1704975 w 7010400"/>
              <a:gd name="connsiteY1" fmla="*/ 2619487 h 2709693"/>
              <a:gd name="connsiteX2" fmla="*/ 2009775 w 7010400"/>
              <a:gd name="connsiteY2" fmla="*/ 252423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37 h 2709693"/>
              <a:gd name="connsiteX1" fmla="*/ 1704975 w 7010400"/>
              <a:gd name="connsiteY1" fmla="*/ 2619487 h 2709693"/>
              <a:gd name="connsiteX2" fmla="*/ 2085975 w 7010400"/>
              <a:gd name="connsiteY2" fmla="*/ 250518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37 h 2709693"/>
              <a:gd name="connsiteX1" fmla="*/ 1704975 w 7010400"/>
              <a:gd name="connsiteY1" fmla="*/ 2619487 h 2709693"/>
              <a:gd name="connsiteX2" fmla="*/ 2085975 w 7010400"/>
              <a:gd name="connsiteY2" fmla="*/ 250518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26 h 2709682"/>
              <a:gd name="connsiteX1" fmla="*/ 1704975 w 7010400"/>
              <a:gd name="connsiteY1" fmla="*/ 2619476 h 2709682"/>
              <a:gd name="connsiteX2" fmla="*/ 2085975 w 7010400"/>
              <a:gd name="connsiteY2" fmla="*/ 2505176 h 2709682"/>
              <a:gd name="connsiteX3" fmla="*/ 2524125 w 7010400"/>
              <a:gd name="connsiteY3" fmla="*/ 2457551 h 2709682"/>
              <a:gd name="connsiteX4" fmla="*/ 3009900 w 7010400"/>
              <a:gd name="connsiteY4" fmla="*/ 2409926 h 2709682"/>
              <a:gd name="connsiteX5" fmla="*/ 3467100 w 7010400"/>
              <a:gd name="connsiteY5" fmla="*/ 101 h 2709682"/>
              <a:gd name="connsiteX6" fmla="*/ 3876675 w 7010400"/>
              <a:gd name="connsiteY6" fmla="*/ 2514701 h 2709682"/>
              <a:gd name="connsiteX7" fmla="*/ 4267200 w 7010400"/>
              <a:gd name="connsiteY7" fmla="*/ 2533751 h 2709682"/>
              <a:gd name="connsiteX8" fmla="*/ 4371975 w 7010400"/>
              <a:gd name="connsiteY8" fmla="*/ 2457551 h 2709682"/>
              <a:gd name="connsiteX9" fmla="*/ 4657725 w 7010400"/>
              <a:gd name="connsiteY9" fmla="*/ 2600426 h 2709682"/>
              <a:gd name="connsiteX10" fmla="*/ 5029200 w 7010400"/>
              <a:gd name="connsiteY10" fmla="*/ 2524226 h 2709682"/>
              <a:gd name="connsiteX11" fmla="*/ 7010400 w 7010400"/>
              <a:gd name="connsiteY11" fmla="*/ 2543276 h 2709682"/>
              <a:gd name="connsiteX0" fmla="*/ 0 w 7010400"/>
              <a:gd name="connsiteY0" fmla="*/ 2524238 h 2709694"/>
              <a:gd name="connsiteX1" fmla="*/ 1704975 w 7010400"/>
              <a:gd name="connsiteY1" fmla="*/ 2619488 h 2709694"/>
              <a:gd name="connsiteX2" fmla="*/ 2085975 w 7010400"/>
              <a:gd name="connsiteY2" fmla="*/ 2505188 h 2709694"/>
              <a:gd name="connsiteX3" fmla="*/ 3009900 w 7010400"/>
              <a:gd name="connsiteY3" fmla="*/ 2409938 h 2709694"/>
              <a:gd name="connsiteX4" fmla="*/ 3467100 w 7010400"/>
              <a:gd name="connsiteY4" fmla="*/ 113 h 2709694"/>
              <a:gd name="connsiteX5" fmla="*/ 3876675 w 7010400"/>
              <a:gd name="connsiteY5" fmla="*/ 2514713 h 2709694"/>
              <a:gd name="connsiteX6" fmla="*/ 4267200 w 7010400"/>
              <a:gd name="connsiteY6" fmla="*/ 2533763 h 2709694"/>
              <a:gd name="connsiteX7" fmla="*/ 4371975 w 7010400"/>
              <a:gd name="connsiteY7" fmla="*/ 2457563 h 2709694"/>
              <a:gd name="connsiteX8" fmla="*/ 4657725 w 7010400"/>
              <a:gd name="connsiteY8" fmla="*/ 2600438 h 2709694"/>
              <a:gd name="connsiteX9" fmla="*/ 5029200 w 7010400"/>
              <a:gd name="connsiteY9" fmla="*/ 2524238 h 2709694"/>
              <a:gd name="connsiteX10" fmla="*/ 7010400 w 7010400"/>
              <a:gd name="connsiteY10" fmla="*/ 2543288 h 2709694"/>
              <a:gd name="connsiteX0" fmla="*/ 0 w 7010400"/>
              <a:gd name="connsiteY0" fmla="*/ 2524222 h 2709678"/>
              <a:gd name="connsiteX1" fmla="*/ 1704975 w 7010400"/>
              <a:gd name="connsiteY1" fmla="*/ 2619472 h 2709678"/>
              <a:gd name="connsiteX2" fmla="*/ 2085975 w 7010400"/>
              <a:gd name="connsiteY2" fmla="*/ 2505172 h 2709678"/>
              <a:gd name="connsiteX3" fmla="*/ 3009900 w 7010400"/>
              <a:gd name="connsiteY3" fmla="*/ 2409922 h 2709678"/>
              <a:gd name="connsiteX4" fmla="*/ 3467100 w 7010400"/>
              <a:gd name="connsiteY4" fmla="*/ 97 h 2709678"/>
              <a:gd name="connsiteX5" fmla="*/ 3876675 w 7010400"/>
              <a:gd name="connsiteY5" fmla="*/ 2514697 h 2709678"/>
              <a:gd name="connsiteX6" fmla="*/ 4267200 w 7010400"/>
              <a:gd name="connsiteY6" fmla="*/ 2533747 h 2709678"/>
              <a:gd name="connsiteX7" fmla="*/ 4371975 w 7010400"/>
              <a:gd name="connsiteY7" fmla="*/ 2457547 h 2709678"/>
              <a:gd name="connsiteX8" fmla="*/ 4657725 w 7010400"/>
              <a:gd name="connsiteY8" fmla="*/ 2600422 h 2709678"/>
              <a:gd name="connsiteX9" fmla="*/ 5029200 w 7010400"/>
              <a:gd name="connsiteY9" fmla="*/ 2524222 h 2709678"/>
              <a:gd name="connsiteX10" fmla="*/ 7010400 w 7010400"/>
              <a:gd name="connsiteY10" fmla="*/ 2543272 h 2709678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4 h 2680276"/>
              <a:gd name="connsiteX1" fmla="*/ 1704975 w 7010400"/>
              <a:gd name="connsiteY1" fmla="*/ 2619474 h 2680276"/>
              <a:gd name="connsiteX2" fmla="*/ 2085975 w 7010400"/>
              <a:gd name="connsiteY2" fmla="*/ 2505174 h 2680276"/>
              <a:gd name="connsiteX3" fmla="*/ 3009900 w 7010400"/>
              <a:gd name="connsiteY3" fmla="*/ 2409924 h 2680276"/>
              <a:gd name="connsiteX4" fmla="*/ 3467100 w 7010400"/>
              <a:gd name="connsiteY4" fmla="*/ 99 h 2680276"/>
              <a:gd name="connsiteX5" fmla="*/ 3876675 w 7010400"/>
              <a:gd name="connsiteY5" fmla="*/ 2514699 h 2680276"/>
              <a:gd name="connsiteX6" fmla="*/ 4371975 w 7010400"/>
              <a:gd name="connsiteY6" fmla="*/ 2457549 h 2680276"/>
              <a:gd name="connsiteX7" fmla="*/ 4657725 w 7010400"/>
              <a:gd name="connsiteY7" fmla="*/ 2600424 h 2680276"/>
              <a:gd name="connsiteX8" fmla="*/ 5029200 w 7010400"/>
              <a:gd name="connsiteY8" fmla="*/ 2524224 h 2680276"/>
              <a:gd name="connsiteX9" fmla="*/ 7010400 w 7010400"/>
              <a:gd name="connsiteY9" fmla="*/ 2543274 h 2680276"/>
              <a:gd name="connsiteX0" fmla="*/ 0 w 7010400"/>
              <a:gd name="connsiteY0" fmla="*/ 2524249 h 2694159"/>
              <a:gd name="connsiteX1" fmla="*/ 1704975 w 7010400"/>
              <a:gd name="connsiteY1" fmla="*/ 2619499 h 2694159"/>
              <a:gd name="connsiteX2" fmla="*/ 2085975 w 7010400"/>
              <a:gd name="connsiteY2" fmla="*/ 2505199 h 2694159"/>
              <a:gd name="connsiteX3" fmla="*/ 3009900 w 7010400"/>
              <a:gd name="connsiteY3" fmla="*/ 2409949 h 2694159"/>
              <a:gd name="connsiteX4" fmla="*/ 3467100 w 7010400"/>
              <a:gd name="connsiteY4" fmla="*/ 124 h 2694159"/>
              <a:gd name="connsiteX5" fmla="*/ 3876675 w 7010400"/>
              <a:gd name="connsiteY5" fmla="*/ 2514724 h 2694159"/>
              <a:gd name="connsiteX6" fmla="*/ 4371975 w 7010400"/>
              <a:gd name="connsiteY6" fmla="*/ 2457574 h 2694159"/>
              <a:gd name="connsiteX7" fmla="*/ 4657725 w 7010400"/>
              <a:gd name="connsiteY7" fmla="*/ 2600449 h 2694159"/>
              <a:gd name="connsiteX8" fmla="*/ 5029200 w 7010400"/>
              <a:gd name="connsiteY8" fmla="*/ 2524249 h 2694159"/>
              <a:gd name="connsiteX9" fmla="*/ 7010400 w 7010400"/>
              <a:gd name="connsiteY9" fmla="*/ 2543299 h 2694159"/>
              <a:gd name="connsiteX0" fmla="*/ 0 w 7010400"/>
              <a:gd name="connsiteY0" fmla="*/ 2526989 h 2683041"/>
              <a:gd name="connsiteX1" fmla="*/ 1704975 w 7010400"/>
              <a:gd name="connsiteY1" fmla="*/ 2622239 h 2683041"/>
              <a:gd name="connsiteX2" fmla="*/ 2085975 w 7010400"/>
              <a:gd name="connsiteY2" fmla="*/ 2507939 h 2683041"/>
              <a:gd name="connsiteX3" fmla="*/ 3105150 w 7010400"/>
              <a:gd name="connsiteY3" fmla="*/ 2050739 h 2683041"/>
              <a:gd name="connsiteX4" fmla="*/ 3467100 w 7010400"/>
              <a:gd name="connsiteY4" fmla="*/ 2864 h 2683041"/>
              <a:gd name="connsiteX5" fmla="*/ 3876675 w 7010400"/>
              <a:gd name="connsiteY5" fmla="*/ 2517464 h 2683041"/>
              <a:gd name="connsiteX6" fmla="*/ 4371975 w 7010400"/>
              <a:gd name="connsiteY6" fmla="*/ 2460314 h 2683041"/>
              <a:gd name="connsiteX7" fmla="*/ 4657725 w 7010400"/>
              <a:gd name="connsiteY7" fmla="*/ 2603189 h 2683041"/>
              <a:gd name="connsiteX8" fmla="*/ 5029200 w 7010400"/>
              <a:gd name="connsiteY8" fmla="*/ 2526989 h 2683041"/>
              <a:gd name="connsiteX9" fmla="*/ 7010400 w 7010400"/>
              <a:gd name="connsiteY9" fmla="*/ 2546039 h 2683041"/>
              <a:gd name="connsiteX0" fmla="*/ 0 w 7010400"/>
              <a:gd name="connsiteY0" fmla="*/ 2527006 h 2683058"/>
              <a:gd name="connsiteX1" fmla="*/ 1704975 w 7010400"/>
              <a:gd name="connsiteY1" fmla="*/ 2622256 h 2683058"/>
              <a:gd name="connsiteX2" fmla="*/ 2085975 w 7010400"/>
              <a:gd name="connsiteY2" fmla="*/ 2507956 h 2683058"/>
              <a:gd name="connsiteX3" fmla="*/ 3105150 w 7010400"/>
              <a:gd name="connsiteY3" fmla="*/ 2050756 h 2683058"/>
              <a:gd name="connsiteX4" fmla="*/ 3467100 w 7010400"/>
              <a:gd name="connsiteY4" fmla="*/ 2881 h 2683058"/>
              <a:gd name="connsiteX5" fmla="*/ 3876675 w 7010400"/>
              <a:gd name="connsiteY5" fmla="*/ 2517481 h 2683058"/>
              <a:gd name="connsiteX6" fmla="*/ 4371975 w 7010400"/>
              <a:gd name="connsiteY6" fmla="*/ 2460331 h 2683058"/>
              <a:gd name="connsiteX7" fmla="*/ 4657725 w 7010400"/>
              <a:gd name="connsiteY7" fmla="*/ 2603206 h 2683058"/>
              <a:gd name="connsiteX8" fmla="*/ 5029200 w 7010400"/>
              <a:gd name="connsiteY8" fmla="*/ 2527006 h 2683058"/>
              <a:gd name="connsiteX9" fmla="*/ 7010400 w 7010400"/>
              <a:gd name="connsiteY9" fmla="*/ 2546056 h 2683058"/>
              <a:gd name="connsiteX0" fmla="*/ 0 w 7010400"/>
              <a:gd name="connsiteY0" fmla="*/ 2527059 h 2683111"/>
              <a:gd name="connsiteX1" fmla="*/ 1704975 w 7010400"/>
              <a:gd name="connsiteY1" fmla="*/ 2622309 h 2683111"/>
              <a:gd name="connsiteX2" fmla="*/ 2085975 w 7010400"/>
              <a:gd name="connsiteY2" fmla="*/ 2508009 h 2683111"/>
              <a:gd name="connsiteX3" fmla="*/ 3105150 w 7010400"/>
              <a:gd name="connsiteY3" fmla="*/ 2050809 h 2683111"/>
              <a:gd name="connsiteX4" fmla="*/ 3467100 w 7010400"/>
              <a:gd name="connsiteY4" fmla="*/ 2934 h 2683111"/>
              <a:gd name="connsiteX5" fmla="*/ 3876675 w 7010400"/>
              <a:gd name="connsiteY5" fmla="*/ 2517534 h 2683111"/>
              <a:gd name="connsiteX6" fmla="*/ 4371975 w 7010400"/>
              <a:gd name="connsiteY6" fmla="*/ 2460384 h 2683111"/>
              <a:gd name="connsiteX7" fmla="*/ 4657725 w 7010400"/>
              <a:gd name="connsiteY7" fmla="*/ 2603259 h 2683111"/>
              <a:gd name="connsiteX8" fmla="*/ 5029200 w 7010400"/>
              <a:gd name="connsiteY8" fmla="*/ 2527059 h 2683111"/>
              <a:gd name="connsiteX9" fmla="*/ 7010400 w 7010400"/>
              <a:gd name="connsiteY9" fmla="*/ 2546109 h 2683111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371975 w 7010400"/>
              <a:gd name="connsiteY6" fmla="*/ 2457472 h 2619476"/>
              <a:gd name="connsiteX7" fmla="*/ 4657725 w 7010400"/>
              <a:gd name="connsiteY7" fmla="*/ 260034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371975 w 7010400"/>
              <a:gd name="connsiteY6" fmla="*/ 2457472 h 2619476"/>
              <a:gd name="connsiteX7" fmla="*/ 4657725 w 7010400"/>
              <a:gd name="connsiteY7" fmla="*/ 260034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371975 w 7010400"/>
              <a:gd name="connsiteY6" fmla="*/ 2457472 h 2619476"/>
              <a:gd name="connsiteX7" fmla="*/ 4657725 w 7010400"/>
              <a:gd name="connsiteY7" fmla="*/ 260034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19549"/>
              <a:gd name="connsiteX1" fmla="*/ 1704975 w 7010400"/>
              <a:gd name="connsiteY1" fmla="*/ 2619397 h 2619549"/>
              <a:gd name="connsiteX2" fmla="*/ 2085975 w 7010400"/>
              <a:gd name="connsiteY2" fmla="*/ 2505097 h 2619549"/>
              <a:gd name="connsiteX3" fmla="*/ 3105150 w 7010400"/>
              <a:gd name="connsiteY3" fmla="*/ 2047897 h 2619549"/>
              <a:gd name="connsiteX4" fmla="*/ 3467100 w 7010400"/>
              <a:gd name="connsiteY4" fmla="*/ 22 h 2619549"/>
              <a:gd name="connsiteX5" fmla="*/ 3743325 w 7010400"/>
              <a:gd name="connsiteY5" fmla="*/ 2085997 h 2619549"/>
              <a:gd name="connsiteX6" fmla="*/ 4371975 w 7010400"/>
              <a:gd name="connsiteY6" fmla="*/ 2457472 h 2619549"/>
              <a:gd name="connsiteX7" fmla="*/ 4657725 w 7010400"/>
              <a:gd name="connsiteY7" fmla="*/ 2600347 h 2619549"/>
              <a:gd name="connsiteX8" fmla="*/ 5029200 w 7010400"/>
              <a:gd name="connsiteY8" fmla="*/ 2524147 h 2619549"/>
              <a:gd name="connsiteX9" fmla="*/ 7010400 w 7010400"/>
              <a:gd name="connsiteY9" fmla="*/ 2543197 h 2619549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371975 w 7010400"/>
              <a:gd name="connsiteY6" fmla="*/ 2457472 h 2619476"/>
              <a:gd name="connsiteX7" fmla="*/ 4657725 w 7010400"/>
              <a:gd name="connsiteY7" fmla="*/ 260034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21425"/>
              <a:gd name="connsiteX1" fmla="*/ 1704975 w 7010400"/>
              <a:gd name="connsiteY1" fmla="*/ 2619397 h 2621425"/>
              <a:gd name="connsiteX2" fmla="*/ 2085975 w 7010400"/>
              <a:gd name="connsiteY2" fmla="*/ 2505097 h 2621425"/>
              <a:gd name="connsiteX3" fmla="*/ 3105150 w 7010400"/>
              <a:gd name="connsiteY3" fmla="*/ 2047897 h 2621425"/>
              <a:gd name="connsiteX4" fmla="*/ 3467100 w 7010400"/>
              <a:gd name="connsiteY4" fmla="*/ 22 h 2621425"/>
              <a:gd name="connsiteX5" fmla="*/ 3743325 w 7010400"/>
              <a:gd name="connsiteY5" fmla="*/ 2085997 h 2621425"/>
              <a:gd name="connsiteX6" fmla="*/ 4371975 w 7010400"/>
              <a:gd name="connsiteY6" fmla="*/ 2457472 h 2621425"/>
              <a:gd name="connsiteX7" fmla="*/ 4657725 w 7010400"/>
              <a:gd name="connsiteY7" fmla="*/ 2600347 h 2621425"/>
              <a:gd name="connsiteX8" fmla="*/ 5029200 w 7010400"/>
              <a:gd name="connsiteY8" fmla="*/ 2524147 h 2621425"/>
              <a:gd name="connsiteX9" fmla="*/ 7010400 w 7010400"/>
              <a:gd name="connsiteY9" fmla="*/ 2543197 h 2621425"/>
              <a:gd name="connsiteX0" fmla="*/ 0 w 7010400"/>
              <a:gd name="connsiteY0" fmla="*/ 2524147 h 2624686"/>
              <a:gd name="connsiteX1" fmla="*/ 1704975 w 7010400"/>
              <a:gd name="connsiteY1" fmla="*/ 2619397 h 2624686"/>
              <a:gd name="connsiteX2" fmla="*/ 2085975 w 7010400"/>
              <a:gd name="connsiteY2" fmla="*/ 2505097 h 2624686"/>
              <a:gd name="connsiteX3" fmla="*/ 3105150 w 7010400"/>
              <a:gd name="connsiteY3" fmla="*/ 2047897 h 2624686"/>
              <a:gd name="connsiteX4" fmla="*/ 3467100 w 7010400"/>
              <a:gd name="connsiteY4" fmla="*/ 22 h 2624686"/>
              <a:gd name="connsiteX5" fmla="*/ 3743325 w 7010400"/>
              <a:gd name="connsiteY5" fmla="*/ 2085997 h 2624686"/>
              <a:gd name="connsiteX6" fmla="*/ 4114800 w 7010400"/>
              <a:gd name="connsiteY6" fmla="*/ 2609872 h 2624686"/>
              <a:gd name="connsiteX7" fmla="*/ 4657725 w 7010400"/>
              <a:gd name="connsiteY7" fmla="*/ 2600347 h 2624686"/>
              <a:gd name="connsiteX8" fmla="*/ 5029200 w 7010400"/>
              <a:gd name="connsiteY8" fmla="*/ 2524147 h 2624686"/>
              <a:gd name="connsiteX9" fmla="*/ 7010400 w 7010400"/>
              <a:gd name="connsiteY9" fmla="*/ 2543197 h 2624686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114800 w 7010400"/>
              <a:gd name="connsiteY6" fmla="*/ 2609872 h 2619476"/>
              <a:gd name="connsiteX7" fmla="*/ 4429125 w 7010400"/>
              <a:gd name="connsiteY7" fmla="*/ 242889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38755"/>
              <a:gd name="connsiteX1" fmla="*/ 1704975 w 7010400"/>
              <a:gd name="connsiteY1" fmla="*/ 2619397 h 2638755"/>
              <a:gd name="connsiteX2" fmla="*/ 2085975 w 7010400"/>
              <a:gd name="connsiteY2" fmla="*/ 2505097 h 2638755"/>
              <a:gd name="connsiteX3" fmla="*/ 3105150 w 7010400"/>
              <a:gd name="connsiteY3" fmla="*/ 2047897 h 2638755"/>
              <a:gd name="connsiteX4" fmla="*/ 3467100 w 7010400"/>
              <a:gd name="connsiteY4" fmla="*/ 22 h 2638755"/>
              <a:gd name="connsiteX5" fmla="*/ 3743325 w 7010400"/>
              <a:gd name="connsiteY5" fmla="*/ 2085997 h 2638755"/>
              <a:gd name="connsiteX6" fmla="*/ 4114800 w 7010400"/>
              <a:gd name="connsiteY6" fmla="*/ 2609872 h 2638755"/>
              <a:gd name="connsiteX7" fmla="*/ 4429125 w 7010400"/>
              <a:gd name="connsiteY7" fmla="*/ 2428897 h 2638755"/>
              <a:gd name="connsiteX8" fmla="*/ 4895850 w 7010400"/>
              <a:gd name="connsiteY8" fmla="*/ 2638447 h 2638755"/>
              <a:gd name="connsiteX9" fmla="*/ 7010400 w 7010400"/>
              <a:gd name="connsiteY9" fmla="*/ 2543197 h 2638755"/>
              <a:gd name="connsiteX0" fmla="*/ 0 w 7010400"/>
              <a:gd name="connsiteY0" fmla="*/ 2524147 h 2638755"/>
              <a:gd name="connsiteX1" fmla="*/ 1704975 w 7010400"/>
              <a:gd name="connsiteY1" fmla="*/ 2619397 h 2638755"/>
              <a:gd name="connsiteX2" fmla="*/ 2085975 w 7010400"/>
              <a:gd name="connsiteY2" fmla="*/ 2505097 h 2638755"/>
              <a:gd name="connsiteX3" fmla="*/ 3105150 w 7010400"/>
              <a:gd name="connsiteY3" fmla="*/ 2047897 h 2638755"/>
              <a:gd name="connsiteX4" fmla="*/ 3467100 w 7010400"/>
              <a:gd name="connsiteY4" fmla="*/ 22 h 2638755"/>
              <a:gd name="connsiteX5" fmla="*/ 3743325 w 7010400"/>
              <a:gd name="connsiteY5" fmla="*/ 2085997 h 2638755"/>
              <a:gd name="connsiteX6" fmla="*/ 4114800 w 7010400"/>
              <a:gd name="connsiteY6" fmla="*/ 2609872 h 2638755"/>
              <a:gd name="connsiteX7" fmla="*/ 4429125 w 7010400"/>
              <a:gd name="connsiteY7" fmla="*/ 2428897 h 2638755"/>
              <a:gd name="connsiteX8" fmla="*/ 4895850 w 7010400"/>
              <a:gd name="connsiteY8" fmla="*/ 2638447 h 2638755"/>
              <a:gd name="connsiteX9" fmla="*/ 7010400 w 7010400"/>
              <a:gd name="connsiteY9" fmla="*/ 2543197 h 2638755"/>
              <a:gd name="connsiteX0" fmla="*/ 0 w 7010400"/>
              <a:gd name="connsiteY0" fmla="*/ 2524147 h 2651543"/>
              <a:gd name="connsiteX1" fmla="*/ 1704975 w 7010400"/>
              <a:gd name="connsiteY1" fmla="*/ 2619397 h 2651543"/>
              <a:gd name="connsiteX2" fmla="*/ 2085975 w 7010400"/>
              <a:gd name="connsiteY2" fmla="*/ 2505097 h 2651543"/>
              <a:gd name="connsiteX3" fmla="*/ 3105150 w 7010400"/>
              <a:gd name="connsiteY3" fmla="*/ 2047897 h 2651543"/>
              <a:gd name="connsiteX4" fmla="*/ 3467100 w 7010400"/>
              <a:gd name="connsiteY4" fmla="*/ 22 h 2651543"/>
              <a:gd name="connsiteX5" fmla="*/ 3743325 w 7010400"/>
              <a:gd name="connsiteY5" fmla="*/ 2085997 h 2651543"/>
              <a:gd name="connsiteX6" fmla="*/ 4114800 w 7010400"/>
              <a:gd name="connsiteY6" fmla="*/ 2609872 h 2651543"/>
              <a:gd name="connsiteX7" fmla="*/ 4429125 w 7010400"/>
              <a:gd name="connsiteY7" fmla="*/ 2428897 h 2651543"/>
              <a:gd name="connsiteX8" fmla="*/ 4895850 w 7010400"/>
              <a:gd name="connsiteY8" fmla="*/ 2638447 h 2651543"/>
              <a:gd name="connsiteX9" fmla="*/ 7010400 w 7010400"/>
              <a:gd name="connsiteY9" fmla="*/ 2543197 h 2651543"/>
              <a:gd name="connsiteX0" fmla="*/ 0 w 7010400"/>
              <a:gd name="connsiteY0" fmla="*/ 2524147 h 2651543"/>
              <a:gd name="connsiteX1" fmla="*/ 1704975 w 7010400"/>
              <a:gd name="connsiteY1" fmla="*/ 2619397 h 2651543"/>
              <a:gd name="connsiteX2" fmla="*/ 2085975 w 7010400"/>
              <a:gd name="connsiteY2" fmla="*/ 2505097 h 2651543"/>
              <a:gd name="connsiteX3" fmla="*/ 3105150 w 7010400"/>
              <a:gd name="connsiteY3" fmla="*/ 2047897 h 2651543"/>
              <a:gd name="connsiteX4" fmla="*/ 3467100 w 7010400"/>
              <a:gd name="connsiteY4" fmla="*/ 22 h 2651543"/>
              <a:gd name="connsiteX5" fmla="*/ 3743325 w 7010400"/>
              <a:gd name="connsiteY5" fmla="*/ 2085997 h 2651543"/>
              <a:gd name="connsiteX6" fmla="*/ 4114800 w 7010400"/>
              <a:gd name="connsiteY6" fmla="*/ 2609872 h 2651543"/>
              <a:gd name="connsiteX7" fmla="*/ 4429125 w 7010400"/>
              <a:gd name="connsiteY7" fmla="*/ 2428897 h 2651543"/>
              <a:gd name="connsiteX8" fmla="*/ 4895850 w 7010400"/>
              <a:gd name="connsiteY8" fmla="*/ 2638447 h 2651543"/>
              <a:gd name="connsiteX9" fmla="*/ 7010400 w 7010400"/>
              <a:gd name="connsiteY9" fmla="*/ 2543197 h 2651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010400" h="2651543">
                <a:moveTo>
                  <a:pt x="0" y="2524147"/>
                </a:moveTo>
                <a:cubicBezTo>
                  <a:pt x="1831578" y="2529306"/>
                  <a:pt x="1357313" y="2622572"/>
                  <a:pt x="1704975" y="2619397"/>
                </a:cubicBezTo>
                <a:cubicBezTo>
                  <a:pt x="2052637" y="2616222"/>
                  <a:pt x="1852613" y="2600347"/>
                  <a:pt x="2085975" y="2505097"/>
                </a:cubicBezTo>
                <a:cubicBezTo>
                  <a:pt x="2319338" y="2409847"/>
                  <a:pt x="2855913" y="2684485"/>
                  <a:pt x="3105150" y="2047897"/>
                </a:cubicBezTo>
                <a:cubicBezTo>
                  <a:pt x="3354387" y="1411309"/>
                  <a:pt x="3284538" y="-6328"/>
                  <a:pt x="3467100" y="22"/>
                </a:cubicBezTo>
                <a:cubicBezTo>
                  <a:pt x="3649662" y="6372"/>
                  <a:pt x="3635375" y="1651022"/>
                  <a:pt x="3743325" y="2085997"/>
                </a:cubicBezTo>
                <a:cubicBezTo>
                  <a:pt x="3851275" y="2520972"/>
                  <a:pt x="4000500" y="2552722"/>
                  <a:pt x="4114800" y="2609872"/>
                </a:cubicBezTo>
                <a:cubicBezTo>
                  <a:pt x="4229100" y="2667022"/>
                  <a:pt x="4298950" y="2424135"/>
                  <a:pt x="4429125" y="2428897"/>
                </a:cubicBezTo>
                <a:cubicBezTo>
                  <a:pt x="4559300" y="2433660"/>
                  <a:pt x="4675188" y="2714647"/>
                  <a:pt x="4895850" y="2638447"/>
                </a:cubicBezTo>
                <a:cubicBezTo>
                  <a:pt x="5211762" y="2524147"/>
                  <a:pt x="5408613" y="2524147"/>
                  <a:pt x="7010400" y="2543197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233719-8024-43B9-A4E8-E95044FD2D32}"/>
              </a:ext>
            </a:extLst>
          </p:cNvPr>
          <p:cNvCxnSpPr>
            <a:cxnSpLocks/>
          </p:cNvCxnSpPr>
          <p:nvPr/>
        </p:nvCxnSpPr>
        <p:spPr>
          <a:xfrm flipV="1">
            <a:off x="7472144" y="2256639"/>
            <a:ext cx="0" cy="3720243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A8E22F7-53F6-4231-A9D0-B21264A75FF2}"/>
              </a:ext>
            </a:extLst>
          </p:cNvPr>
          <p:cNvCxnSpPr>
            <a:cxnSpLocks/>
          </p:cNvCxnSpPr>
          <p:nvPr/>
        </p:nvCxnSpPr>
        <p:spPr>
          <a:xfrm>
            <a:off x="9216583" y="1602344"/>
            <a:ext cx="31432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7DCBE09-0D21-487E-8BCF-DA0BBBFF1BCF}"/>
              </a:ext>
            </a:extLst>
          </p:cNvPr>
          <p:cNvSpPr txBox="1"/>
          <p:nvPr/>
        </p:nvSpPr>
        <p:spPr>
          <a:xfrm>
            <a:off x="9506944" y="1417678"/>
            <a:ext cx="2562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Velocity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E24C0C6-CDC7-4F64-AC41-2F9885BE0443}"/>
              </a:ext>
            </a:extLst>
          </p:cNvPr>
          <p:cNvCxnSpPr>
            <a:cxnSpLocks/>
          </p:cNvCxnSpPr>
          <p:nvPr/>
        </p:nvCxnSpPr>
        <p:spPr>
          <a:xfrm>
            <a:off x="9222339" y="1916897"/>
            <a:ext cx="323850" cy="0"/>
          </a:xfrm>
          <a:prstGeom prst="line">
            <a:avLst/>
          </a:prstGeom>
          <a:ln w="190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1490FF9-7344-48EB-BCB6-82CD6665168D}"/>
              </a:ext>
            </a:extLst>
          </p:cNvPr>
          <p:cNvSpPr txBox="1"/>
          <p:nvPr/>
        </p:nvSpPr>
        <p:spPr>
          <a:xfrm>
            <a:off x="9516469" y="1732231"/>
            <a:ext cx="2562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Displacement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A81E97-09AD-48B7-8687-60E580A75F58}"/>
              </a:ext>
            </a:extLst>
          </p:cNvPr>
          <p:cNvSpPr txBox="1"/>
          <p:nvPr/>
        </p:nvSpPr>
        <p:spPr>
          <a:xfrm>
            <a:off x="9159716" y="4917764"/>
            <a:ext cx="1272224" cy="58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Time (s)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DB40677-0CE1-4119-9B8B-5F2F9C49791A}"/>
                  </a:ext>
                </a:extLst>
              </p:cNvPr>
              <p:cNvSpPr txBox="1"/>
              <p:nvPr/>
            </p:nvSpPr>
            <p:spPr>
              <a:xfrm>
                <a:off x="6692331" y="4861829"/>
                <a:ext cx="4264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DB40677-0CE1-4119-9B8B-5F2F9C497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2331" y="4861829"/>
                <a:ext cx="42646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7940653-EDE5-4FF2-A99C-96F7A7CADFB5}"/>
                  </a:ext>
                </a:extLst>
              </p:cNvPr>
              <p:cNvSpPr txBox="1"/>
              <p:nvPr/>
            </p:nvSpPr>
            <p:spPr>
              <a:xfrm>
                <a:off x="7843511" y="4880022"/>
                <a:ext cx="420243" cy="391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7940653-EDE5-4FF2-A99C-96F7A7CAD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3511" y="4880022"/>
                <a:ext cx="420243" cy="391582"/>
              </a:xfrm>
              <a:prstGeom prst="rect">
                <a:avLst/>
              </a:prstGeom>
              <a:blipFill>
                <a:blip r:embed="rId6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BA87609-BC58-4A3C-84AB-24DF8D7615B6}"/>
                  </a:ext>
                </a:extLst>
              </p:cNvPr>
              <p:cNvSpPr txBox="1"/>
              <p:nvPr/>
            </p:nvSpPr>
            <p:spPr>
              <a:xfrm>
                <a:off x="7134928" y="4882308"/>
                <a:ext cx="4371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BA87609-BC58-4A3C-84AB-24DF8D761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4928" y="4882308"/>
                <a:ext cx="43717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BB0E2F4-ED32-4333-A354-642F822296C6}"/>
              </a:ext>
            </a:extLst>
          </p:cNvPr>
          <p:cNvCxnSpPr>
            <a:cxnSpLocks/>
          </p:cNvCxnSpPr>
          <p:nvPr/>
        </p:nvCxnSpPr>
        <p:spPr>
          <a:xfrm>
            <a:off x="7269167" y="2162359"/>
            <a:ext cx="188740" cy="21312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324FAB5-BE9B-4190-AB36-51B058537481}"/>
                  </a:ext>
                </a:extLst>
              </p:cNvPr>
              <p:cNvSpPr txBox="1"/>
              <p:nvPr/>
            </p:nvSpPr>
            <p:spPr>
              <a:xfrm>
                <a:off x="7075813" y="1787010"/>
                <a:ext cx="3633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h</m:t>
                      </m:r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324FAB5-BE9B-4190-AB36-51B058537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813" y="1787010"/>
                <a:ext cx="36336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0172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70E468-A00E-B9BD-6B73-DCCF3FF5E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L Brayne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8CBE47-F8F8-CF3E-06BC-9EF437829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0372B-7A70-4720-BE76-74D1F89F8279}" type="slidenum">
              <a:rPr lang="en-GB" smtClean="0"/>
              <a:t>18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6D5CC4-270F-C05B-7FD3-C389EDDC7683}"/>
              </a:ext>
            </a:extLst>
          </p:cNvPr>
          <p:cNvSpPr txBox="1"/>
          <p:nvPr/>
        </p:nvSpPr>
        <p:spPr>
          <a:xfrm>
            <a:off x="1082448" y="2400300"/>
            <a:ext cx="100271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bg1"/>
                </a:solidFill>
              </a:rPr>
              <a:t>Conservation of energy</a:t>
            </a:r>
          </a:p>
        </p:txBody>
      </p:sp>
    </p:spTree>
    <p:extLst>
      <p:ext uri="{BB962C8B-B14F-4D97-AF65-F5344CB8AC3E}">
        <p14:creationId xmlns:p14="http://schemas.microsoft.com/office/powerpoint/2010/main" val="2862149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4B04BC-F8BA-4A57-BABD-84CDDA86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Conservation of Energy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3346D34-FE3E-428F-98A1-92A35440A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7BEEBE34-6403-435D-8AD7-2A66A9716EA3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/>
              <a:lstStyle/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𝑚𝑔h</m:t>
                      </m:r>
                    </m:oMath>
                  </m:oMathPara>
                </a14:m>
                <a:endParaRPr lang="en-GB" b="0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7BEEBE34-6403-435D-8AD7-2A66A9716E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937D74-1932-4A02-961C-7CD6445D1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 Brayne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AECFD-3E16-4D02-BB81-6DFCDE04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60372B-7A70-4720-BE76-74D1F89F827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571A7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571A7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0A9234E-0AB4-4D5C-9827-12EF23CDE1AD}"/>
              </a:ext>
            </a:extLst>
          </p:cNvPr>
          <p:cNvGrpSpPr/>
          <p:nvPr/>
        </p:nvGrpSpPr>
        <p:grpSpPr>
          <a:xfrm>
            <a:off x="3572968" y="1143000"/>
            <a:ext cx="7752257" cy="5191333"/>
            <a:chOff x="3572968" y="1143000"/>
            <a:chExt cx="7752257" cy="5191333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E857FA9-195A-41E6-BF7E-45C507D48A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811" y="1143000"/>
              <a:ext cx="0" cy="4527239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D95CEBC-03F2-428E-B3AC-B3356BCC2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811" y="5670239"/>
              <a:ext cx="7338414" cy="2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58D4CE1-F3A3-4CF4-9BA8-B8A983B5A2C5}"/>
                </a:ext>
              </a:extLst>
            </p:cNvPr>
            <p:cNvSpPr txBox="1"/>
            <p:nvPr/>
          </p:nvSpPr>
          <p:spPr>
            <a:xfrm rot="16200000">
              <a:off x="3021919" y="3056121"/>
              <a:ext cx="14714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Z Force (N)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E95A34C-0733-407E-AB2E-85C8C8050E86}"/>
                </a:ext>
              </a:extLst>
            </p:cNvPr>
            <p:cNvSpPr txBox="1"/>
            <p:nvPr/>
          </p:nvSpPr>
          <p:spPr>
            <a:xfrm>
              <a:off x="7259498" y="5752330"/>
              <a:ext cx="1272224" cy="5820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Time (s)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8485BFD-8466-4E33-9DCC-B733BE986B56}"/>
              </a:ext>
            </a:extLst>
          </p:cNvPr>
          <p:cNvGrpSpPr/>
          <p:nvPr/>
        </p:nvGrpSpPr>
        <p:grpSpPr>
          <a:xfrm>
            <a:off x="4014274" y="1781403"/>
            <a:ext cx="7053777" cy="3891987"/>
            <a:chOff x="4026736" y="2048125"/>
            <a:chExt cx="7971332" cy="246980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89D2AD3-8343-4750-9685-4740E193E967}"/>
                </a:ext>
              </a:extLst>
            </p:cNvPr>
            <p:cNvSpPr/>
            <p:nvPr/>
          </p:nvSpPr>
          <p:spPr>
            <a:xfrm>
              <a:off x="4026736" y="3317476"/>
              <a:ext cx="3422687" cy="1200455"/>
            </a:xfrm>
            <a:custGeom>
              <a:avLst/>
              <a:gdLst>
                <a:gd name="connsiteX0" fmla="*/ 0 w 2407641"/>
                <a:gd name="connsiteY0" fmla="*/ 724024 h 1277697"/>
                <a:gd name="connsiteX1" fmla="*/ 763399 w 2407641"/>
                <a:gd name="connsiteY1" fmla="*/ 732413 h 1277697"/>
                <a:gd name="connsiteX2" fmla="*/ 1082180 w 2407641"/>
                <a:gd name="connsiteY2" fmla="*/ 942137 h 1277697"/>
                <a:gd name="connsiteX3" fmla="*/ 2122415 w 2407641"/>
                <a:gd name="connsiteY3" fmla="*/ 2570 h 1277697"/>
                <a:gd name="connsiteX4" fmla="*/ 2407641 w 2407641"/>
                <a:gd name="connsiteY4" fmla="*/ 1277697 h 1277697"/>
                <a:gd name="connsiteX0" fmla="*/ 0 w 2407641"/>
                <a:gd name="connsiteY0" fmla="*/ 724028 h 1277701"/>
                <a:gd name="connsiteX1" fmla="*/ 587230 w 2407641"/>
                <a:gd name="connsiteY1" fmla="*/ 740806 h 1277701"/>
                <a:gd name="connsiteX2" fmla="*/ 1082180 w 2407641"/>
                <a:gd name="connsiteY2" fmla="*/ 942141 h 1277701"/>
                <a:gd name="connsiteX3" fmla="*/ 2122415 w 2407641"/>
                <a:gd name="connsiteY3" fmla="*/ 2574 h 1277701"/>
                <a:gd name="connsiteX4" fmla="*/ 2407641 w 2407641"/>
                <a:gd name="connsiteY4" fmla="*/ 1277701 h 1277701"/>
                <a:gd name="connsiteX0" fmla="*/ 0 w 2407641"/>
                <a:gd name="connsiteY0" fmla="*/ 724205 h 1277878"/>
                <a:gd name="connsiteX1" fmla="*/ 587230 w 2407641"/>
                <a:gd name="connsiteY1" fmla="*/ 740983 h 1277878"/>
                <a:gd name="connsiteX2" fmla="*/ 1115736 w 2407641"/>
                <a:gd name="connsiteY2" fmla="*/ 883596 h 1277878"/>
                <a:gd name="connsiteX3" fmla="*/ 2122415 w 2407641"/>
                <a:gd name="connsiteY3" fmla="*/ 2751 h 1277878"/>
                <a:gd name="connsiteX4" fmla="*/ 2407641 w 2407641"/>
                <a:gd name="connsiteY4" fmla="*/ 1277878 h 1277878"/>
                <a:gd name="connsiteX0" fmla="*/ 0 w 2407641"/>
                <a:gd name="connsiteY0" fmla="*/ 740939 h 1294612"/>
                <a:gd name="connsiteX1" fmla="*/ 587230 w 2407641"/>
                <a:gd name="connsiteY1" fmla="*/ 757717 h 1294612"/>
                <a:gd name="connsiteX2" fmla="*/ 1115736 w 2407641"/>
                <a:gd name="connsiteY2" fmla="*/ 900330 h 1294612"/>
                <a:gd name="connsiteX3" fmla="*/ 2206305 w 2407641"/>
                <a:gd name="connsiteY3" fmla="*/ 2707 h 1294612"/>
                <a:gd name="connsiteX4" fmla="*/ 2407641 w 2407641"/>
                <a:gd name="connsiteY4" fmla="*/ 1294612 h 1294612"/>
                <a:gd name="connsiteX0" fmla="*/ 0 w 2407641"/>
                <a:gd name="connsiteY0" fmla="*/ 740939 h 1294612"/>
                <a:gd name="connsiteX1" fmla="*/ 587230 w 2407641"/>
                <a:gd name="connsiteY1" fmla="*/ 757717 h 1294612"/>
                <a:gd name="connsiteX2" fmla="*/ 1115736 w 2407641"/>
                <a:gd name="connsiteY2" fmla="*/ 900330 h 1294612"/>
                <a:gd name="connsiteX3" fmla="*/ 2206305 w 2407641"/>
                <a:gd name="connsiteY3" fmla="*/ 2707 h 1294612"/>
                <a:gd name="connsiteX4" fmla="*/ 2407641 w 2407641"/>
                <a:gd name="connsiteY4" fmla="*/ 1294612 h 1294612"/>
                <a:gd name="connsiteX0" fmla="*/ 0 w 2407641"/>
                <a:gd name="connsiteY0" fmla="*/ 739094 h 1292767"/>
                <a:gd name="connsiteX1" fmla="*/ 587230 w 2407641"/>
                <a:gd name="connsiteY1" fmla="*/ 755872 h 1292767"/>
                <a:gd name="connsiteX2" fmla="*/ 1115736 w 2407641"/>
                <a:gd name="connsiteY2" fmla="*/ 898485 h 1292767"/>
                <a:gd name="connsiteX3" fmla="*/ 2206305 w 2407641"/>
                <a:gd name="connsiteY3" fmla="*/ 862 h 1292767"/>
                <a:gd name="connsiteX4" fmla="*/ 2407641 w 2407641"/>
                <a:gd name="connsiteY4" fmla="*/ 1292767 h 1292767"/>
                <a:gd name="connsiteX0" fmla="*/ 0 w 2407641"/>
                <a:gd name="connsiteY0" fmla="*/ 739094 h 1311817"/>
                <a:gd name="connsiteX1" fmla="*/ 587230 w 2407641"/>
                <a:gd name="connsiteY1" fmla="*/ 755872 h 1311817"/>
                <a:gd name="connsiteX2" fmla="*/ 1115736 w 2407641"/>
                <a:gd name="connsiteY2" fmla="*/ 898485 h 1311817"/>
                <a:gd name="connsiteX3" fmla="*/ 2206305 w 2407641"/>
                <a:gd name="connsiteY3" fmla="*/ 862 h 1311817"/>
                <a:gd name="connsiteX4" fmla="*/ 2407641 w 2407641"/>
                <a:gd name="connsiteY4" fmla="*/ 1311817 h 1311817"/>
                <a:gd name="connsiteX0" fmla="*/ 0 w 2407641"/>
                <a:gd name="connsiteY0" fmla="*/ 739094 h 1311817"/>
                <a:gd name="connsiteX1" fmla="*/ 587230 w 2407641"/>
                <a:gd name="connsiteY1" fmla="*/ 755872 h 1311817"/>
                <a:gd name="connsiteX2" fmla="*/ 1115736 w 2407641"/>
                <a:gd name="connsiteY2" fmla="*/ 898485 h 1311817"/>
                <a:gd name="connsiteX3" fmla="*/ 2206305 w 2407641"/>
                <a:gd name="connsiteY3" fmla="*/ 862 h 1311817"/>
                <a:gd name="connsiteX4" fmla="*/ 2407641 w 2407641"/>
                <a:gd name="connsiteY4" fmla="*/ 1311817 h 1311817"/>
                <a:gd name="connsiteX0" fmla="*/ 0 w 2407641"/>
                <a:gd name="connsiteY0" fmla="*/ 743616 h 1316339"/>
                <a:gd name="connsiteX1" fmla="*/ 587230 w 2407641"/>
                <a:gd name="connsiteY1" fmla="*/ 760394 h 1316339"/>
                <a:gd name="connsiteX2" fmla="*/ 1115736 w 2407641"/>
                <a:gd name="connsiteY2" fmla="*/ 903007 h 1316339"/>
                <a:gd name="connsiteX3" fmla="*/ 2206305 w 2407641"/>
                <a:gd name="connsiteY3" fmla="*/ 5384 h 1316339"/>
                <a:gd name="connsiteX4" fmla="*/ 2407641 w 2407641"/>
                <a:gd name="connsiteY4" fmla="*/ 1316339 h 1316339"/>
                <a:gd name="connsiteX0" fmla="*/ 0 w 2407641"/>
                <a:gd name="connsiteY0" fmla="*/ 775442 h 1348165"/>
                <a:gd name="connsiteX1" fmla="*/ 587230 w 2407641"/>
                <a:gd name="connsiteY1" fmla="*/ 792220 h 1348165"/>
                <a:gd name="connsiteX2" fmla="*/ 1115736 w 2407641"/>
                <a:gd name="connsiteY2" fmla="*/ 934833 h 1348165"/>
                <a:gd name="connsiteX3" fmla="*/ 1804311 w 2407641"/>
                <a:gd name="connsiteY3" fmla="*/ 435447 h 1348165"/>
                <a:gd name="connsiteX4" fmla="*/ 2206305 w 2407641"/>
                <a:gd name="connsiteY4" fmla="*/ 37210 h 1348165"/>
                <a:gd name="connsiteX5" fmla="*/ 2407641 w 2407641"/>
                <a:gd name="connsiteY5" fmla="*/ 1348165 h 1348165"/>
                <a:gd name="connsiteX0" fmla="*/ 0 w 2407641"/>
                <a:gd name="connsiteY0" fmla="*/ 775442 h 1348165"/>
                <a:gd name="connsiteX1" fmla="*/ 587230 w 2407641"/>
                <a:gd name="connsiteY1" fmla="*/ 792220 h 1348165"/>
                <a:gd name="connsiteX2" fmla="*/ 970479 w 2407641"/>
                <a:gd name="connsiteY2" fmla="*/ 958645 h 1348165"/>
                <a:gd name="connsiteX3" fmla="*/ 1804311 w 2407641"/>
                <a:gd name="connsiteY3" fmla="*/ 435447 h 1348165"/>
                <a:gd name="connsiteX4" fmla="*/ 2206305 w 2407641"/>
                <a:gd name="connsiteY4" fmla="*/ 37210 h 1348165"/>
                <a:gd name="connsiteX5" fmla="*/ 2407641 w 2407641"/>
                <a:gd name="connsiteY5" fmla="*/ 1348165 h 1348165"/>
                <a:gd name="connsiteX0" fmla="*/ 0 w 2407641"/>
                <a:gd name="connsiteY0" fmla="*/ 775442 h 1350546"/>
                <a:gd name="connsiteX1" fmla="*/ 587230 w 2407641"/>
                <a:gd name="connsiteY1" fmla="*/ 792220 h 1350546"/>
                <a:gd name="connsiteX2" fmla="*/ 970479 w 2407641"/>
                <a:gd name="connsiteY2" fmla="*/ 958645 h 1350546"/>
                <a:gd name="connsiteX3" fmla="*/ 1804311 w 2407641"/>
                <a:gd name="connsiteY3" fmla="*/ 435447 h 1350546"/>
                <a:gd name="connsiteX4" fmla="*/ 2206305 w 2407641"/>
                <a:gd name="connsiteY4" fmla="*/ 37210 h 1350546"/>
                <a:gd name="connsiteX5" fmla="*/ 2407641 w 2407641"/>
                <a:gd name="connsiteY5" fmla="*/ 1350546 h 1350546"/>
                <a:gd name="connsiteX0" fmla="*/ 0 w 3422688"/>
                <a:gd name="connsiteY0" fmla="*/ 799254 h 1350546"/>
                <a:gd name="connsiteX1" fmla="*/ 1602277 w 3422688"/>
                <a:gd name="connsiteY1" fmla="*/ 792220 h 1350546"/>
                <a:gd name="connsiteX2" fmla="*/ 1985526 w 3422688"/>
                <a:gd name="connsiteY2" fmla="*/ 958645 h 1350546"/>
                <a:gd name="connsiteX3" fmla="*/ 2819358 w 3422688"/>
                <a:gd name="connsiteY3" fmla="*/ 435447 h 1350546"/>
                <a:gd name="connsiteX4" fmla="*/ 3221352 w 3422688"/>
                <a:gd name="connsiteY4" fmla="*/ 37210 h 1350546"/>
                <a:gd name="connsiteX5" fmla="*/ 3422688 w 3422688"/>
                <a:gd name="connsiteY5" fmla="*/ 1350546 h 1350546"/>
                <a:gd name="connsiteX0" fmla="*/ 0 w 3422688"/>
                <a:gd name="connsiteY0" fmla="*/ 799254 h 1350546"/>
                <a:gd name="connsiteX1" fmla="*/ 1602277 w 3422688"/>
                <a:gd name="connsiteY1" fmla="*/ 792220 h 1350546"/>
                <a:gd name="connsiteX2" fmla="*/ 1985526 w 3422688"/>
                <a:gd name="connsiteY2" fmla="*/ 958645 h 1350546"/>
                <a:gd name="connsiteX3" fmla="*/ 2819358 w 3422688"/>
                <a:gd name="connsiteY3" fmla="*/ 435447 h 1350546"/>
                <a:gd name="connsiteX4" fmla="*/ 3221352 w 3422688"/>
                <a:gd name="connsiteY4" fmla="*/ 37210 h 1350546"/>
                <a:gd name="connsiteX5" fmla="*/ 3422688 w 3422688"/>
                <a:gd name="connsiteY5" fmla="*/ 1350546 h 1350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22688" h="1350546">
                  <a:moveTo>
                    <a:pt x="0" y="799254"/>
                  </a:moveTo>
                  <a:cubicBezTo>
                    <a:pt x="727469" y="799560"/>
                    <a:pt x="1271356" y="765655"/>
                    <a:pt x="1602277" y="792220"/>
                  </a:cubicBezTo>
                  <a:cubicBezTo>
                    <a:pt x="1933198" y="818785"/>
                    <a:pt x="1782679" y="1018107"/>
                    <a:pt x="1985526" y="958645"/>
                  </a:cubicBezTo>
                  <a:cubicBezTo>
                    <a:pt x="2188373" y="899183"/>
                    <a:pt x="2637597" y="585051"/>
                    <a:pt x="2819358" y="435447"/>
                  </a:cubicBezTo>
                  <a:cubicBezTo>
                    <a:pt x="3001120" y="285843"/>
                    <a:pt x="3108891" y="-124831"/>
                    <a:pt x="3221352" y="37210"/>
                  </a:cubicBezTo>
                  <a:cubicBezTo>
                    <a:pt x="3366105" y="140653"/>
                    <a:pt x="3390530" y="740946"/>
                    <a:pt x="3422688" y="1350546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2A2019-03FA-4517-AE54-00704D6583FC}"/>
                </a:ext>
              </a:extLst>
            </p:cNvPr>
            <p:cNvSpPr/>
            <p:nvPr/>
          </p:nvSpPr>
          <p:spPr>
            <a:xfrm>
              <a:off x="8379620" y="2048125"/>
              <a:ext cx="3618448" cy="2466725"/>
            </a:xfrm>
            <a:custGeom>
              <a:avLst/>
              <a:gdLst>
                <a:gd name="connsiteX0" fmla="*/ 0 w 2147888"/>
                <a:gd name="connsiteY0" fmla="*/ 2757803 h 2757803"/>
                <a:gd name="connsiteX1" fmla="*/ 123825 w 2147888"/>
                <a:gd name="connsiteY1" fmla="*/ 33653 h 2757803"/>
                <a:gd name="connsiteX2" fmla="*/ 214313 w 2147888"/>
                <a:gd name="connsiteY2" fmla="*/ 1224278 h 2757803"/>
                <a:gd name="connsiteX3" fmla="*/ 266700 w 2147888"/>
                <a:gd name="connsiteY3" fmla="*/ 1038541 h 2757803"/>
                <a:gd name="connsiteX4" fmla="*/ 528638 w 2147888"/>
                <a:gd name="connsiteY4" fmla="*/ 2619691 h 2757803"/>
                <a:gd name="connsiteX5" fmla="*/ 852488 w 2147888"/>
                <a:gd name="connsiteY5" fmla="*/ 2148203 h 2757803"/>
                <a:gd name="connsiteX6" fmla="*/ 1066800 w 2147888"/>
                <a:gd name="connsiteY6" fmla="*/ 2238691 h 2757803"/>
                <a:gd name="connsiteX7" fmla="*/ 2147888 w 2147888"/>
                <a:gd name="connsiteY7" fmla="*/ 2210116 h 2757803"/>
                <a:gd name="connsiteX0" fmla="*/ 0 w 2147888"/>
                <a:gd name="connsiteY0" fmla="*/ 2788172 h 2788172"/>
                <a:gd name="connsiteX1" fmla="*/ 152400 w 2147888"/>
                <a:gd name="connsiteY1" fmla="*/ 33066 h 2788172"/>
                <a:gd name="connsiteX2" fmla="*/ 214313 w 2147888"/>
                <a:gd name="connsiteY2" fmla="*/ 1254647 h 2788172"/>
                <a:gd name="connsiteX3" fmla="*/ 266700 w 2147888"/>
                <a:gd name="connsiteY3" fmla="*/ 1068910 h 2788172"/>
                <a:gd name="connsiteX4" fmla="*/ 528638 w 2147888"/>
                <a:gd name="connsiteY4" fmla="*/ 2650060 h 2788172"/>
                <a:gd name="connsiteX5" fmla="*/ 852488 w 2147888"/>
                <a:gd name="connsiteY5" fmla="*/ 2178572 h 2788172"/>
                <a:gd name="connsiteX6" fmla="*/ 1066800 w 2147888"/>
                <a:gd name="connsiteY6" fmla="*/ 2269060 h 2788172"/>
                <a:gd name="connsiteX7" fmla="*/ 2147888 w 2147888"/>
                <a:gd name="connsiteY7" fmla="*/ 2240485 h 2788172"/>
                <a:gd name="connsiteX0" fmla="*/ 0 w 2147888"/>
                <a:gd name="connsiteY0" fmla="*/ 2755219 h 2755219"/>
                <a:gd name="connsiteX1" fmla="*/ 152400 w 2147888"/>
                <a:gd name="connsiteY1" fmla="*/ 113 h 2755219"/>
                <a:gd name="connsiteX2" fmla="*/ 214313 w 2147888"/>
                <a:gd name="connsiteY2" fmla="*/ 1221694 h 2755219"/>
                <a:gd name="connsiteX3" fmla="*/ 266700 w 2147888"/>
                <a:gd name="connsiteY3" fmla="*/ 1035957 h 2755219"/>
                <a:gd name="connsiteX4" fmla="*/ 528638 w 2147888"/>
                <a:gd name="connsiteY4" fmla="*/ 2617107 h 2755219"/>
                <a:gd name="connsiteX5" fmla="*/ 852488 w 2147888"/>
                <a:gd name="connsiteY5" fmla="*/ 2145619 h 2755219"/>
                <a:gd name="connsiteX6" fmla="*/ 1066800 w 2147888"/>
                <a:gd name="connsiteY6" fmla="*/ 2236107 h 2755219"/>
                <a:gd name="connsiteX7" fmla="*/ 2147888 w 2147888"/>
                <a:gd name="connsiteY7" fmla="*/ 2207532 h 2755219"/>
                <a:gd name="connsiteX0" fmla="*/ 0 w 2147888"/>
                <a:gd name="connsiteY0" fmla="*/ 2755114 h 2755114"/>
                <a:gd name="connsiteX1" fmla="*/ 152400 w 2147888"/>
                <a:gd name="connsiteY1" fmla="*/ 8 h 2755114"/>
                <a:gd name="connsiteX2" fmla="*/ 214313 w 2147888"/>
                <a:gd name="connsiteY2" fmla="*/ 1221589 h 2755114"/>
                <a:gd name="connsiteX3" fmla="*/ 266700 w 2147888"/>
                <a:gd name="connsiteY3" fmla="*/ 1035852 h 2755114"/>
                <a:gd name="connsiteX4" fmla="*/ 528638 w 2147888"/>
                <a:gd name="connsiteY4" fmla="*/ 2617002 h 2755114"/>
                <a:gd name="connsiteX5" fmla="*/ 852488 w 2147888"/>
                <a:gd name="connsiteY5" fmla="*/ 2145514 h 2755114"/>
                <a:gd name="connsiteX6" fmla="*/ 1066800 w 2147888"/>
                <a:gd name="connsiteY6" fmla="*/ 2236002 h 2755114"/>
                <a:gd name="connsiteX7" fmla="*/ 2147888 w 2147888"/>
                <a:gd name="connsiteY7" fmla="*/ 2207427 h 2755114"/>
                <a:gd name="connsiteX0" fmla="*/ 0 w 2147888"/>
                <a:gd name="connsiteY0" fmla="*/ 2786117 h 2786117"/>
                <a:gd name="connsiteX1" fmla="*/ 152400 w 2147888"/>
                <a:gd name="connsiteY1" fmla="*/ 31011 h 2786117"/>
                <a:gd name="connsiteX2" fmla="*/ 214313 w 2147888"/>
                <a:gd name="connsiteY2" fmla="*/ 1288311 h 2786117"/>
                <a:gd name="connsiteX3" fmla="*/ 266700 w 2147888"/>
                <a:gd name="connsiteY3" fmla="*/ 1066855 h 2786117"/>
                <a:gd name="connsiteX4" fmla="*/ 528638 w 2147888"/>
                <a:gd name="connsiteY4" fmla="*/ 2648005 h 2786117"/>
                <a:gd name="connsiteX5" fmla="*/ 852488 w 2147888"/>
                <a:gd name="connsiteY5" fmla="*/ 2176517 h 2786117"/>
                <a:gd name="connsiteX6" fmla="*/ 1066800 w 2147888"/>
                <a:gd name="connsiteY6" fmla="*/ 2267005 h 2786117"/>
                <a:gd name="connsiteX7" fmla="*/ 2147888 w 2147888"/>
                <a:gd name="connsiteY7" fmla="*/ 2238430 h 278611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28638 w 2147888"/>
                <a:gd name="connsiteY4" fmla="*/ 2648115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52488 w 2147888"/>
                <a:gd name="connsiteY5" fmla="*/ 2176627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33400 w 2147888"/>
                <a:gd name="connsiteY4" fmla="*/ 2631446 h 2786227"/>
                <a:gd name="connsiteX5" fmla="*/ 821532 w 2147888"/>
                <a:gd name="connsiteY5" fmla="*/ 2188533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02444 w 2147888"/>
                <a:gd name="connsiteY4" fmla="*/ 2598109 h 2786227"/>
                <a:gd name="connsiteX5" fmla="*/ 821532 w 2147888"/>
                <a:gd name="connsiteY5" fmla="*/ 2188533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02444 w 2147888"/>
                <a:gd name="connsiteY4" fmla="*/ 2598109 h 2786227"/>
                <a:gd name="connsiteX5" fmla="*/ 821532 w 2147888"/>
                <a:gd name="connsiteY5" fmla="*/ 2188533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86227 h 2786227"/>
                <a:gd name="connsiteX1" fmla="*/ 152400 w 2147888"/>
                <a:gd name="connsiteY1" fmla="*/ 31121 h 2786227"/>
                <a:gd name="connsiteX2" fmla="*/ 214313 w 2147888"/>
                <a:gd name="connsiteY2" fmla="*/ 1288421 h 2786227"/>
                <a:gd name="connsiteX3" fmla="*/ 292893 w 2147888"/>
                <a:gd name="connsiteY3" fmla="*/ 1100303 h 2786227"/>
                <a:gd name="connsiteX4" fmla="*/ 502444 w 2147888"/>
                <a:gd name="connsiteY4" fmla="*/ 2598109 h 2786227"/>
                <a:gd name="connsiteX5" fmla="*/ 821532 w 2147888"/>
                <a:gd name="connsiteY5" fmla="*/ 2188533 h 2786227"/>
                <a:gd name="connsiteX6" fmla="*/ 1066800 w 2147888"/>
                <a:gd name="connsiteY6" fmla="*/ 2267115 h 2786227"/>
                <a:gd name="connsiteX7" fmla="*/ 2147888 w 2147888"/>
                <a:gd name="connsiteY7" fmla="*/ 2238540 h 2786227"/>
                <a:gd name="connsiteX0" fmla="*/ 0 w 2147888"/>
                <a:gd name="connsiteY0" fmla="*/ 2755393 h 2755393"/>
                <a:gd name="connsiteX1" fmla="*/ 97631 w 2147888"/>
                <a:gd name="connsiteY1" fmla="*/ 1381412 h 2755393"/>
                <a:gd name="connsiteX2" fmla="*/ 152400 w 2147888"/>
                <a:gd name="connsiteY2" fmla="*/ 287 h 2755393"/>
                <a:gd name="connsiteX3" fmla="*/ 214313 w 2147888"/>
                <a:gd name="connsiteY3" fmla="*/ 1257587 h 2755393"/>
                <a:gd name="connsiteX4" fmla="*/ 292893 w 2147888"/>
                <a:gd name="connsiteY4" fmla="*/ 1069469 h 2755393"/>
                <a:gd name="connsiteX5" fmla="*/ 502444 w 2147888"/>
                <a:gd name="connsiteY5" fmla="*/ 2567275 h 2755393"/>
                <a:gd name="connsiteX6" fmla="*/ 821532 w 2147888"/>
                <a:gd name="connsiteY6" fmla="*/ 2157699 h 2755393"/>
                <a:gd name="connsiteX7" fmla="*/ 1066800 w 2147888"/>
                <a:gd name="connsiteY7" fmla="*/ 2236281 h 2755393"/>
                <a:gd name="connsiteX8" fmla="*/ 2147888 w 2147888"/>
                <a:gd name="connsiteY8" fmla="*/ 2207706 h 2755393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823913 w 2150269"/>
                <a:gd name="connsiteY6" fmla="*/ 2157699 h 2783968"/>
                <a:gd name="connsiteX7" fmla="*/ 1069181 w 2150269"/>
                <a:gd name="connsiteY7" fmla="*/ 2236281 h 2783968"/>
                <a:gd name="connsiteX8" fmla="*/ 2150269 w 2150269"/>
                <a:gd name="connsiteY8" fmla="*/ 2207706 h 2783968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823913 w 2150269"/>
                <a:gd name="connsiteY6" fmla="*/ 2157699 h 2783968"/>
                <a:gd name="connsiteX7" fmla="*/ 2150269 w 2150269"/>
                <a:gd name="connsiteY7" fmla="*/ 2207706 h 2783968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876300 w 2150269"/>
                <a:gd name="connsiteY6" fmla="*/ 2162461 h 2783968"/>
                <a:gd name="connsiteX7" fmla="*/ 2150269 w 2150269"/>
                <a:gd name="connsiteY7" fmla="*/ 2207706 h 2783968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876300 w 2150269"/>
                <a:gd name="connsiteY6" fmla="*/ 2162461 h 2783968"/>
                <a:gd name="connsiteX7" fmla="*/ 2150269 w 2150269"/>
                <a:gd name="connsiteY7" fmla="*/ 2207706 h 2783968"/>
                <a:gd name="connsiteX0" fmla="*/ 0 w 2150269"/>
                <a:gd name="connsiteY0" fmla="*/ 2783968 h 2783968"/>
                <a:gd name="connsiteX1" fmla="*/ 100012 w 2150269"/>
                <a:gd name="connsiteY1" fmla="*/ 1381412 h 2783968"/>
                <a:gd name="connsiteX2" fmla="*/ 154781 w 2150269"/>
                <a:gd name="connsiteY2" fmla="*/ 287 h 2783968"/>
                <a:gd name="connsiteX3" fmla="*/ 216694 w 2150269"/>
                <a:gd name="connsiteY3" fmla="*/ 1257587 h 2783968"/>
                <a:gd name="connsiteX4" fmla="*/ 295274 w 2150269"/>
                <a:gd name="connsiteY4" fmla="*/ 1069469 h 2783968"/>
                <a:gd name="connsiteX5" fmla="*/ 504825 w 2150269"/>
                <a:gd name="connsiteY5" fmla="*/ 2567275 h 2783968"/>
                <a:gd name="connsiteX6" fmla="*/ 904875 w 2150269"/>
                <a:gd name="connsiteY6" fmla="*/ 2181511 h 2783968"/>
                <a:gd name="connsiteX7" fmla="*/ 2150269 w 2150269"/>
                <a:gd name="connsiteY7" fmla="*/ 2207706 h 2783968"/>
                <a:gd name="connsiteX0" fmla="*/ 0 w 3015662"/>
                <a:gd name="connsiteY0" fmla="*/ 2783968 h 2783968"/>
                <a:gd name="connsiteX1" fmla="*/ 100012 w 3015662"/>
                <a:gd name="connsiteY1" fmla="*/ 1381412 h 2783968"/>
                <a:gd name="connsiteX2" fmla="*/ 154781 w 3015662"/>
                <a:gd name="connsiteY2" fmla="*/ 287 h 2783968"/>
                <a:gd name="connsiteX3" fmla="*/ 216694 w 3015662"/>
                <a:gd name="connsiteY3" fmla="*/ 1257587 h 2783968"/>
                <a:gd name="connsiteX4" fmla="*/ 295274 w 3015662"/>
                <a:gd name="connsiteY4" fmla="*/ 1069469 h 2783968"/>
                <a:gd name="connsiteX5" fmla="*/ 504825 w 3015662"/>
                <a:gd name="connsiteY5" fmla="*/ 2567275 h 2783968"/>
                <a:gd name="connsiteX6" fmla="*/ 904875 w 3015662"/>
                <a:gd name="connsiteY6" fmla="*/ 2181511 h 2783968"/>
                <a:gd name="connsiteX7" fmla="*/ 3015662 w 3015662"/>
                <a:gd name="connsiteY7" fmla="*/ 2231519 h 2783968"/>
                <a:gd name="connsiteX0" fmla="*/ 0 w 3015662"/>
                <a:gd name="connsiteY0" fmla="*/ 2783968 h 2783968"/>
                <a:gd name="connsiteX1" fmla="*/ 100012 w 3015662"/>
                <a:gd name="connsiteY1" fmla="*/ 1381412 h 2783968"/>
                <a:gd name="connsiteX2" fmla="*/ 154781 w 3015662"/>
                <a:gd name="connsiteY2" fmla="*/ 287 h 2783968"/>
                <a:gd name="connsiteX3" fmla="*/ 216694 w 3015662"/>
                <a:gd name="connsiteY3" fmla="*/ 1257587 h 2783968"/>
                <a:gd name="connsiteX4" fmla="*/ 295274 w 3015662"/>
                <a:gd name="connsiteY4" fmla="*/ 1069469 h 2783968"/>
                <a:gd name="connsiteX5" fmla="*/ 504825 w 3015662"/>
                <a:gd name="connsiteY5" fmla="*/ 2567275 h 2783968"/>
                <a:gd name="connsiteX6" fmla="*/ 904875 w 3015662"/>
                <a:gd name="connsiteY6" fmla="*/ 2181511 h 2783968"/>
                <a:gd name="connsiteX7" fmla="*/ 3015662 w 3015662"/>
                <a:gd name="connsiteY7" fmla="*/ 2231519 h 2783968"/>
                <a:gd name="connsiteX0" fmla="*/ 0 w 3015662"/>
                <a:gd name="connsiteY0" fmla="*/ 2783968 h 2783968"/>
                <a:gd name="connsiteX1" fmla="*/ 100012 w 3015662"/>
                <a:gd name="connsiteY1" fmla="*/ 1381412 h 2783968"/>
                <a:gd name="connsiteX2" fmla="*/ 154781 w 3015662"/>
                <a:gd name="connsiteY2" fmla="*/ 287 h 2783968"/>
                <a:gd name="connsiteX3" fmla="*/ 216694 w 3015662"/>
                <a:gd name="connsiteY3" fmla="*/ 1257587 h 2783968"/>
                <a:gd name="connsiteX4" fmla="*/ 295274 w 3015662"/>
                <a:gd name="connsiteY4" fmla="*/ 1069469 h 2783968"/>
                <a:gd name="connsiteX5" fmla="*/ 504825 w 3015662"/>
                <a:gd name="connsiteY5" fmla="*/ 2567275 h 2783968"/>
                <a:gd name="connsiteX6" fmla="*/ 904875 w 3015662"/>
                <a:gd name="connsiteY6" fmla="*/ 2181511 h 2783968"/>
                <a:gd name="connsiteX7" fmla="*/ 3015662 w 3015662"/>
                <a:gd name="connsiteY7" fmla="*/ 2231519 h 2783968"/>
                <a:gd name="connsiteX0" fmla="*/ 0 w 3586154"/>
                <a:gd name="connsiteY0" fmla="*/ 2783968 h 2783968"/>
                <a:gd name="connsiteX1" fmla="*/ 100012 w 3586154"/>
                <a:gd name="connsiteY1" fmla="*/ 1381412 h 2783968"/>
                <a:gd name="connsiteX2" fmla="*/ 154781 w 3586154"/>
                <a:gd name="connsiteY2" fmla="*/ 287 h 2783968"/>
                <a:gd name="connsiteX3" fmla="*/ 216694 w 3586154"/>
                <a:gd name="connsiteY3" fmla="*/ 1257587 h 2783968"/>
                <a:gd name="connsiteX4" fmla="*/ 295274 w 3586154"/>
                <a:gd name="connsiteY4" fmla="*/ 1069469 h 2783968"/>
                <a:gd name="connsiteX5" fmla="*/ 504825 w 3586154"/>
                <a:gd name="connsiteY5" fmla="*/ 2567275 h 2783968"/>
                <a:gd name="connsiteX6" fmla="*/ 904875 w 3586154"/>
                <a:gd name="connsiteY6" fmla="*/ 2181511 h 2783968"/>
                <a:gd name="connsiteX7" fmla="*/ 3586154 w 3586154"/>
                <a:gd name="connsiteY7" fmla="*/ 2243608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  <a:gd name="connsiteX0" fmla="*/ 0 w 3618446"/>
                <a:gd name="connsiteY0" fmla="*/ 2783968 h 2783968"/>
                <a:gd name="connsiteX1" fmla="*/ 100012 w 3618446"/>
                <a:gd name="connsiteY1" fmla="*/ 1381412 h 2783968"/>
                <a:gd name="connsiteX2" fmla="*/ 154781 w 3618446"/>
                <a:gd name="connsiteY2" fmla="*/ 287 h 2783968"/>
                <a:gd name="connsiteX3" fmla="*/ 216694 w 3618446"/>
                <a:gd name="connsiteY3" fmla="*/ 1257587 h 2783968"/>
                <a:gd name="connsiteX4" fmla="*/ 295274 w 3618446"/>
                <a:gd name="connsiteY4" fmla="*/ 1069469 h 2783968"/>
                <a:gd name="connsiteX5" fmla="*/ 504825 w 3618446"/>
                <a:gd name="connsiteY5" fmla="*/ 2567275 h 2783968"/>
                <a:gd name="connsiteX6" fmla="*/ 904875 w 3618446"/>
                <a:gd name="connsiteY6" fmla="*/ 2181511 h 2783968"/>
                <a:gd name="connsiteX7" fmla="*/ 3618446 w 3618446"/>
                <a:gd name="connsiteY7" fmla="*/ 2237563 h 278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18446" h="2783968">
                  <a:moveTo>
                    <a:pt x="0" y="2783968"/>
                  </a:moveTo>
                  <a:cubicBezTo>
                    <a:pt x="9128" y="2559734"/>
                    <a:pt x="74612" y="1840596"/>
                    <a:pt x="100012" y="1381412"/>
                  </a:cubicBezTo>
                  <a:cubicBezTo>
                    <a:pt x="125412" y="922228"/>
                    <a:pt x="135334" y="20924"/>
                    <a:pt x="154781" y="287"/>
                  </a:cubicBezTo>
                  <a:cubicBezTo>
                    <a:pt x="174228" y="-20350"/>
                    <a:pt x="193279" y="1079390"/>
                    <a:pt x="216694" y="1257587"/>
                  </a:cubicBezTo>
                  <a:cubicBezTo>
                    <a:pt x="240109" y="1435784"/>
                    <a:pt x="247252" y="851188"/>
                    <a:pt x="295274" y="1069469"/>
                  </a:cubicBezTo>
                  <a:cubicBezTo>
                    <a:pt x="343296" y="1287750"/>
                    <a:pt x="403225" y="2381935"/>
                    <a:pt x="504825" y="2567275"/>
                  </a:cubicBezTo>
                  <a:cubicBezTo>
                    <a:pt x="606425" y="2752615"/>
                    <a:pt x="493578" y="2169975"/>
                    <a:pt x="904875" y="2181511"/>
                  </a:cubicBezTo>
                  <a:cubicBezTo>
                    <a:pt x="1316172" y="2193047"/>
                    <a:pt x="661464" y="2276417"/>
                    <a:pt x="3618446" y="2237563"/>
                  </a:cubicBezTo>
                </a:path>
              </a:pathLst>
            </a:cu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6D20204-9059-4596-B8B6-CC5730607A71}"/>
                </a:ext>
              </a:extLst>
            </p:cNvPr>
            <p:cNvCxnSpPr>
              <a:cxnSpLocks/>
              <a:stCxn id="15" idx="5"/>
            </p:cNvCxnSpPr>
            <p:nvPr/>
          </p:nvCxnSpPr>
          <p:spPr>
            <a:xfrm flipV="1">
              <a:off x="7449423" y="4515549"/>
              <a:ext cx="932575" cy="2382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1D2B51A-F18C-4D6A-A96F-8A53DB5CB765}"/>
              </a:ext>
            </a:extLst>
          </p:cNvPr>
          <p:cNvCxnSpPr>
            <a:cxnSpLocks/>
          </p:cNvCxnSpPr>
          <p:nvPr/>
        </p:nvCxnSpPr>
        <p:spPr>
          <a:xfrm>
            <a:off x="9216583" y="1602344"/>
            <a:ext cx="31432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E1A0A17-1006-4EA4-84E4-D713E6BB2B05}"/>
              </a:ext>
            </a:extLst>
          </p:cNvPr>
          <p:cNvSpPr txBox="1"/>
          <p:nvPr/>
        </p:nvSpPr>
        <p:spPr>
          <a:xfrm>
            <a:off x="9506944" y="1417678"/>
            <a:ext cx="2562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Ground reaction force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35ED7C5-E80F-4801-8997-47AF132C7C3F}"/>
              </a:ext>
            </a:extLst>
          </p:cNvPr>
          <p:cNvGrpSpPr/>
          <p:nvPr/>
        </p:nvGrpSpPr>
        <p:grpSpPr>
          <a:xfrm>
            <a:off x="5372100" y="1108861"/>
            <a:ext cx="1725074" cy="4559676"/>
            <a:chOff x="5372100" y="1108861"/>
            <a:chExt cx="1725074" cy="4559676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D20A2F8-8411-42E6-9E30-7E26E4FA812C}"/>
                </a:ext>
              </a:extLst>
            </p:cNvPr>
            <p:cNvSpPr txBox="1"/>
            <p:nvPr/>
          </p:nvSpPr>
          <p:spPr>
            <a:xfrm>
              <a:off x="5533433" y="1108861"/>
              <a:ext cx="15637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Force Generation</a:t>
              </a: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68BE328-73EF-4AEE-97F6-EC34283987C4}"/>
                </a:ext>
              </a:extLst>
            </p:cNvPr>
            <p:cNvCxnSpPr>
              <a:cxnSpLocks/>
            </p:cNvCxnSpPr>
            <p:nvPr/>
          </p:nvCxnSpPr>
          <p:spPr>
            <a:xfrm>
              <a:off x="5372100" y="1152606"/>
              <a:ext cx="0" cy="451593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4BAFC42-C995-4B94-8A90-43BC1502EF1C}"/>
                </a:ext>
              </a:extLst>
            </p:cNvPr>
            <p:cNvCxnSpPr>
              <a:cxnSpLocks/>
            </p:cNvCxnSpPr>
            <p:nvPr/>
          </p:nvCxnSpPr>
          <p:spPr>
            <a:xfrm>
              <a:off x="7042884" y="1152606"/>
              <a:ext cx="0" cy="451593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D74B315-4BCE-4C87-8690-50384200626C}"/>
              </a:ext>
            </a:extLst>
          </p:cNvPr>
          <p:cNvGrpSpPr/>
          <p:nvPr/>
        </p:nvGrpSpPr>
        <p:grpSpPr>
          <a:xfrm>
            <a:off x="7013861" y="1084997"/>
            <a:ext cx="860554" cy="4583540"/>
            <a:chOff x="7013861" y="1084997"/>
            <a:chExt cx="860554" cy="4583540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D5E29CC-A85B-450A-A410-48294B7AF245}"/>
                </a:ext>
              </a:extLst>
            </p:cNvPr>
            <p:cNvSpPr txBox="1"/>
            <p:nvPr/>
          </p:nvSpPr>
          <p:spPr>
            <a:xfrm>
              <a:off x="7013861" y="1084997"/>
              <a:ext cx="8605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Flight Phase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CF1C7E4-E6C8-412F-A99C-CA8B2B67BE5B}"/>
                </a:ext>
              </a:extLst>
            </p:cNvPr>
            <p:cNvCxnSpPr>
              <a:cxnSpLocks/>
            </p:cNvCxnSpPr>
            <p:nvPr/>
          </p:nvCxnSpPr>
          <p:spPr>
            <a:xfrm>
              <a:off x="7862263" y="1143000"/>
              <a:ext cx="0" cy="4525537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CAF7031-40F7-4761-A9CF-DB9931F47F8E}"/>
              </a:ext>
            </a:extLst>
          </p:cNvPr>
          <p:cNvGrpSpPr/>
          <p:nvPr/>
        </p:nvGrpSpPr>
        <p:grpSpPr>
          <a:xfrm>
            <a:off x="7824756" y="1108861"/>
            <a:ext cx="1563737" cy="4559676"/>
            <a:chOff x="7824756" y="1108861"/>
            <a:chExt cx="1563737" cy="4559676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85DC9300-8BF9-48EF-83CF-9829272DC03D}"/>
                </a:ext>
              </a:extLst>
            </p:cNvPr>
            <p:cNvSpPr txBox="1"/>
            <p:nvPr/>
          </p:nvSpPr>
          <p:spPr>
            <a:xfrm>
              <a:off x="7824756" y="1108861"/>
              <a:ext cx="156373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Energy Absorption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EB3A819-229C-433D-82B6-EDCF6D999854}"/>
                </a:ext>
              </a:extLst>
            </p:cNvPr>
            <p:cNvCxnSpPr>
              <a:cxnSpLocks/>
            </p:cNvCxnSpPr>
            <p:nvPr/>
          </p:nvCxnSpPr>
          <p:spPr>
            <a:xfrm>
              <a:off x="9090988" y="1152606"/>
              <a:ext cx="0" cy="451593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82663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4B04BC-F8BA-4A57-BABD-84CDDA86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Conservation of Energy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0DCC48D-4648-4377-8009-168B52DAB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8EED31D8-0D20-46A7-8012-EAF9B2E89F6E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256032" y="2696546"/>
                <a:ext cx="2834640" cy="340897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i="1" dirty="0">
                    <a:latin typeface="Cambria Math" panose="02040503050406030204" pitchFamily="18" charset="0"/>
                  </a:rPr>
                  <a:t>Potential Energy: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𝑚𝑔h</m:t>
                      </m:r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8EED31D8-0D20-46A7-8012-EAF9B2E89F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256032" y="2696546"/>
                <a:ext cx="2834640" cy="3408979"/>
              </a:xfrm>
              <a:blipFill>
                <a:blip r:embed="rId3"/>
                <a:stretch>
                  <a:fillRect l="-1720" t="-10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937D74-1932-4A02-961C-7CD6445D1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 Brayne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AECFD-3E16-4D02-BB81-6DFCDE04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60372B-7A70-4720-BE76-74D1F89F827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571A7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571A7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0A9234E-0AB4-4D5C-9827-12EF23CDE1AD}"/>
              </a:ext>
            </a:extLst>
          </p:cNvPr>
          <p:cNvGrpSpPr/>
          <p:nvPr/>
        </p:nvGrpSpPr>
        <p:grpSpPr>
          <a:xfrm>
            <a:off x="3572969" y="1143001"/>
            <a:ext cx="7752256" cy="4962524"/>
            <a:chOff x="3572969" y="1143001"/>
            <a:chExt cx="7752256" cy="4962524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E857FA9-195A-41E6-BF7E-45C507D48A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811" y="1143001"/>
              <a:ext cx="0" cy="4962524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D95CEBC-03F2-428E-B3AC-B3356BCC2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811" y="4917764"/>
              <a:ext cx="7338414" cy="2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58D4CE1-F3A3-4CF4-9BA8-B8A983B5A2C5}"/>
                </a:ext>
              </a:extLst>
            </p:cNvPr>
            <p:cNvSpPr txBox="1"/>
            <p:nvPr/>
          </p:nvSpPr>
          <p:spPr>
            <a:xfrm rot="16200000">
              <a:off x="2633688" y="2949055"/>
              <a:ext cx="2247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Z Displacement (m)</a:t>
              </a:r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5EF0F2A-D4F1-468A-879D-925AFC3B8172}"/>
              </a:ext>
            </a:extLst>
          </p:cNvPr>
          <p:cNvCxnSpPr>
            <a:cxnSpLocks/>
          </p:cNvCxnSpPr>
          <p:nvPr/>
        </p:nvCxnSpPr>
        <p:spPr>
          <a:xfrm>
            <a:off x="7042884" y="1152606"/>
            <a:ext cx="0" cy="48367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50C6D8C-60F1-4FEE-B7F1-6D58C7262A07}"/>
              </a:ext>
            </a:extLst>
          </p:cNvPr>
          <p:cNvGrpSpPr/>
          <p:nvPr/>
        </p:nvGrpSpPr>
        <p:grpSpPr>
          <a:xfrm>
            <a:off x="7013861" y="1084997"/>
            <a:ext cx="865180" cy="4904323"/>
            <a:chOff x="7013861" y="1084997"/>
            <a:chExt cx="865180" cy="490432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773B596-5DCF-4D87-A308-D283B59909BE}"/>
                </a:ext>
              </a:extLst>
            </p:cNvPr>
            <p:cNvSpPr txBox="1"/>
            <p:nvPr/>
          </p:nvSpPr>
          <p:spPr>
            <a:xfrm>
              <a:off x="7013861" y="1084997"/>
              <a:ext cx="8605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Flight Phase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7B029B3-4BCC-4509-9491-4DD48E151152}"/>
                </a:ext>
              </a:extLst>
            </p:cNvPr>
            <p:cNvCxnSpPr>
              <a:cxnSpLocks/>
            </p:cNvCxnSpPr>
            <p:nvPr/>
          </p:nvCxnSpPr>
          <p:spPr>
            <a:xfrm>
              <a:off x="7879041" y="1143000"/>
              <a:ext cx="0" cy="484632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4FAB5ED-DAB5-4645-9B06-8D9F3298D8D9}"/>
              </a:ext>
            </a:extLst>
          </p:cNvPr>
          <p:cNvSpPr/>
          <p:nvPr/>
        </p:nvSpPr>
        <p:spPr>
          <a:xfrm>
            <a:off x="4000500" y="2381228"/>
            <a:ext cx="7010400" cy="2651543"/>
          </a:xfrm>
          <a:custGeom>
            <a:avLst/>
            <a:gdLst>
              <a:gd name="connsiteX0" fmla="*/ 0 w 7010400"/>
              <a:gd name="connsiteY0" fmla="*/ 2524237 h 2709693"/>
              <a:gd name="connsiteX1" fmla="*/ 1476375 w 7010400"/>
              <a:gd name="connsiteY1" fmla="*/ 2505187 h 2709693"/>
              <a:gd name="connsiteX2" fmla="*/ 1704975 w 7010400"/>
              <a:gd name="connsiteY2" fmla="*/ 2686162 h 2709693"/>
              <a:gd name="connsiteX3" fmla="*/ 1885950 w 7010400"/>
              <a:gd name="connsiteY3" fmla="*/ 2571862 h 2709693"/>
              <a:gd name="connsiteX4" fmla="*/ 2524125 w 7010400"/>
              <a:gd name="connsiteY4" fmla="*/ 2457562 h 2709693"/>
              <a:gd name="connsiteX5" fmla="*/ 3009900 w 7010400"/>
              <a:gd name="connsiteY5" fmla="*/ 2409937 h 2709693"/>
              <a:gd name="connsiteX6" fmla="*/ 3467100 w 7010400"/>
              <a:gd name="connsiteY6" fmla="*/ 112 h 2709693"/>
              <a:gd name="connsiteX7" fmla="*/ 3876675 w 7010400"/>
              <a:gd name="connsiteY7" fmla="*/ 2514712 h 2709693"/>
              <a:gd name="connsiteX8" fmla="*/ 4267200 w 7010400"/>
              <a:gd name="connsiteY8" fmla="*/ 2533762 h 2709693"/>
              <a:gd name="connsiteX9" fmla="*/ 4371975 w 7010400"/>
              <a:gd name="connsiteY9" fmla="*/ 2457562 h 2709693"/>
              <a:gd name="connsiteX10" fmla="*/ 4657725 w 7010400"/>
              <a:gd name="connsiteY10" fmla="*/ 2600437 h 2709693"/>
              <a:gd name="connsiteX11" fmla="*/ 5029200 w 7010400"/>
              <a:gd name="connsiteY11" fmla="*/ 2524237 h 2709693"/>
              <a:gd name="connsiteX12" fmla="*/ 7010400 w 7010400"/>
              <a:gd name="connsiteY12" fmla="*/ 2543287 h 2709693"/>
              <a:gd name="connsiteX0" fmla="*/ 0 w 7010400"/>
              <a:gd name="connsiteY0" fmla="*/ 2524237 h 2709693"/>
              <a:gd name="connsiteX1" fmla="*/ 1476375 w 7010400"/>
              <a:gd name="connsiteY1" fmla="*/ 2505187 h 2709693"/>
              <a:gd name="connsiteX2" fmla="*/ 1704975 w 7010400"/>
              <a:gd name="connsiteY2" fmla="*/ 2686162 h 2709693"/>
              <a:gd name="connsiteX3" fmla="*/ 2009775 w 7010400"/>
              <a:gd name="connsiteY3" fmla="*/ 2524237 h 2709693"/>
              <a:gd name="connsiteX4" fmla="*/ 2524125 w 7010400"/>
              <a:gd name="connsiteY4" fmla="*/ 2457562 h 2709693"/>
              <a:gd name="connsiteX5" fmla="*/ 3009900 w 7010400"/>
              <a:gd name="connsiteY5" fmla="*/ 2409937 h 2709693"/>
              <a:gd name="connsiteX6" fmla="*/ 3467100 w 7010400"/>
              <a:gd name="connsiteY6" fmla="*/ 112 h 2709693"/>
              <a:gd name="connsiteX7" fmla="*/ 3876675 w 7010400"/>
              <a:gd name="connsiteY7" fmla="*/ 2514712 h 2709693"/>
              <a:gd name="connsiteX8" fmla="*/ 4267200 w 7010400"/>
              <a:gd name="connsiteY8" fmla="*/ 2533762 h 2709693"/>
              <a:gd name="connsiteX9" fmla="*/ 4371975 w 7010400"/>
              <a:gd name="connsiteY9" fmla="*/ 2457562 h 2709693"/>
              <a:gd name="connsiteX10" fmla="*/ 4657725 w 7010400"/>
              <a:gd name="connsiteY10" fmla="*/ 2600437 h 2709693"/>
              <a:gd name="connsiteX11" fmla="*/ 5029200 w 7010400"/>
              <a:gd name="connsiteY11" fmla="*/ 2524237 h 2709693"/>
              <a:gd name="connsiteX12" fmla="*/ 7010400 w 7010400"/>
              <a:gd name="connsiteY12" fmla="*/ 2543287 h 2709693"/>
              <a:gd name="connsiteX0" fmla="*/ 0 w 7010400"/>
              <a:gd name="connsiteY0" fmla="*/ 2524237 h 2709693"/>
              <a:gd name="connsiteX1" fmla="*/ 1704975 w 7010400"/>
              <a:gd name="connsiteY1" fmla="*/ 2686162 h 2709693"/>
              <a:gd name="connsiteX2" fmla="*/ 2009775 w 7010400"/>
              <a:gd name="connsiteY2" fmla="*/ 252423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37 h 2709693"/>
              <a:gd name="connsiteX1" fmla="*/ 1704975 w 7010400"/>
              <a:gd name="connsiteY1" fmla="*/ 2619487 h 2709693"/>
              <a:gd name="connsiteX2" fmla="*/ 2009775 w 7010400"/>
              <a:gd name="connsiteY2" fmla="*/ 252423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37 h 2709693"/>
              <a:gd name="connsiteX1" fmla="*/ 1704975 w 7010400"/>
              <a:gd name="connsiteY1" fmla="*/ 2619487 h 2709693"/>
              <a:gd name="connsiteX2" fmla="*/ 2009775 w 7010400"/>
              <a:gd name="connsiteY2" fmla="*/ 252423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37 h 2709693"/>
              <a:gd name="connsiteX1" fmla="*/ 1704975 w 7010400"/>
              <a:gd name="connsiteY1" fmla="*/ 2619487 h 2709693"/>
              <a:gd name="connsiteX2" fmla="*/ 2085975 w 7010400"/>
              <a:gd name="connsiteY2" fmla="*/ 250518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37 h 2709693"/>
              <a:gd name="connsiteX1" fmla="*/ 1704975 w 7010400"/>
              <a:gd name="connsiteY1" fmla="*/ 2619487 h 2709693"/>
              <a:gd name="connsiteX2" fmla="*/ 2085975 w 7010400"/>
              <a:gd name="connsiteY2" fmla="*/ 250518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26 h 2709682"/>
              <a:gd name="connsiteX1" fmla="*/ 1704975 w 7010400"/>
              <a:gd name="connsiteY1" fmla="*/ 2619476 h 2709682"/>
              <a:gd name="connsiteX2" fmla="*/ 2085975 w 7010400"/>
              <a:gd name="connsiteY2" fmla="*/ 2505176 h 2709682"/>
              <a:gd name="connsiteX3" fmla="*/ 2524125 w 7010400"/>
              <a:gd name="connsiteY3" fmla="*/ 2457551 h 2709682"/>
              <a:gd name="connsiteX4" fmla="*/ 3009900 w 7010400"/>
              <a:gd name="connsiteY4" fmla="*/ 2409926 h 2709682"/>
              <a:gd name="connsiteX5" fmla="*/ 3467100 w 7010400"/>
              <a:gd name="connsiteY5" fmla="*/ 101 h 2709682"/>
              <a:gd name="connsiteX6" fmla="*/ 3876675 w 7010400"/>
              <a:gd name="connsiteY6" fmla="*/ 2514701 h 2709682"/>
              <a:gd name="connsiteX7" fmla="*/ 4267200 w 7010400"/>
              <a:gd name="connsiteY7" fmla="*/ 2533751 h 2709682"/>
              <a:gd name="connsiteX8" fmla="*/ 4371975 w 7010400"/>
              <a:gd name="connsiteY8" fmla="*/ 2457551 h 2709682"/>
              <a:gd name="connsiteX9" fmla="*/ 4657725 w 7010400"/>
              <a:gd name="connsiteY9" fmla="*/ 2600426 h 2709682"/>
              <a:gd name="connsiteX10" fmla="*/ 5029200 w 7010400"/>
              <a:gd name="connsiteY10" fmla="*/ 2524226 h 2709682"/>
              <a:gd name="connsiteX11" fmla="*/ 7010400 w 7010400"/>
              <a:gd name="connsiteY11" fmla="*/ 2543276 h 2709682"/>
              <a:gd name="connsiteX0" fmla="*/ 0 w 7010400"/>
              <a:gd name="connsiteY0" fmla="*/ 2524238 h 2709694"/>
              <a:gd name="connsiteX1" fmla="*/ 1704975 w 7010400"/>
              <a:gd name="connsiteY1" fmla="*/ 2619488 h 2709694"/>
              <a:gd name="connsiteX2" fmla="*/ 2085975 w 7010400"/>
              <a:gd name="connsiteY2" fmla="*/ 2505188 h 2709694"/>
              <a:gd name="connsiteX3" fmla="*/ 3009900 w 7010400"/>
              <a:gd name="connsiteY3" fmla="*/ 2409938 h 2709694"/>
              <a:gd name="connsiteX4" fmla="*/ 3467100 w 7010400"/>
              <a:gd name="connsiteY4" fmla="*/ 113 h 2709694"/>
              <a:gd name="connsiteX5" fmla="*/ 3876675 w 7010400"/>
              <a:gd name="connsiteY5" fmla="*/ 2514713 h 2709694"/>
              <a:gd name="connsiteX6" fmla="*/ 4267200 w 7010400"/>
              <a:gd name="connsiteY6" fmla="*/ 2533763 h 2709694"/>
              <a:gd name="connsiteX7" fmla="*/ 4371975 w 7010400"/>
              <a:gd name="connsiteY7" fmla="*/ 2457563 h 2709694"/>
              <a:gd name="connsiteX8" fmla="*/ 4657725 w 7010400"/>
              <a:gd name="connsiteY8" fmla="*/ 2600438 h 2709694"/>
              <a:gd name="connsiteX9" fmla="*/ 5029200 w 7010400"/>
              <a:gd name="connsiteY9" fmla="*/ 2524238 h 2709694"/>
              <a:gd name="connsiteX10" fmla="*/ 7010400 w 7010400"/>
              <a:gd name="connsiteY10" fmla="*/ 2543288 h 2709694"/>
              <a:gd name="connsiteX0" fmla="*/ 0 w 7010400"/>
              <a:gd name="connsiteY0" fmla="*/ 2524222 h 2709678"/>
              <a:gd name="connsiteX1" fmla="*/ 1704975 w 7010400"/>
              <a:gd name="connsiteY1" fmla="*/ 2619472 h 2709678"/>
              <a:gd name="connsiteX2" fmla="*/ 2085975 w 7010400"/>
              <a:gd name="connsiteY2" fmla="*/ 2505172 h 2709678"/>
              <a:gd name="connsiteX3" fmla="*/ 3009900 w 7010400"/>
              <a:gd name="connsiteY3" fmla="*/ 2409922 h 2709678"/>
              <a:gd name="connsiteX4" fmla="*/ 3467100 w 7010400"/>
              <a:gd name="connsiteY4" fmla="*/ 97 h 2709678"/>
              <a:gd name="connsiteX5" fmla="*/ 3876675 w 7010400"/>
              <a:gd name="connsiteY5" fmla="*/ 2514697 h 2709678"/>
              <a:gd name="connsiteX6" fmla="*/ 4267200 w 7010400"/>
              <a:gd name="connsiteY6" fmla="*/ 2533747 h 2709678"/>
              <a:gd name="connsiteX7" fmla="*/ 4371975 w 7010400"/>
              <a:gd name="connsiteY7" fmla="*/ 2457547 h 2709678"/>
              <a:gd name="connsiteX8" fmla="*/ 4657725 w 7010400"/>
              <a:gd name="connsiteY8" fmla="*/ 2600422 h 2709678"/>
              <a:gd name="connsiteX9" fmla="*/ 5029200 w 7010400"/>
              <a:gd name="connsiteY9" fmla="*/ 2524222 h 2709678"/>
              <a:gd name="connsiteX10" fmla="*/ 7010400 w 7010400"/>
              <a:gd name="connsiteY10" fmla="*/ 2543272 h 2709678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4 h 2680276"/>
              <a:gd name="connsiteX1" fmla="*/ 1704975 w 7010400"/>
              <a:gd name="connsiteY1" fmla="*/ 2619474 h 2680276"/>
              <a:gd name="connsiteX2" fmla="*/ 2085975 w 7010400"/>
              <a:gd name="connsiteY2" fmla="*/ 2505174 h 2680276"/>
              <a:gd name="connsiteX3" fmla="*/ 3009900 w 7010400"/>
              <a:gd name="connsiteY3" fmla="*/ 2409924 h 2680276"/>
              <a:gd name="connsiteX4" fmla="*/ 3467100 w 7010400"/>
              <a:gd name="connsiteY4" fmla="*/ 99 h 2680276"/>
              <a:gd name="connsiteX5" fmla="*/ 3876675 w 7010400"/>
              <a:gd name="connsiteY5" fmla="*/ 2514699 h 2680276"/>
              <a:gd name="connsiteX6" fmla="*/ 4371975 w 7010400"/>
              <a:gd name="connsiteY6" fmla="*/ 2457549 h 2680276"/>
              <a:gd name="connsiteX7" fmla="*/ 4657725 w 7010400"/>
              <a:gd name="connsiteY7" fmla="*/ 2600424 h 2680276"/>
              <a:gd name="connsiteX8" fmla="*/ 5029200 w 7010400"/>
              <a:gd name="connsiteY8" fmla="*/ 2524224 h 2680276"/>
              <a:gd name="connsiteX9" fmla="*/ 7010400 w 7010400"/>
              <a:gd name="connsiteY9" fmla="*/ 2543274 h 2680276"/>
              <a:gd name="connsiteX0" fmla="*/ 0 w 7010400"/>
              <a:gd name="connsiteY0" fmla="*/ 2524249 h 2694159"/>
              <a:gd name="connsiteX1" fmla="*/ 1704975 w 7010400"/>
              <a:gd name="connsiteY1" fmla="*/ 2619499 h 2694159"/>
              <a:gd name="connsiteX2" fmla="*/ 2085975 w 7010400"/>
              <a:gd name="connsiteY2" fmla="*/ 2505199 h 2694159"/>
              <a:gd name="connsiteX3" fmla="*/ 3009900 w 7010400"/>
              <a:gd name="connsiteY3" fmla="*/ 2409949 h 2694159"/>
              <a:gd name="connsiteX4" fmla="*/ 3467100 w 7010400"/>
              <a:gd name="connsiteY4" fmla="*/ 124 h 2694159"/>
              <a:gd name="connsiteX5" fmla="*/ 3876675 w 7010400"/>
              <a:gd name="connsiteY5" fmla="*/ 2514724 h 2694159"/>
              <a:gd name="connsiteX6" fmla="*/ 4371975 w 7010400"/>
              <a:gd name="connsiteY6" fmla="*/ 2457574 h 2694159"/>
              <a:gd name="connsiteX7" fmla="*/ 4657725 w 7010400"/>
              <a:gd name="connsiteY7" fmla="*/ 2600449 h 2694159"/>
              <a:gd name="connsiteX8" fmla="*/ 5029200 w 7010400"/>
              <a:gd name="connsiteY8" fmla="*/ 2524249 h 2694159"/>
              <a:gd name="connsiteX9" fmla="*/ 7010400 w 7010400"/>
              <a:gd name="connsiteY9" fmla="*/ 2543299 h 2694159"/>
              <a:gd name="connsiteX0" fmla="*/ 0 w 7010400"/>
              <a:gd name="connsiteY0" fmla="*/ 2526989 h 2683041"/>
              <a:gd name="connsiteX1" fmla="*/ 1704975 w 7010400"/>
              <a:gd name="connsiteY1" fmla="*/ 2622239 h 2683041"/>
              <a:gd name="connsiteX2" fmla="*/ 2085975 w 7010400"/>
              <a:gd name="connsiteY2" fmla="*/ 2507939 h 2683041"/>
              <a:gd name="connsiteX3" fmla="*/ 3105150 w 7010400"/>
              <a:gd name="connsiteY3" fmla="*/ 2050739 h 2683041"/>
              <a:gd name="connsiteX4" fmla="*/ 3467100 w 7010400"/>
              <a:gd name="connsiteY4" fmla="*/ 2864 h 2683041"/>
              <a:gd name="connsiteX5" fmla="*/ 3876675 w 7010400"/>
              <a:gd name="connsiteY5" fmla="*/ 2517464 h 2683041"/>
              <a:gd name="connsiteX6" fmla="*/ 4371975 w 7010400"/>
              <a:gd name="connsiteY6" fmla="*/ 2460314 h 2683041"/>
              <a:gd name="connsiteX7" fmla="*/ 4657725 w 7010400"/>
              <a:gd name="connsiteY7" fmla="*/ 2603189 h 2683041"/>
              <a:gd name="connsiteX8" fmla="*/ 5029200 w 7010400"/>
              <a:gd name="connsiteY8" fmla="*/ 2526989 h 2683041"/>
              <a:gd name="connsiteX9" fmla="*/ 7010400 w 7010400"/>
              <a:gd name="connsiteY9" fmla="*/ 2546039 h 2683041"/>
              <a:gd name="connsiteX0" fmla="*/ 0 w 7010400"/>
              <a:gd name="connsiteY0" fmla="*/ 2527006 h 2683058"/>
              <a:gd name="connsiteX1" fmla="*/ 1704975 w 7010400"/>
              <a:gd name="connsiteY1" fmla="*/ 2622256 h 2683058"/>
              <a:gd name="connsiteX2" fmla="*/ 2085975 w 7010400"/>
              <a:gd name="connsiteY2" fmla="*/ 2507956 h 2683058"/>
              <a:gd name="connsiteX3" fmla="*/ 3105150 w 7010400"/>
              <a:gd name="connsiteY3" fmla="*/ 2050756 h 2683058"/>
              <a:gd name="connsiteX4" fmla="*/ 3467100 w 7010400"/>
              <a:gd name="connsiteY4" fmla="*/ 2881 h 2683058"/>
              <a:gd name="connsiteX5" fmla="*/ 3876675 w 7010400"/>
              <a:gd name="connsiteY5" fmla="*/ 2517481 h 2683058"/>
              <a:gd name="connsiteX6" fmla="*/ 4371975 w 7010400"/>
              <a:gd name="connsiteY6" fmla="*/ 2460331 h 2683058"/>
              <a:gd name="connsiteX7" fmla="*/ 4657725 w 7010400"/>
              <a:gd name="connsiteY7" fmla="*/ 2603206 h 2683058"/>
              <a:gd name="connsiteX8" fmla="*/ 5029200 w 7010400"/>
              <a:gd name="connsiteY8" fmla="*/ 2527006 h 2683058"/>
              <a:gd name="connsiteX9" fmla="*/ 7010400 w 7010400"/>
              <a:gd name="connsiteY9" fmla="*/ 2546056 h 2683058"/>
              <a:gd name="connsiteX0" fmla="*/ 0 w 7010400"/>
              <a:gd name="connsiteY0" fmla="*/ 2527059 h 2683111"/>
              <a:gd name="connsiteX1" fmla="*/ 1704975 w 7010400"/>
              <a:gd name="connsiteY1" fmla="*/ 2622309 h 2683111"/>
              <a:gd name="connsiteX2" fmla="*/ 2085975 w 7010400"/>
              <a:gd name="connsiteY2" fmla="*/ 2508009 h 2683111"/>
              <a:gd name="connsiteX3" fmla="*/ 3105150 w 7010400"/>
              <a:gd name="connsiteY3" fmla="*/ 2050809 h 2683111"/>
              <a:gd name="connsiteX4" fmla="*/ 3467100 w 7010400"/>
              <a:gd name="connsiteY4" fmla="*/ 2934 h 2683111"/>
              <a:gd name="connsiteX5" fmla="*/ 3876675 w 7010400"/>
              <a:gd name="connsiteY5" fmla="*/ 2517534 h 2683111"/>
              <a:gd name="connsiteX6" fmla="*/ 4371975 w 7010400"/>
              <a:gd name="connsiteY6" fmla="*/ 2460384 h 2683111"/>
              <a:gd name="connsiteX7" fmla="*/ 4657725 w 7010400"/>
              <a:gd name="connsiteY7" fmla="*/ 2603259 h 2683111"/>
              <a:gd name="connsiteX8" fmla="*/ 5029200 w 7010400"/>
              <a:gd name="connsiteY8" fmla="*/ 2527059 h 2683111"/>
              <a:gd name="connsiteX9" fmla="*/ 7010400 w 7010400"/>
              <a:gd name="connsiteY9" fmla="*/ 2546109 h 2683111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371975 w 7010400"/>
              <a:gd name="connsiteY6" fmla="*/ 2457472 h 2619476"/>
              <a:gd name="connsiteX7" fmla="*/ 4657725 w 7010400"/>
              <a:gd name="connsiteY7" fmla="*/ 260034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371975 w 7010400"/>
              <a:gd name="connsiteY6" fmla="*/ 2457472 h 2619476"/>
              <a:gd name="connsiteX7" fmla="*/ 4657725 w 7010400"/>
              <a:gd name="connsiteY7" fmla="*/ 260034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371975 w 7010400"/>
              <a:gd name="connsiteY6" fmla="*/ 2457472 h 2619476"/>
              <a:gd name="connsiteX7" fmla="*/ 4657725 w 7010400"/>
              <a:gd name="connsiteY7" fmla="*/ 260034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19549"/>
              <a:gd name="connsiteX1" fmla="*/ 1704975 w 7010400"/>
              <a:gd name="connsiteY1" fmla="*/ 2619397 h 2619549"/>
              <a:gd name="connsiteX2" fmla="*/ 2085975 w 7010400"/>
              <a:gd name="connsiteY2" fmla="*/ 2505097 h 2619549"/>
              <a:gd name="connsiteX3" fmla="*/ 3105150 w 7010400"/>
              <a:gd name="connsiteY3" fmla="*/ 2047897 h 2619549"/>
              <a:gd name="connsiteX4" fmla="*/ 3467100 w 7010400"/>
              <a:gd name="connsiteY4" fmla="*/ 22 h 2619549"/>
              <a:gd name="connsiteX5" fmla="*/ 3743325 w 7010400"/>
              <a:gd name="connsiteY5" fmla="*/ 2085997 h 2619549"/>
              <a:gd name="connsiteX6" fmla="*/ 4371975 w 7010400"/>
              <a:gd name="connsiteY6" fmla="*/ 2457472 h 2619549"/>
              <a:gd name="connsiteX7" fmla="*/ 4657725 w 7010400"/>
              <a:gd name="connsiteY7" fmla="*/ 2600347 h 2619549"/>
              <a:gd name="connsiteX8" fmla="*/ 5029200 w 7010400"/>
              <a:gd name="connsiteY8" fmla="*/ 2524147 h 2619549"/>
              <a:gd name="connsiteX9" fmla="*/ 7010400 w 7010400"/>
              <a:gd name="connsiteY9" fmla="*/ 2543197 h 2619549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371975 w 7010400"/>
              <a:gd name="connsiteY6" fmla="*/ 2457472 h 2619476"/>
              <a:gd name="connsiteX7" fmla="*/ 4657725 w 7010400"/>
              <a:gd name="connsiteY7" fmla="*/ 260034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21425"/>
              <a:gd name="connsiteX1" fmla="*/ 1704975 w 7010400"/>
              <a:gd name="connsiteY1" fmla="*/ 2619397 h 2621425"/>
              <a:gd name="connsiteX2" fmla="*/ 2085975 w 7010400"/>
              <a:gd name="connsiteY2" fmla="*/ 2505097 h 2621425"/>
              <a:gd name="connsiteX3" fmla="*/ 3105150 w 7010400"/>
              <a:gd name="connsiteY3" fmla="*/ 2047897 h 2621425"/>
              <a:gd name="connsiteX4" fmla="*/ 3467100 w 7010400"/>
              <a:gd name="connsiteY4" fmla="*/ 22 h 2621425"/>
              <a:gd name="connsiteX5" fmla="*/ 3743325 w 7010400"/>
              <a:gd name="connsiteY5" fmla="*/ 2085997 h 2621425"/>
              <a:gd name="connsiteX6" fmla="*/ 4371975 w 7010400"/>
              <a:gd name="connsiteY6" fmla="*/ 2457472 h 2621425"/>
              <a:gd name="connsiteX7" fmla="*/ 4657725 w 7010400"/>
              <a:gd name="connsiteY7" fmla="*/ 2600347 h 2621425"/>
              <a:gd name="connsiteX8" fmla="*/ 5029200 w 7010400"/>
              <a:gd name="connsiteY8" fmla="*/ 2524147 h 2621425"/>
              <a:gd name="connsiteX9" fmla="*/ 7010400 w 7010400"/>
              <a:gd name="connsiteY9" fmla="*/ 2543197 h 2621425"/>
              <a:gd name="connsiteX0" fmla="*/ 0 w 7010400"/>
              <a:gd name="connsiteY0" fmla="*/ 2524147 h 2624686"/>
              <a:gd name="connsiteX1" fmla="*/ 1704975 w 7010400"/>
              <a:gd name="connsiteY1" fmla="*/ 2619397 h 2624686"/>
              <a:gd name="connsiteX2" fmla="*/ 2085975 w 7010400"/>
              <a:gd name="connsiteY2" fmla="*/ 2505097 h 2624686"/>
              <a:gd name="connsiteX3" fmla="*/ 3105150 w 7010400"/>
              <a:gd name="connsiteY3" fmla="*/ 2047897 h 2624686"/>
              <a:gd name="connsiteX4" fmla="*/ 3467100 w 7010400"/>
              <a:gd name="connsiteY4" fmla="*/ 22 h 2624686"/>
              <a:gd name="connsiteX5" fmla="*/ 3743325 w 7010400"/>
              <a:gd name="connsiteY5" fmla="*/ 2085997 h 2624686"/>
              <a:gd name="connsiteX6" fmla="*/ 4114800 w 7010400"/>
              <a:gd name="connsiteY6" fmla="*/ 2609872 h 2624686"/>
              <a:gd name="connsiteX7" fmla="*/ 4657725 w 7010400"/>
              <a:gd name="connsiteY7" fmla="*/ 2600347 h 2624686"/>
              <a:gd name="connsiteX8" fmla="*/ 5029200 w 7010400"/>
              <a:gd name="connsiteY8" fmla="*/ 2524147 h 2624686"/>
              <a:gd name="connsiteX9" fmla="*/ 7010400 w 7010400"/>
              <a:gd name="connsiteY9" fmla="*/ 2543197 h 2624686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114800 w 7010400"/>
              <a:gd name="connsiteY6" fmla="*/ 2609872 h 2619476"/>
              <a:gd name="connsiteX7" fmla="*/ 4429125 w 7010400"/>
              <a:gd name="connsiteY7" fmla="*/ 242889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38755"/>
              <a:gd name="connsiteX1" fmla="*/ 1704975 w 7010400"/>
              <a:gd name="connsiteY1" fmla="*/ 2619397 h 2638755"/>
              <a:gd name="connsiteX2" fmla="*/ 2085975 w 7010400"/>
              <a:gd name="connsiteY2" fmla="*/ 2505097 h 2638755"/>
              <a:gd name="connsiteX3" fmla="*/ 3105150 w 7010400"/>
              <a:gd name="connsiteY3" fmla="*/ 2047897 h 2638755"/>
              <a:gd name="connsiteX4" fmla="*/ 3467100 w 7010400"/>
              <a:gd name="connsiteY4" fmla="*/ 22 h 2638755"/>
              <a:gd name="connsiteX5" fmla="*/ 3743325 w 7010400"/>
              <a:gd name="connsiteY5" fmla="*/ 2085997 h 2638755"/>
              <a:gd name="connsiteX6" fmla="*/ 4114800 w 7010400"/>
              <a:gd name="connsiteY6" fmla="*/ 2609872 h 2638755"/>
              <a:gd name="connsiteX7" fmla="*/ 4429125 w 7010400"/>
              <a:gd name="connsiteY7" fmla="*/ 2428897 h 2638755"/>
              <a:gd name="connsiteX8" fmla="*/ 4895850 w 7010400"/>
              <a:gd name="connsiteY8" fmla="*/ 2638447 h 2638755"/>
              <a:gd name="connsiteX9" fmla="*/ 7010400 w 7010400"/>
              <a:gd name="connsiteY9" fmla="*/ 2543197 h 2638755"/>
              <a:gd name="connsiteX0" fmla="*/ 0 w 7010400"/>
              <a:gd name="connsiteY0" fmla="*/ 2524147 h 2638755"/>
              <a:gd name="connsiteX1" fmla="*/ 1704975 w 7010400"/>
              <a:gd name="connsiteY1" fmla="*/ 2619397 h 2638755"/>
              <a:gd name="connsiteX2" fmla="*/ 2085975 w 7010400"/>
              <a:gd name="connsiteY2" fmla="*/ 2505097 h 2638755"/>
              <a:gd name="connsiteX3" fmla="*/ 3105150 w 7010400"/>
              <a:gd name="connsiteY3" fmla="*/ 2047897 h 2638755"/>
              <a:gd name="connsiteX4" fmla="*/ 3467100 w 7010400"/>
              <a:gd name="connsiteY4" fmla="*/ 22 h 2638755"/>
              <a:gd name="connsiteX5" fmla="*/ 3743325 w 7010400"/>
              <a:gd name="connsiteY5" fmla="*/ 2085997 h 2638755"/>
              <a:gd name="connsiteX6" fmla="*/ 4114800 w 7010400"/>
              <a:gd name="connsiteY6" fmla="*/ 2609872 h 2638755"/>
              <a:gd name="connsiteX7" fmla="*/ 4429125 w 7010400"/>
              <a:gd name="connsiteY7" fmla="*/ 2428897 h 2638755"/>
              <a:gd name="connsiteX8" fmla="*/ 4895850 w 7010400"/>
              <a:gd name="connsiteY8" fmla="*/ 2638447 h 2638755"/>
              <a:gd name="connsiteX9" fmla="*/ 7010400 w 7010400"/>
              <a:gd name="connsiteY9" fmla="*/ 2543197 h 2638755"/>
              <a:gd name="connsiteX0" fmla="*/ 0 w 7010400"/>
              <a:gd name="connsiteY0" fmla="*/ 2524147 h 2651543"/>
              <a:gd name="connsiteX1" fmla="*/ 1704975 w 7010400"/>
              <a:gd name="connsiteY1" fmla="*/ 2619397 h 2651543"/>
              <a:gd name="connsiteX2" fmla="*/ 2085975 w 7010400"/>
              <a:gd name="connsiteY2" fmla="*/ 2505097 h 2651543"/>
              <a:gd name="connsiteX3" fmla="*/ 3105150 w 7010400"/>
              <a:gd name="connsiteY3" fmla="*/ 2047897 h 2651543"/>
              <a:gd name="connsiteX4" fmla="*/ 3467100 w 7010400"/>
              <a:gd name="connsiteY4" fmla="*/ 22 h 2651543"/>
              <a:gd name="connsiteX5" fmla="*/ 3743325 w 7010400"/>
              <a:gd name="connsiteY5" fmla="*/ 2085997 h 2651543"/>
              <a:gd name="connsiteX6" fmla="*/ 4114800 w 7010400"/>
              <a:gd name="connsiteY6" fmla="*/ 2609872 h 2651543"/>
              <a:gd name="connsiteX7" fmla="*/ 4429125 w 7010400"/>
              <a:gd name="connsiteY7" fmla="*/ 2428897 h 2651543"/>
              <a:gd name="connsiteX8" fmla="*/ 4895850 w 7010400"/>
              <a:gd name="connsiteY8" fmla="*/ 2638447 h 2651543"/>
              <a:gd name="connsiteX9" fmla="*/ 7010400 w 7010400"/>
              <a:gd name="connsiteY9" fmla="*/ 2543197 h 2651543"/>
              <a:gd name="connsiteX0" fmla="*/ 0 w 7010400"/>
              <a:gd name="connsiteY0" fmla="*/ 2524147 h 2651543"/>
              <a:gd name="connsiteX1" fmla="*/ 1704975 w 7010400"/>
              <a:gd name="connsiteY1" fmla="*/ 2619397 h 2651543"/>
              <a:gd name="connsiteX2" fmla="*/ 2085975 w 7010400"/>
              <a:gd name="connsiteY2" fmla="*/ 2505097 h 2651543"/>
              <a:gd name="connsiteX3" fmla="*/ 3105150 w 7010400"/>
              <a:gd name="connsiteY3" fmla="*/ 2047897 h 2651543"/>
              <a:gd name="connsiteX4" fmla="*/ 3467100 w 7010400"/>
              <a:gd name="connsiteY4" fmla="*/ 22 h 2651543"/>
              <a:gd name="connsiteX5" fmla="*/ 3743325 w 7010400"/>
              <a:gd name="connsiteY5" fmla="*/ 2085997 h 2651543"/>
              <a:gd name="connsiteX6" fmla="*/ 4114800 w 7010400"/>
              <a:gd name="connsiteY6" fmla="*/ 2609872 h 2651543"/>
              <a:gd name="connsiteX7" fmla="*/ 4429125 w 7010400"/>
              <a:gd name="connsiteY7" fmla="*/ 2428897 h 2651543"/>
              <a:gd name="connsiteX8" fmla="*/ 4895850 w 7010400"/>
              <a:gd name="connsiteY8" fmla="*/ 2638447 h 2651543"/>
              <a:gd name="connsiteX9" fmla="*/ 7010400 w 7010400"/>
              <a:gd name="connsiteY9" fmla="*/ 2543197 h 2651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010400" h="2651543">
                <a:moveTo>
                  <a:pt x="0" y="2524147"/>
                </a:moveTo>
                <a:cubicBezTo>
                  <a:pt x="1831578" y="2529306"/>
                  <a:pt x="1357313" y="2622572"/>
                  <a:pt x="1704975" y="2619397"/>
                </a:cubicBezTo>
                <a:cubicBezTo>
                  <a:pt x="2052637" y="2616222"/>
                  <a:pt x="1852613" y="2600347"/>
                  <a:pt x="2085975" y="2505097"/>
                </a:cubicBezTo>
                <a:cubicBezTo>
                  <a:pt x="2319338" y="2409847"/>
                  <a:pt x="2855913" y="2684485"/>
                  <a:pt x="3105150" y="2047897"/>
                </a:cubicBezTo>
                <a:cubicBezTo>
                  <a:pt x="3354387" y="1411309"/>
                  <a:pt x="3284538" y="-6328"/>
                  <a:pt x="3467100" y="22"/>
                </a:cubicBezTo>
                <a:cubicBezTo>
                  <a:pt x="3649662" y="6372"/>
                  <a:pt x="3635375" y="1651022"/>
                  <a:pt x="3743325" y="2085997"/>
                </a:cubicBezTo>
                <a:cubicBezTo>
                  <a:pt x="3851275" y="2520972"/>
                  <a:pt x="4000500" y="2552722"/>
                  <a:pt x="4114800" y="2609872"/>
                </a:cubicBezTo>
                <a:cubicBezTo>
                  <a:pt x="4229100" y="2667022"/>
                  <a:pt x="4298950" y="2424135"/>
                  <a:pt x="4429125" y="2428897"/>
                </a:cubicBezTo>
                <a:cubicBezTo>
                  <a:pt x="4559300" y="2433660"/>
                  <a:pt x="4675188" y="2714647"/>
                  <a:pt x="4895850" y="2638447"/>
                </a:cubicBezTo>
                <a:cubicBezTo>
                  <a:pt x="5211762" y="2524147"/>
                  <a:pt x="5408613" y="2524147"/>
                  <a:pt x="7010400" y="2543197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233719-8024-43B9-A4E8-E95044FD2D32}"/>
              </a:ext>
            </a:extLst>
          </p:cNvPr>
          <p:cNvCxnSpPr>
            <a:cxnSpLocks/>
          </p:cNvCxnSpPr>
          <p:nvPr/>
        </p:nvCxnSpPr>
        <p:spPr>
          <a:xfrm flipV="1">
            <a:off x="7472144" y="2256639"/>
            <a:ext cx="0" cy="3720243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A8E22F7-53F6-4231-A9D0-B21264A75FF2}"/>
              </a:ext>
            </a:extLst>
          </p:cNvPr>
          <p:cNvCxnSpPr>
            <a:cxnSpLocks/>
          </p:cNvCxnSpPr>
          <p:nvPr/>
        </p:nvCxnSpPr>
        <p:spPr>
          <a:xfrm>
            <a:off x="9216583" y="1602344"/>
            <a:ext cx="31432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7DCBE09-0D21-487E-8BCF-DA0BBBFF1BCF}"/>
              </a:ext>
            </a:extLst>
          </p:cNvPr>
          <p:cNvSpPr txBox="1"/>
          <p:nvPr/>
        </p:nvSpPr>
        <p:spPr>
          <a:xfrm>
            <a:off x="9506944" y="1417678"/>
            <a:ext cx="2562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Velocity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E24C0C6-CDC7-4F64-AC41-2F9885BE0443}"/>
              </a:ext>
            </a:extLst>
          </p:cNvPr>
          <p:cNvCxnSpPr>
            <a:cxnSpLocks/>
          </p:cNvCxnSpPr>
          <p:nvPr/>
        </p:nvCxnSpPr>
        <p:spPr>
          <a:xfrm>
            <a:off x="9222339" y="1916897"/>
            <a:ext cx="323850" cy="0"/>
          </a:xfrm>
          <a:prstGeom prst="line">
            <a:avLst/>
          </a:prstGeom>
          <a:ln w="190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6A81E97-09AD-48B7-8687-60E580A75F58}"/>
              </a:ext>
            </a:extLst>
          </p:cNvPr>
          <p:cNvSpPr txBox="1"/>
          <p:nvPr/>
        </p:nvSpPr>
        <p:spPr>
          <a:xfrm>
            <a:off x="9159716" y="4917764"/>
            <a:ext cx="1272224" cy="58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Time (s)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BB0E2F4-ED32-4333-A354-642F822296C6}"/>
              </a:ext>
            </a:extLst>
          </p:cNvPr>
          <p:cNvCxnSpPr>
            <a:cxnSpLocks/>
          </p:cNvCxnSpPr>
          <p:nvPr/>
        </p:nvCxnSpPr>
        <p:spPr>
          <a:xfrm>
            <a:off x="7269167" y="2162359"/>
            <a:ext cx="188740" cy="21312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324FAB5-BE9B-4190-AB36-51B058537481}"/>
                  </a:ext>
                </a:extLst>
              </p:cNvPr>
              <p:cNvSpPr txBox="1"/>
              <p:nvPr/>
            </p:nvSpPr>
            <p:spPr>
              <a:xfrm>
                <a:off x="7075813" y="1787010"/>
                <a:ext cx="3633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h</m:t>
                      </m:r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324FAB5-BE9B-4190-AB36-51B058537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813" y="1787010"/>
                <a:ext cx="36336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0864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4B04BC-F8BA-4A57-BABD-84CDDA86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Conservation of Energy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0DCC48D-4648-4377-8009-168B52DAB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8EED31D8-0D20-46A7-8012-EAF9B2E89F6E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256032" y="2696546"/>
                <a:ext cx="2834640" cy="340897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i="1" dirty="0">
                    <a:latin typeface="Cambria Math" panose="02040503050406030204" pitchFamily="18" charset="0"/>
                  </a:rPr>
                  <a:t>Kinetic Energy:</a:t>
                </a:r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endParaRPr lang="en-GB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8EED31D8-0D20-46A7-8012-EAF9B2E89F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256032" y="2696546"/>
                <a:ext cx="2834640" cy="3408979"/>
              </a:xfrm>
              <a:blipFill>
                <a:blip r:embed="rId3"/>
                <a:stretch>
                  <a:fillRect l="-1720" t="-10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937D74-1932-4A02-961C-7CD6445D1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 Brayne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AECFD-3E16-4D02-BB81-6DFCDE04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60372B-7A70-4720-BE76-74D1F89F827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571A7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571A7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0A9234E-0AB4-4D5C-9827-12EF23CDE1AD}"/>
              </a:ext>
            </a:extLst>
          </p:cNvPr>
          <p:cNvGrpSpPr/>
          <p:nvPr/>
        </p:nvGrpSpPr>
        <p:grpSpPr>
          <a:xfrm>
            <a:off x="3572969" y="1143001"/>
            <a:ext cx="7752256" cy="4962524"/>
            <a:chOff x="3572969" y="1143001"/>
            <a:chExt cx="7752256" cy="4962524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E857FA9-195A-41E6-BF7E-45C507D48A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811" y="1143001"/>
              <a:ext cx="0" cy="4962524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D95CEBC-03F2-428E-B3AC-B3356BCC2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811" y="4917764"/>
              <a:ext cx="7338414" cy="2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58D4CE1-F3A3-4CF4-9BA8-B8A983B5A2C5}"/>
                </a:ext>
              </a:extLst>
            </p:cNvPr>
            <p:cNvSpPr txBox="1"/>
            <p:nvPr/>
          </p:nvSpPr>
          <p:spPr>
            <a:xfrm rot="16200000">
              <a:off x="2633688" y="2949055"/>
              <a:ext cx="2247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Z Velocity (ms</a:t>
              </a:r>
              <a:r>
                <a:rPr kumimoji="0" lang="en-GB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-1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)</a:t>
              </a: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B46C927-B28A-428C-B06D-77093F1B4701}"/>
              </a:ext>
            </a:extLst>
          </p:cNvPr>
          <p:cNvSpPr/>
          <p:nvPr/>
        </p:nvSpPr>
        <p:spPr>
          <a:xfrm>
            <a:off x="4000500" y="3573980"/>
            <a:ext cx="7038975" cy="2402841"/>
          </a:xfrm>
          <a:custGeom>
            <a:avLst/>
            <a:gdLst>
              <a:gd name="connsiteX0" fmla="*/ 0 w 7038975"/>
              <a:gd name="connsiteY0" fmla="*/ 1554580 h 2608575"/>
              <a:gd name="connsiteX1" fmla="*/ 1552575 w 7038975"/>
              <a:gd name="connsiteY1" fmla="*/ 1506955 h 2608575"/>
              <a:gd name="connsiteX2" fmla="*/ 1781175 w 7038975"/>
              <a:gd name="connsiteY2" fmla="*/ 1630780 h 2608575"/>
              <a:gd name="connsiteX3" fmla="*/ 2809875 w 7038975"/>
              <a:gd name="connsiteY3" fmla="*/ 11530 h 2608575"/>
              <a:gd name="connsiteX4" fmla="*/ 3867150 w 7038975"/>
              <a:gd name="connsiteY4" fmla="*/ 2583280 h 2608575"/>
              <a:gd name="connsiteX5" fmla="*/ 4429125 w 7038975"/>
              <a:gd name="connsiteY5" fmla="*/ 1345030 h 2608575"/>
              <a:gd name="connsiteX6" fmla="*/ 4714875 w 7038975"/>
              <a:gd name="connsiteY6" fmla="*/ 1687930 h 2608575"/>
              <a:gd name="connsiteX7" fmla="*/ 5057775 w 7038975"/>
              <a:gd name="connsiteY7" fmla="*/ 1545055 h 2608575"/>
              <a:gd name="connsiteX8" fmla="*/ 7038975 w 7038975"/>
              <a:gd name="connsiteY8" fmla="*/ 1554580 h 2608575"/>
              <a:gd name="connsiteX0" fmla="*/ 0 w 7038975"/>
              <a:gd name="connsiteY0" fmla="*/ 1554580 h 2608575"/>
              <a:gd name="connsiteX1" fmla="*/ 1247775 w 7038975"/>
              <a:gd name="connsiteY1" fmla="*/ 1506955 h 2608575"/>
              <a:gd name="connsiteX2" fmla="*/ 1781175 w 7038975"/>
              <a:gd name="connsiteY2" fmla="*/ 1630780 h 2608575"/>
              <a:gd name="connsiteX3" fmla="*/ 2809875 w 7038975"/>
              <a:gd name="connsiteY3" fmla="*/ 11530 h 2608575"/>
              <a:gd name="connsiteX4" fmla="*/ 3867150 w 7038975"/>
              <a:gd name="connsiteY4" fmla="*/ 2583280 h 2608575"/>
              <a:gd name="connsiteX5" fmla="*/ 4429125 w 7038975"/>
              <a:gd name="connsiteY5" fmla="*/ 1345030 h 2608575"/>
              <a:gd name="connsiteX6" fmla="*/ 4714875 w 7038975"/>
              <a:gd name="connsiteY6" fmla="*/ 1687930 h 2608575"/>
              <a:gd name="connsiteX7" fmla="*/ 5057775 w 7038975"/>
              <a:gd name="connsiteY7" fmla="*/ 1545055 h 2608575"/>
              <a:gd name="connsiteX8" fmla="*/ 7038975 w 7038975"/>
              <a:gd name="connsiteY8" fmla="*/ 1554580 h 2608575"/>
              <a:gd name="connsiteX0" fmla="*/ 0 w 7038975"/>
              <a:gd name="connsiteY0" fmla="*/ 1554646 h 2608641"/>
              <a:gd name="connsiteX1" fmla="*/ 1247775 w 7038975"/>
              <a:gd name="connsiteY1" fmla="*/ 1564171 h 2608641"/>
              <a:gd name="connsiteX2" fmla="*/ 1781175 w 7038975"/>
              <a:gd name="connsiteY2" fmla="*/ 1630846 h 2608641"/>
              <a:gd name="connsiteX3" fmla="*/ 2809875 w 7038975"/>
              <a:gd name="connsiteY3" fmla="*/ 11596 h 2608641"/>
              <a:gd name="connsiteX4" fmla="*/ 3867150 w 7038975"/>
              <a:gd name="connsiteY4" fmla="*/ 2583346 h 2608641"/>
              <a:gd name="connsiteX5" fmla="*/ 4429125 w 7038975"/>
              <a:gd name="connsiteY5" fmla="*/ 1345096 h 2608641"/>
              <a:gd name="connsiteX6" fmla="*/ 4714875 w 7038975"/>
              <a:gd name="connsiteY6" fmla="*/ 1687996 h 2608641"/>
              <a:gd name="connsiteX7" fmla="*/ 5057775 w 7038975"/>
              <a:gd name="connsiteY7" fmla="*/ 1545121 h 2608641"/>
              <a:gd name="connsiteX8" fmla="*/ 7038975 w 7038975"/>
              <a:gd name="connsiteY8" fmla="*/ 1554646 h 2608641"/>
              <a:gd name="connsiteX0" fmla="*/ 0 w 7038975"/>
              <a:gd name="connsiteY0" fmla="*/ 1544082 h 2598077"/>
              <a:gd name="connsiteX1" fmla="*/ 1247775 w 7038975"/>
              <a:gd name="connsiteY1" fmla="*/ 1553607 h 2598077"/>
              <a:gd name="connsiteX2" fmla="*/ 1781175 w 7038975"/>
              <a:gd name="connsiteY2" fmla="*/ 1620282 h 2598077"/>
              <a:gd name="connsiteX3" fmla="*/ 2809875 w 7038975"/>
              <a:gd name="connsiteY3" fmla="*/ 1032 h 2598077"/>
              <a:gd name="connsiteX4" fmla="*/ 3867150 w 7038975"/>
              <a:gd name="connsiteY4" fmla="*/ 2572782 h 2598077"/>
              <a:gd name="connsiteX5" fmla="*/ 4429125 w 7038975"/>
              <a:gd name="connsiteY5" fmla="*/ 1334532 h 2598077"/>
              <a:gd name="connsiteX6" fmla="*/ 4714875 w 7038975"/>
              <a:gd name="connsiteY6" fmla="*/ 1677432 h 2598077"/>
              <a:gd name="connsiteX7" fmla="*/ 5057775 w 7038975"/>
              <a:gd name="connsiteY7" fmla="*/ 1534557 h 2598077"/>
              <a:gd name="connsiteX8" fmla="*/ 7038975 w 7038975"/>
              <a:gd name="connsiteY8" fmla="*/ 1544082 h 2598077"/>
              <a:gd name="connsiteX0" fmla="*/ 0 w 7038975"/>
              <a:gd name="connsiteY0" fmla="*/ 1543395 h 2597390"/>
              <a:gd name="connsiteX1" fmla="*/ 1247775 w 7038975"/>
              <a:gd name="connsiteY1" fmla="*/ 1552920 h 2597390"/>
              <a:gd name="connsiteX2" fmla="*/ 1781175 w 7038975"/>
              <a:gd name="connsiteY2" fmla="*/ 1619595 h 2597390"/>
              <a:gd name="connsiteX3" fmla="*/ 2809875 w 7038975"/>
              <a:gd name="connsiteY3" fmla="*/ 345 h 2597390"/>
              <a:gd name="connsiteX4" fmla="*/ 3867150 w 7038975"/>
              <a:gd name="connsiteY4" fmla="*/ 2572095 h 2597390"/>
              <a:gd name="connsiteX5" fmla="*/ 4429125 w 7038975"/>
              <a:gd name="connsiteY5" fmla="*/ 1333845 h 2597390"/>
              <a:gd name="connsiteX6" fmla="*/ 4714875 w 7038975"/>
              <a:gd name="connsiteY6" fmla="*/ 1676745 h 2597390"/>
              <a:gd name="connsiteX7" fmla="*/ 5057775 w 7038975"/>
              <a:gd name="connsiteY7" fmla="*/ 1533870 h 2597390"/>
              <a:gd name="connsiteX8" fmla="*/ 7038975 w 7038975"/>
              <a:gd name="connsiteY8" fmla="*/ 1543395 h 2597390"/>
              <a:gd name="connsiteX0" fmla="*/ 0 w 7038975"/>
              <a:gd name="connsiteY0" fmla="*/ 1577527 h 2631522"/>
              <a:gd name="connsiteX1" fmla="*/ 1247775 w 7038975"/>
              <a:gd name="connsiteY1" fmla="*/ 1587052 h 2631522"/>
              <a:gd name="connsiteX2" fmla="*/ 1781175 w 7038975"/>
              <a:gd name="connsiteY2" fmla="*/ 1653727 h 2631522"/>
              <a:gd name="connsiteX3" fmla="*/ 2809875 w 7038975"/>
              <a:gd name="connsiteY3" fmla="*/ 34477 h 2631522"/>
              <a:gd name="connsiteX4" fmla="*/ 3867150 w 7038975"/>
              <a:gd name="connsiteY4" fmla="*/ 2606227 h 2631522"/>
              <a:gd name="connsiteX5" fmla="*/ 4429125 w 7038975"/>
              <a:gd name="connsiteY5" fmla="*/ 1367977 h 2631522"/>
              <a:gd name="connsiteX6" fmla="*/ 4714875 w 7038975"/>
              <a:gd name="connsiteY6" fmla="*/ 1710877 h 2631522"/>
              <a:gd name="connsiteX7" fmla="*/ 5057775 w 7038975"/>
              <a:gd name="connsiteY7" fmla="*/ 1568002 h 2631522"/>
              <a:gd name="connsiteX8" fmla="*/ 7038975 w 7038975"/>
              <a:gd name="connsiteY8" fmla="*/ 1577527 h 2631522"/>
              <a:gd name="connsiteX0" fmla="*/ 0 w 7038975"/>
              <a:gd name="connsiteY0" fmla="*/ 1577527 h 2688602"/>
              <a:gd name="connsiteX1" fmla="*/ 1247775 w 7038975"/>
              <a:gd name="connsiteY1" fmla="*/ 1587052 h 2688602"/>
              <a:gd name="connsiteX2" fmla="*/ 1781175 w 7038975"/>
              <a:gd name="connsiteY2" fmla="*/ 1653727 h 2688602"/>
              <a:gd name="connsiteX3" fmla="*/ 2809875 w 7038975"/>
              <a:gd name="connsiteY3" fmla="*/ 34477 h 2688602"/>
              <a:gd name="connsiteX4" fmla="*/ 3867150 w 7038975"/>
              <a:gd name="connsiteY4" fmla="*/ 2606227 h 2688602"/>
              <a:gd name="connsiteX5" fmla="*/ 4429125 w 7038975"/>
              <a:gd name="connsiteY5" fmla="*/ 1367977 h 2688602"/>
              <a:gd name="connsiteX6" fmla="*/ 4714875 w 7038975"/>
              <a:gd name="connsiteY6" fmla="*/ 1710877 h 2688602"/>
              <a:gd name="connsiteX7" fmla="*/ 5057775 w 7038975"/>
              <a:gd name="connsiteY7" fmla="*/ 1568002 h 2688602"/>
              <a:gd name="connsiteX8" fmla="*/ 7038975 w 7038975"/>
              <a:gd name="connsiteY8" fmla="*/ 1577527 h 2688602"/>
              <a:gd name="connsiteX0" fmla="*/ 0 w 7038975"/>
              <a:gd name="connsiteY0" fmla="*/ 1577527 h 2704186"/>
              <a:gd name="connsiteX1" fmla="*/ 1247775 w 7038975"/>
              <a:gd name="connsiteY1" fmla="*/ 1587052 h 2704186"/>
              <a:gd name="connsiteX2" fmla="*/ 1781175 w 7038975"/>
              <a:gd name="connsiteY2" fmla="*/ 1653727 h 2704186"/>
              <a:gd name="connsiteX3" fmla="*/ 2809875 w 7038975"/>
              <a:gd name="connsiteY3" fmla="*/ 34477 h 2704186"/>
              <a:gd name="connsiteX4" fmla="*/ 3867150 w 7038975"/>
              <a:gd name="connsiteY4" fmla="*/ 2606227 h 2704186"/>
              <a:gd name="connsiteX5" fmla="*/ 4429125 w 7038975"/>
              <a:gd name="connsiteY5" fmla="*/ 1367977 h 2704186"/>
              <a:gd name="connsiteX6" fmla="*/ 4714875 w 7038975"/>
              <a:gd name="connsiteY6" fmla="*/ 1710877 h 2704186"/>
              <a:gd name="connsiteX7" fmla="*/ 5057775 w 7038975"/>
              <a:gd name="connsiteY7" fmla="*/ 1568002 h 2704186"/>
              <a:gd name="connsiteX8" fmla="*/ 7038975 w 7038975"/>
              <a:gd name="connsiteY8" fmla="*/ 1577527 h 2704186"/>
              <a:gd name="connsiteX0" fmla="*/ 0 w 7038975"/>
              <a:gd name="connsiteY0" fmla="*/ 1577527 h 2650569"/>
              <a:gd name="connsiteX1" fmla="*/ 1247775 w 7038975"/>
              <a:gd name="connsiteY1" fmla="*/ 1587052 h 2650569"/>
              <a:gd name="connsiteX2" fmla="*/ 1781175 w 7038975"/>
              <a:gd name="connsiteY2" fmla="*/ 1653727 h 2650569"/>
              <a:gd name="connsiteX3" fmla="*/ 2809875 w 7038975"/>
              <a:gd name="connsiteY3" fmla="*/ 34477 h 2650569"/>
              <a:gd name="connsiteX4" fmla="*/ 3867150 w 7038975"/>
              <a:gd name="connsiteY4" fmla="*/ 2606227 h 2650569"/>
              <a:gd name="connsiteX5" fmla="*/ 4324350 w 7038975"/>
              <a:gd name="connsiteY5" fmla="*/ 1529902 h 2650569"/>
              <a:gd name="connsiteX6" fmla="*/ 4714875 w 7038975"/>
              <a:gd name="connsiteY6" fmla="*/ 1710877 h 2650569"/>
              <a:gd name="connsiteX7" fmla="*/ 5057775 w 7038975"/>
              <a:gd name="connsiteY7" fmla="*/ 1568002 h 2650569"/>
              <a:gd name="connsiteX8" fmla="*/ 7038975 w 7038975"/>
              <a:gd name="connsiteY8" fmla="*/ 1577527 h 2650569"/>
              <a:gd name="connsiteX0" fmla="*/ 0 w 7038975"/>
              <a:gd name="connsiteY0" fmla="*/ 1577527 h 2704802"/>
              <a:gd name="connsiteX1" fmla="*/ 1247775 w 7038975"/>
              <a:gd name="connsiteY1" fmla="*/ 1587052 h 2704802"/>
              <a:gd name="connsiteX2" fmla="*/ 1781175 w 7038975"/>
              <a:gd name="connsiteY2" fmla="*/ 1653727 h 2704802"/>
              <a:gd name="connsiteX3" fmla="*/ 2809875 w 7038975"/>
              <a:gd name="connsiteY3" fmla="*/ 34477 h 2704802"/>
              <a:gd name="connsiteX4" fmla="*/ 3867150 w 7038975"/>
              <a:gd name="connsiteY4" fmla="*/ 2606227 h 2704802"/>
              <a:gd name="connsiteX5" fmla="*/ 4324350 w 7038975"/>
              <a:gd name="connsiteY5" fmla="*/ 1529902 h 2704802"/>
              <a:gd name="connsiteX6" fmla="*/ 4714875 w 7038975"/>
              <a:gd name="connsiteY6" fmla="*/ 1710877 h 2704802"/>
              <a:gd name="connsiteX7" fmla="*/ 5057775 w 7038975"/>
              <a:gd name="connsiteY7" fmla="*/ 1568002 h 2704802"/>
              <a:gd name="connsiteX8" fmla="*/ 7038975 w 7038975"/>
              <a:gd name="connsiteY8" fmla="*/ 1577527 h 2704802"/>
              <a:gd name="connsiteX0" fmla="*/ 0 w 7038975"/>
              <a:gd name="connsiteY0" fmla="*/ 1577527 h 2651418"/>
              <a:gd name="connsiteX1" fmla="*/ 1247775 w 7038975"/>
              <a:gd name="connsiteY1" fmla="*/ 1587052 h 2651418"/>
              <a:gd name="connsiteX2" fmla="*/ 1781175 w 7038975"/>
              <a:gd name="connsiteY2" fmla="*/ 1653727 h 2651418"/>
              <a:gd name="connsiteX3" fmla="*/ 2809875 w 7038975"/>
              <a:gd name="connsiteY3" fmla="*/ 34477 h 2651418"/>
              <a:gd name="connsiteX4" fmla="*/ 3867150 w 7038975"/>
              <a:gd name="connsiteY4" fmla="*/ 2606227 h 2651418"/>
              <a:gd name="connsiteX5" fmla="*/ 4371975 w 7038975"/>
              <a:gd name="connsiteY5" fmla="*/ 1539427 h 2651418"/>
              <a:gd name="connsiteX6" fmla="*/ 4714875 w 7038975"/>
              <a:gd name="connsiteY6" fmla="*/ 1710877 h 2651418"/>
              <a:gd name="connsiteX7" fmla="*/ 5057775 w 7038975"/>
              <a:gd name="connsiteY7" fmla="*/ 1568002 h 2651418"/>
              <a:gd name="connsiteX8" fmla="*/ 7038975 w 7038975"/>
              <a:gd name="connsiteY8" fmla="*/ 1577527 h 2651418"/>
              <a:gd name="connsiteX0" fmla="*/ 0 w 7038975"/>
              <a:gd name="connsiteY0" fmla="*/ 1577527 h 2715976"/>
              <a:gd name="connsiteX1" fmla="*/ 1247775 w 7038975"/>
              <a:gd name="connsiteY1" fmla="*/ 1587052 h 2715976"/>
              <a:gd name="connsiteX2" fmla="*/ 1781175 w 7038975"/>
              <a:gd name="connsiteY2" fmla="*/ 1653727 h 2715976"/>
              <a:gd name="connsiteX3" fmla="*/ 2809875 w 7038975"/>
              <a:gd name="connsiteY3" fmla="*/ 34477 h 2715976"/>
              <a:gd name="connsiteX4" fmla="*/ 3867150 w 7038975"/>
              <a:gd name="connsiteY4" fmla="*/ 2606227 h 2715976"/>
              <a:gd name="connsiteX5" fmla="*/ 4371975 w 7038975"/>
              <a:gd name="connsiteY5" fmla="*/ 1539427 h 2715976"/>
              <a:gd name="connsiteX6" fmla="*/ 4714875 w 7038975"/>
              <a:gd name="connsiteY6" fmla="*/ 1710877 h 2715976"/>
              <a:gd name="connsiteX7" fmla="*/ 5057775 w 7038975"/>
              <a:gd name="connsiteY7" fmla="*/ 1568002 h 2715976"/>
              <a:gd name="connsiteX8" fmla="*/ 7038975 w 7038975"/>
              <a:gd name="connsiteY8" fmla="*/ 1577527 h 2715976"/>
              <a:gd name="connsiteX0" fmla="*/ 0 w 7038975"/>
              <a:gd name="connsiteY0" fmla="*/ 1577527 h 2715976"/>
              <a:gd name="connsiteX1" fmla="*/ 1247775 w 7038975"/>
              <a:gd name="connsiteY1" fmla="*/ 1587052 h 2715976"/>
              <a:gd name="connsiteX2" fmla="*/ 1781175 w 7038975"/>
              <a:gd name="connsiteY2" fmla="*/ 1653727 h 2715976"/>
              <a:gd name="connsiteX3" fmla="*/ 2809875 w 7038975"/>
              <a:gd name="connsiteY3" fmla="*/ 34477 h 2715976"/>
              <a:gd name="connsiteX4" fmla="*/ 3867150 w 7038975"/>
              <a:gd name="connsiteY4" fmla="*/ 2606227 h 2715976"/>
              <a:gd name="connsiteX5" fmla="*/ 4371975 w 7038975"/>
              <a:gd name="connsiteY5" fmla="*/ 1539427 h 2715976"/>
              <a:gd name="connsiteX6" fmla="*/ 4714875 w 7038975"/>
              <a:gd name="connsiteY6" fmla="*/ 1710877 h 2715976"/>
              <a:gd name="connsiteX7" fmla="*/ 5057775 w 7038975"/>
              <a:gd name="connsiteY7" fmla="*/ 1568002 h 2715976"/>
              <a:gd name="connsiteX8" fmla="*/ 7038975 w 7038975"/>
              <a:gd name="connsiteY8" fmla="*/ 1577527 h 2715976"/>
              <a:gd name="connsiteX0" fmla="*/ 0 w 7038975"/>
              <a:gd name="connsiteY0" fmla="*/ 1577527 h 2651418"/>
              <a:gd name="connsiteX1" fmla="*/ 1247775 w 7038975"/>
              <a:gd name="connsiteY1" fmla="*/ 1587052 h 2651418"/>
              <a:gd name="connsiteX2" fmla="*/ 1781175 w 7038975"/>
              <a:gd name="connsiteY2" fmla="*/ 1653727 h 2651418"/>
              <a:gd name="connsiteX3" fmla="*/ 3044766 w 7038975"/>
              <a:gd name="connsiteY3" fmla="*/ 34477 h 2651418"/>
              <a:gd name="connsiteX4" fmla="*/ 3867150 w 7038975"/>
              <a:gd name="connsiteY4" fmla="*/ 2606227 h 2651418"/>
              <a:gd name="connsiteX5" fmla="*/ 4371975 w 7038975"/>
              <a:gd name="connsiteY5" fmla="*/ 1539427 h 2651418"/>
              <a:gd name="connsiteX6" fmla="*/ 4714875 w 7038975"/>
              <a:gd name="connsiteY6" fmla="*/ 1710877 h 2651418"/>
              <a:gd name="connsiteX7" fmla="*/ 5057775 w 7038975"/>
              <a:gd name="connsiteY7" fmla="*/ 1568002 h 2651418"/>
              <a:gd name="connsiteX8" fmla="*/ 7038975 w 7038975"/>
              <a:gd name="connsiteY8" fmla="*/ 1577527 h 2651418"/>
              <a:gd name="connsiteX0" fmla="*/ 0 w 7038975"/>
              <a:gd name="connsiteY0" fmla="*/ 1577527 h 2693375"/>
              <a:gd name="connsiteX1" fmla="*/ 1247775 w 7038975"/>
              <a:gd name="connsiteY1" fmla="*/ 1587052 h 2693375"/>
              <a:gd name="connsiteX2" fmla="*/ 1781175 w 7038975"/>
              <a:gd name="connsiteY2" fmla="*/ 1653727 h 2693375"/>
              <a:gd name="connsiteX3" fmla="*/ 3044766 w 7038975"/>
              <a:gd name="connsiteY3" fmla="*/ 34477 h 2693375"/>
              <a:gd name="connsiteX4" fmla="*/ 3867150 w 7038975"/>
              <a:gd name="connsiteY4" fmla="*/ 2606227 h 2693375"/>
              <a:gd name="connsiteX5" fmla="*/ 4371975 w 7038975"/>
              <a:gd name="connsiteY5" fmla="*/ 1539427 h 2693375"/>
              <a:gd name="connsiteX6" fmla="*/ 4714875 w 7038975"/>
              <a:gd name="connsiteY6" fmla="*/ 1710877 h 2693375"/>
              <a:gd name="connsiteX7" fmla="*/ 5057775 w 7038975"/>
              <a:gd name="connsiteY7" fmla="*/ 1568002 h 2693375"/>
              <a:gd name="connsiteX8" fmla="*/ 7038975 w 7038975"/>
              <a:gd name="connsiteY8" fmla="*/ 1577527 h 2693375"/>
              <a:gd name="connsiteX0" fmla="*/ 0 w 7038975"/>
              <a:gd name="connsiteY0" fmla="*/ 1581020 h 2696868"/>
              <a:gd name="connsiteX1" fmla="*/ 1247775 w 7038975"/>
              <a:gd name="connsiteY1" fmla="*/ 1590545 h 2696868"/>
              <a:gd name="connsiteX2" fmla="*/ 1781175 w 7038975"/>
              <a:gd name="connsiteY2" fmla="*/ 1657220 h 2696868"/>
              <a:gd name="connsiteX3" fmla="*/ 3044766 w 7038975"/>
              <a:gd name="connsiteY3" fmla="*/ 37970 h 2696868"/>
              <a:gd name="connsiteX4" fmla="*/ 3867150 w 7038975"/>
              <a:gd name="connsiteY4" fmla="*/ 2609720 h 2696868"/>
              <a:gd name="connsiteX5" fmla="*/ 4371975 w 7038975"/>
              <a:gd name="connsiteY5" fmla="*/ 1542920 h 2696868"/>
              <a:gd name="connsiteX6" fmla="*/ 4714875 w 7038975"/>
              <a:gd name="connsiteY6" fmla="*/ 1714370 h 2696868"/>
              <a:gd name="connsiteX7" fmla="*/ 5057775 w 7038975"/>
              <a:gd name="connsiteY7" fmla="*/ 1571495 h 2696868"/>
              <a:gd name="connsiteX8" fmla="*/ 7038975 w 7038975"/>
              <a:gd name="connsiteY8" fmla="*/ 1581020 h 2696868"/>
              <a:gd name="connsiteX0" fmla="*/ 0 w 7038975"/>
              <a:gd name="connsiteY0" fmla="*/ 1554647 h 2654211"/>
              <a:gd name="connsiteX1" fmla="*/ 1247775 w 7038975"/>
              <a:gd name="connsiteY1" fmla="*/ 1564172 h 2654211"/>
              <a:gd name="connsiteX2" fmla="*/ 1781175 w 7038975"/>
              <a:gd name="connsiteY2" fmla="*/ 1630847 h 2654211"/>
              <a:gd name="connsiteX3" fmla="*/ 3044766 w 7038975"/>
              <a:gd name="connsiteY3" fmla="*/ 11597 h 2654211"/>
              <a:gd name="connsiteX4" fmla="*/ 3892317 w 7038975"/>
              <a:gd name="connsiteY4" fmla="*/ 2583347 h 2654211"/>
              <a:gd name="connsiteX5" fmla="*/ 4371975 w 7038975"/>
              <a:gd name="connsiteY5" fmla="*/ 1516547 h 2654211"/>
              <a:gd name="connsiteX6" fmla="*/ 4714875 w 7038975"/>
              <a:gd name="connsiteY6" fmla="*/ 1687997 h 2654211"/>
              <a:gd name="connsiteX7" fmla="*/ 5057775 w 7038975"/>
              <a:gd name="connsiteY7" fmla="*/ 1545122 h 2654211"/>
              <a:gd name="connsiteX8" fmla="*/ 7038975 w 7038975"/>
              <a:gd name="connsiteY8" fmla="*/ 1554647 h 2654211"/>
              <a:gd name="connsiteX0" fmla="*/ 0 w 7038975"/>
              <a:gd name="connsiteY0" fmla="*/ 1554647 h 2701472"/>
              <a:gd name="connsiteX1" fmla="*/ 1247775 w 7038975"/>
              <a:gd name="connsiteY1" fmla="*/ 1564172 h 2701472"/>
              <a:gd name="connsiteX2" fmla="*/ 1781175 w 7038975"/>
              <a:gd name="connsiteY2" fmla="*/ 1630847 h 2701472"/>
              <a:gd name="connsiteX3" fmla="*/ 3044766 w 7038975"/>
              <a:gd name="connsiteY3" fmla="*/ 11597 h 2701472"/>
              <a:gd name="connsiteX4" fmla="*/ 3892317 w 7038975"/>
              <a:gd name="connsiteY4" fmla="*/ 2583347 h 2701472"/>
              <a:gd name="connsiteX5" fmla="*/ 4371975 w 7038975"/>
              <a:gd name="connsiteY5" fmla="*/ 1516547 h 2701472"/>
              <a:gd name="connsiteX6" fmla="*/ 4714875 w 7038975"/>
              <a:gd name="connsiteY6" fmla="*/ 1687997 h 2701472"/>
              <a:gd name="connsiteX7" fmla="*/ 5057775 w 7038975"/>
              <a:gd name="connsiteY7" fmla="*/ 1545122 h 2701472"/>
              <a:gd name="connsiteX8" fmla="*/ 7038975 w 7038975"/>
              <a:gd name="connsiteY8" fmla="*/ 1554647 h 2701472"/>
              <a:gd name="connsiteX0" fmla="*/ 0 w 7038975"/>
              <a:gd name="connsiteY0" fmla="*/ 1572688 h 2719513"/>
              <a:gd name="connsiteX1" fmla="*/ 1247775 w 7038975"/>
              <a:gd name="connsiteY1" fmla="*/ 1582213 h 2719513"/>
              <a:gd name="connsiteX2" fmla="*/ 1781175 w 7038975"/>
              <a:gd name="connsiteY2" fmla="*/ 1648888 h 2719513"/>
              <a:gd name="connsiteX3" fmla="*/ 3044766 w 7038975"/>
              <a:gd name="connsiteY3" fmla="*/ 29638 h 2719513"/>
              <a:gd name="connsiteX4" fmla="*/ 3892317 w 7038975"/>
              <a:gd name="connsiteY4" fmla="*/ 2601388 h 2719513"/>
              <a:gd name="connsiteX5" fmla="*/ 4371975 w 7038975"/>
              <a:gd name="connsiteY5" fmla="*/ 1534588 h 2719513"/>
              <a:gd name="connsiteX6" fmla="*/ 4714875 w 7038975"/>
              <a:gd name="connsiteY6" fmla="*/ 1706038 h 2719513"/>
              <a:gd name="connsiteX7" fmla="*/ 5057775 w 7038975"/>
              <a:gd name="connsiteY7" fmla="*/ 1563163 h 2719513"/>
              <a:gd name="connsiteX8" fmla="*/ 7038975 w 7038975"/>
              <a:gd name="connsiteY8" fmla="*/ 1572688 h 2719513"/>
              <a:gd name="connsiteX0" fmla="*/ 0 w 7038975"/>
              <a:gd name="connsiteY0" fmla="*/ 1571539 h 2718364"/>
              <a:gd name="connsiteX1" fmla="*/ 1247775 w 7038975"/>
              <a:gd name="connsiteY1" fmla="*/ 1581064 h 2718364"/>
              <a:gd name="connsiteX2" fmla="*/ 1781175 w 7038975"/>
              <a:gd name="connsiteY2" fmla="*/ 1647739 h 2718364"/>
              <a:gd name="connsiteX3" fmla="*/ 3044766 w 7038975"/>
              <a:gd name="connsiteY3" fmla="*/ 28489 h 2718364"/>
              <a:gd name="connsiteX4" fmla="*/ 3892317 w 7038975"/>
              <a:gd name="connsiteY4" fmla="*/ 2600239 h 2718364"/>
              <a:gd name="connsiteX5" fmla="*/ 4371975 w 7038975"/>
              <a:gd name="connsiteY5" fmla="*/ 1533439 h 2718364"/>
              <a:gd name="connsiteX6" fmla="*/ 4714875 w 7038975"/>
              <a:gd name="connsiteY6" fmla="*/ 1704889 h 2718364"/>
              <a:gd name="connsiteX7" fmla="*/ 5057775 w 7038975"/>
              <a:gd name="connsiteY7" fmla="*/ 1562014 h 2718364"/>
              <a:gd name="connsiteX8" fmla="*/ 7038975 w 7038975"/>
              <a:gd name="connsiteY8" fmla="*/ 1571539 h 2718364"/>
              <a:gd name="connsiteX0" fmla="*/ 0 w 7038975"/>
              <a:gd name="connsiteY0" fmla="*/ 1588754 h 2735579"/>
              <a:gd name="connsiteX1" fmla="*/ 1247775 w 7038975"/>
              <a:gd name="connsiteY1" fmla="*/ 1598279 h 2735579"/>
              <a:gd name="connsiteX2" fmla="*/ 1781175 w 7038975"/>
              <a:gd name="connsiteY2" fmla="*/ 1664954 h 2735579"/>
              <a:gd name="connsiteX3" fmla="*/ 3044766 w 7038975"/>
              <a:gd name="connsiteY3" fmla="*/ 45704 h 2735579"/>
              <a:gd name="connsiteX4" fmla="*/ 3892317 w 7038975"/>
              <a:gd name="connsiteY4" fmla="*/ 2617454 h 2735579"/>
              <a:gd name="connsiteX5" fmla="*/ 4371975 w 7038975"/>
              <a:gd name="connsiteY5" fmla="*/ 1550654 h 2735579"/>
              <a:gd name="connsiteX6" fmla="*/ 4714875 w 7038975"/>
              <a:gd name="connsiteY6" fmla="*/ 1722104 h 2735579"/>
              <a:gd name="connsiteX7" fmla="*/ 5057775 w 7038975"/>
              <a:gd name="connsiteY7" fmla="*/ 1579229 h 2735579"/>
              <a:gd name="connsiteX8" fmla="*/ 7038975 w 7038975"/>
              <a:gd name="connsiteY8" fmla="*/ 1588754 h 2735579"/>
              <a:gd name="connsiteX0" fmla="*/ 0 w 7038975"/>
              <a:gd name="connsiteY0" fmla="*/ 1588754 h 2703395"/>
              <a:gd name="connsiteX1" fmla="*/ 1247775 w 7038975"/>
              <a:gd name="connsiteY1" fmla="*/ 1598279 h 2703395"/>
              <a:gd name="connsiteX2" fmla="*/ 1781175 w 7038975"/>
              <a:gd name="connsiteY2" fmla="*/ 1664954 h 2703395"/>
              <a:gd name="connsiteX3" fmla="*/ 3044766 w 7038975"/>
              <a:gd name="connsiteY3" fmla="*/ 45704 h 2703395"/>
              <a:gd name="connsiteX4" fmla="*/ 3892317 w 7038975"/>
              <a:gd name="connsiteY4" fmla="*/ 2617454 h 2703395"/>
              <a:gd name="connsiteX5" fmla="*/ 4371975 w 7038975"/>
              <a:gd name="connsiteY5" fmla="*/ 1550654 h 2703395"/>
              <a:gd name="connsiteX6" fmla="*/ 4714875 w 7038975"/>
              <a:gd name="connsiteY6" fmla="*/ 1722104 h 2703395"/>
              <a:gd name="connsiteX7" fmla="*/ 5057775 w 7038975"/>
              <a:gd name="connsiteY7" fmla="*/ 1579229 h 2703395"/>
              <a:gd name="connsiteX8" fmla="*/ 7038975 w 7038975"/>
              <a:gd name="connsiteY8" fmla="*/ 1588754 h 2703395"/>
              <a:gd name="connsiteX0" fmla="*/ 0 w 7038975"/>
              <a:gd name="connsiteY0" fmla="*/ 1588754 h 2700607"/>
              <a:gd name="connsiteX1" fmla="*/ 1247775 w 7038975"/>
              <a:gd name="connsiteY1" fmla="*/ 1598279 h 2700607"/>
              <a:gd name="connsiteX2" fmla="*/ 1781175 w 7038975"/>
              <a:gd name="connsiteY2" fmla="*/ 1664954 h 2700607"/>
              <a:gd name="connsiteX3" fmla="*/ 3044766 w 7038975"/>
              <a:gd name="connsiteY3" fmla="*/ 45704 h 2700607"/>
              <a:gd name="connsiteX4" fmla="*/ 3892317 w 7038975"/>
              <a:gd name="connsiteY4" fmla="*/ 2617454 h 2700607"/>
              <a:gd name="connsiteX5" fmla="*/ 4371975 w 7038975"/>
              <a:gd name="connsiteY5" fmla="*/ 1550654 h 2700607"/>
              <a:gd name="connsiteX6" fmla="*/ 4714875 w 7038975"/>
              <a:gd name="connsiteY6" fmla="*/ 1722104 h 2700607"/>
              <a:gd name="connsiteX7" fmla="*/ 5057775 w 7038975"/>
              <a:gd name="connsiteY7" fmla="*/ 1579229 h 2700607"/>
              <a:gd name="connsiteX8" fmla="*/ 7038975 w 7038975"/>
              <a:gd name="connsiteY8" fmla="*/ 1588754 h 2700607"/>
              <a:gd name="connsiteX0" fmla="*/ 0 w 7038975"/>
              <a:gd name="connsiteY0" fmla="*/ 1554143 h 2668784"/>
              <a:gd name="connsiteX1" fmla="*/ 1247775 w 7038975"/>
              <a:gd name="connsiteY1" fmla="*/ 1563668 h 2668784"/>
              <a:gd name="connsiteX2" fmla="*/ 1781175 w 7038975"/>
              <a:gd name="connsiteY2" fmla="*/ 1630343 h 2668784"/>
              <a:gd name="connsiteX3" fmla="*/ 3044766 w 7038975"/>
              <a:gd name="connsiteY3" fmla="*/ 11093 h 2668784"/>
              <a:gd name="connsiteX4" fmla="*/ 3892317 w 7038975"/>
              <a:gd name="connsiteY4" fmla="*/ 2582843 h 2668784"/>
              <a:gd name="connsiteX5" fmla="*/ 4371975 w 7038975"/>
              <a:gd name="connsiteY5" fmla="*/ 1516043 h 2668784"/>
              <a:gd name="connsiteX6" fmla="*/ 4714875 w 7038975"/>
              <a:gd name="connsiteY6" fmla="*/ 1687493 h 2668784"/>
              <a:gd name="connsiteX7" fmla="*/ 5057775 w 7038975"/>
              <a:gd name="connsiteY7" fmla="*/ 1544618 h 2668784"/>
              <a:gd name="connsiteX8" fmla="*/ 7038975 w 7038975"/>
              <a:gd name="connsiteY8" fmla="*/ 1554143 h 2668784"/>
              <a:gd name="connsiteX0" fmla="*/ 0 w 7038975"/>
              <a:gd name="connsiteY0" fmla="*/ 1554143 h 2637179"/>
              <a:gd name="connsiteX1" fmla="*/ 1247775 w 7038975"/>
              <a:gd name="connsiteY1" fmla="*/ 1563668 h 2637179"/>
              <a:gd name="connsiteX2" fmla="*/ 1781175 w 7038975"/>
              <a:gd name="connsiteY2" fmla="*/ 1630343 h 2637179"/>
              <a:gd name="connsiteX3" fmla="*/ 3044766 w 7038975"/>
              <a:gd name="connsiteY3" fmla="*/ 11093 h 2637179"/>
              <a:gd name="connsiteX4" fmla="*/ 3892317 w 7038975"/>
              <a:gd name="connsiteY4" fmla="*/ 2582843 h 2637179"/>
              <a:gd name="connsiteX5" fmla="*/ 4371975 w 7038975"/>
              <a:gd name="connsiteY5" fmla="*/ 1516043 h 2637179"/>
              <a:gd name="connsiteX6" fmla="*/ 4714875 w 7038975"/>
              <a:gd name="connsiteY6" fmla="*/ 1687493 h 2637179"/>
              <a:gd name="connsiteX7" fmla="*/ 5057775 w 7038975"/>
              <a:gd name="connsiteY7" fmla="*/ 1544618 h 2637179"/>
              <a:gd name="connsiteX8" fmla="*/ 7038975 w 7038975"/>
              <a:gd name="connsiteY8" fmla="*/ 1554143 h 2637179"/>
              <a:gd name="connsiteX0" fmla="*/ 0 w 7038975"/>
              <a:gd name="connsiteY0" fmla="*/ 1725107 h 2808143"/>
              <a:gd name="connsiteX1" fmla="*/ 1247775 w 7038975"/>
              <a:gd name="connsiteY1" fmla="*/ 1734632 h 2808143"/>
              <a:gd name="connsiteX2" fmla="*/ 1781175 w 7038975"/>
              <a:gd name="connsiteY2" fmla="*/ 1801307 h 2808143"/>
              <a:gd name="connsiteX3" fmla="*/ 3044766 w 7038975"/>
              <a:gd name="connsiteY3" fmla="*/ 182057 h 2808143"/>
              <a:gd name="connsiteX4" fmla="*/ 3892317 w 7038975"/>
              <a:gd name="connsiteY4" fmla="*/ 2753807 h 2808143"/>
              <a:gd name="connsiteX5" fmla="*/ 4371975 w 7038975"/>
              <a:gd name="connsiteY5" fmla="*/ 1687007 h 2808143"/>
              <a:gd name="connsiteX6" fmla="*/ 4714875 w 7038975"/>
              <a:gd name="connsiteY6" fmla="*/ 1858457 h 2808143"/>
              <a:gd name="connsiteX7" fmla="*/ 5057775 w 7038975"/>
              <a:gd name="connsiteY7" fmla="*/ 1715582 h 2808143"/>
              <a:gd name="connsiteX8" fmla="*/ 7038975 w 7038975"/>
              <a:gd name="connsiteY8" fmla="*/ 1725107 h 2808143"/>
              <a:gd name="connsiteX0" fmla="*/ 0 w 7038975"/>
              <a:gd name="connsiteY0" fmla="*/ 1438664 h 2491059"/>
              <a:gd name="connsiteX1" fmla="*/ 1247775 w 7038975"/>
              <a:gd name="connsiteY1" fmla="*/ 1448189 h 2491059"/>
              <a:gd name="connsiteX2" fmla="*/ 1781175 w 7038975"/>
              <a:gd name="connsiteY2" fmla="*/ 1514864 h 2491059"/>
              <a:gd name="connsiteX3" fmla="*/ 3103489 w 7038975"/>
              <a:gd name="connsiteY3" fmla="*/ 206007 h 2491059"/>
              <a:gd name="connsiteX4" fmla="*/ 3892317 w 7038975"/>
              <a:gd name="connsiteY4" fmla="*/ 2467364 h 2491059"/>
              <a:gd name="connsiteX5" fmla="*/ 4371975 w 7038975"/>
              <a:gd name="connsiteY5" fmla="*/ 1400564 h 2491059"/>
              <a:gd name="connsiteX6" fmla="*/ 4714875 w 7038975"/>
              <a:gd name="connsiteY6" fmla="*/ 1572014 h 2491059"/>
              <a:gd name="connsiteX7" fmla="*/ 5057775 w 7038975"/>
              <a:gd name="connsiteY7" fmla="*/ 1429139 h 2491059"/>
              <a:gd name="connsiteX8" fmla="*/ 7038975 w 7038975"/>
              <a:gd name="connsiteY8" fmla="*/ 1438664 h 2491059"/>
              <a:gd name="connsiteX0" fmla="*/ 0 w 7038975"/>
              <a:gd name="connsiteY0" fmla="*/ 1350446 h 2402841"/>
              <a:gd name="connsiteX1" fmla="*/ 1247775 w 7038975"/>
              <a:gd name="connsiteY1" fmla="*/ 1359971 h 2402841"/>
              <a:gd name="connsiteX2" fmla="*/ 1781175 w 7038975"/>
              <a:gd name="connsiteY2" fmla="*/ 1426646 h 2402841"/>
              <a:gd name="connsiteX3" fmla="*/ 3103489 w 7038975"/>
              <a:gd name="connsiteY3" fmla="*/ 117789 h 2402841"/>
              <a:gd name="connsiteX4" fmla="*/ 3892317 w 7038975"/>
              <a:gd name="connsiteY4" fmla="*/ 2379146 h 2402841"/>
              <a:gd name="connsiteX5" fmla="*/ 4371975 w 7038975"/>
              <a:gd name="connsiteY5" fmla="*/ 1312346 h 2402841"/>
              <a:gd name="connsiteX6" fmla="*/ 4714875 w 7038975"/>
              <a:gd name="connsiteY6" fmla="*/ 1483796 h 2402841"/>
              <a:gd name="connsiteX7" fmla="*/ 5057775 w 7038975"/>
              <a:gd name="connsiteY7" fmla="*/ 1340921 h 2402841"/>
              <a:gd name="connsiteX8" fmla="*/ 7038975 w 7038975"/>
              <a:gd name="connsiteY8" fmla="*/ 1350446 h 2402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038975" h="2402841">
                <a:moveTo>
                  <a:pt x="0" y="1350446"/>
                </a:moveTo>
                <a:cubicBezTo>
                  <a:pt x="627856" y="1320283"/>
                  <a:pt x="950913" y="1347271"/>
                  <a:pt x="1247775" y="1359971"/>
                </a:cubicBezTo>
                <a:cubicBezTo>
                  <a:pt x="1544637" y="1372671"/>
                  <a:pt x="1471889" y="1633676"/>
                  <a:pt x="1781175" y="1426646"/>
                </a:cubicBezTo>
                <a:cubicBezTo>
                  <a:pt x="2090461" y="1219616"/>
                  <a:pt x="2911023" y="-452021"/>
                  <a:pt x="3103489" y="117789"/>
                </a:cubicBezTo>
                <a:cubicBezTo>
                  <a:pt x="3295955" y="687599"/>
                  <a:pt x="3680903" y="2180053"/>
                  <a:pt x="3892317" y="2379146"/>
                </a:cubicBezTo>
                <a:cubicBezTo>
                  <a:pt x="4103731" y="2578239"/>
                  <a:pt x="4234882" y="1461571"/>
                  <a:pt x="4371975" y="1312346"/>
                </a:cubicBezTo>
                <a:cubicBezTo>
                  <a:pt x="4509068" y="1163121"/>
                  <a:pt x="4600575" y="1479033"/>
                  <a:pt x="4714875" y="1483796"/>
                </a:cubicBezTo>
                <a:cubicBezTo>
                  <a:pt x="4829175" y="1488559"/>
                  <a:pt x="4860925" y="1363146"/>
                  <a:pt x="5057775" y="1340921"/>
                </a:cubicBezTo>
                <a:cubicBezTo>
                  <a:pt x="5445125" y="1318696"/>
                  <a:pt x="6859588" y="1299646"/>
                  <a:pt x="7038975" y="1350446"/>
                </a:cubicBezTo>
              </a:path>
            </a:pathLst>
          </a:cu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5EF0F2A-D4F1-468A-879D-925AFC3B8172}"/>
              </a:ext>
            </a:extLst>
          </p:cNvPr>
          <p:cNvCxnSpPr>
            <a:cxnSpLocks/>
          </p:cNvCxnSpPr>
          <p:nvPr/>
        </p:nvCxnSpPr>
        <p:spPr>
          <a:xfrm>
            <a:off x="7042884" y="1152606"/>
            <a:ext cx="0" cy="48367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50C6D8C-60F1-4FEE-B7F1-6D58C7262A07}"/>
              </a:ext>
            </a:extLst>
          </p:cNvPr>
          <p:cNvGrpSpPr/>
          <p:nvPr/>
        </p:nvGrpSpPr>
        <p:grpSpPr>
          <a:xfrm>
            <a:off x="7013861" y="1084997"/>
            <a:ext cx="865180" cy="4904323"/>
            <a:chOff x="7013861" y="1084997"/>
            <a:chExt cx="865180" cy="490432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773B596-5DCF-4D87-A308-D283B59909BE}"/>
                </a:ext>
              </a:extLst>
            </p:cNvPr>
            <p:cNvSpPr txBox="1"/>
            <p:nvPr/>
          </p:nvSpPr>
          <p:spPr>
            <a:xfrm>
              <a:off x="7013861" y="1084997"/>
              <a:ext cx="8605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Flight Phase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7B029B3-4BCC-4509-9491-4DD48E151152}"/>
                </a:ext>
              </a:extLst>
            </p:cNvPr>
            <p:cNvCxnSpPr>
              <a:cxnSpLocks/>
            </p:cNvCxnSpPr>
            <p:nvPr/>
          </p:nvCxnSpPr>
          <p:spPr>
            <a:xfrm>
              <a:off x="7879041" y="1143000"/>
              <a:ext cx="0" cy="484632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8183078-A12F-462D-91EF-A363ED151CF9}"/>
                  </a:ext>
                </a:extLst>
              </p:cNvPr>
              <p:cNvSpPr txBox="1"/>
              <p:nvPr/>
            </p:nvSpPr>
            <p:spPr>
              <a:xfrm>
                <a:off x="6599643" y="2920954"/>
                <a:ext cx="4612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8183078-A12F-462D-91EF-A363ED151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643" y="2920954"/>
                <a:ext cx="46128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A8E22F7-53F6-4231-A9D0-B21264A75FF2}"/>
              </a:ext>
            </a:extLst>
          </p:cNvPr>
          <p:cNvCxnSpPr>
            <a:cxnSpLocks/>
          </p:cNvCxnSpPr>
          <p:nvPr/>
        </p:nvCxnSpPr>
        <p:spPr>
          <a:xfrm>
            <a:off x="9216583" y="1602344"/>
            <a:ext cx="31432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7DCBE09-0D21-487E-8BCF-DA0BBBFF1BCF}"/>
              </a:ext>
            </a:extLst>
          </p:cNvPr>
          <p:cNvSpPr txBox="1"/>
          <p:nvPr/>
        </p:nvSpPr>
        <p:spPr>
          <a:xfrm>
            <a:off x="9506944" y="1417678"/>
            <a:ext cx="2562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Velocity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E24C0C6-CDC7-4F64-AC41-2F9885BE0443}"/>
              </a:ext>
            </a:extLst>
          </p:cNvPr>
          <p:cNvCxnSpPr>
            <a:cxnSpLocks/>
          </p:cNvCxnSpPr>
          <p:nvPr/>
        </p:nvCxnSpPr>
        <p:spPr>
          <a:xfrm>
            <a:off x="9222339" y="1916897"/>
            <a:ext cx="323850" cy="0"/>
          </a:xfrm>
          <a:prstGeom prst="line">
            <a:avLst/>
          </a:prstGeom>
          <a:ln w="190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1490FF9-7344-48EB-BCB6-82CD6665168D}"/>
              </a:ext>
            </a:extLst>
          </p:cNvPr>
          <p:cNvSpPr txBox="1"/>
          <p:nvPr/>
        </p:nvSpPr>
        <p:spPr>
          <a:xfrm>
            <a:off x="9516469" y="1732231"/>
            <a:ext cx="2562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Displacement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A81E97-09AD-48B7-8687-60E580A75F58}"/>
              </a:ext>
            </a:extLst>
          </p:cNvPr>
          <p:cNvSpPr txBox="1"/>
          <p:nvPr/>
        </p:nvSpPr>
        <p:spPr>
          <a:xfrm>
            <a:off x="9159716" y="4917764"/>
            <a:ext cx="1272224" cy="58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Time (s)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DB40677-0CE1-4119-9B8B-5F2F9C49791A}"/>
                  </a:ext>
                </a:extLst>
              </p:cNvPr>
              <p:cNvSpPr txBox="1"/>
              <p:nvPr/>
            </p:nvSpPr>
            <p:spPr>
              <a:xfrm>
                <a:off x="6692331" y="4861829"/>
                <a:ext cx="4264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DB40677-0CE1-4119-9B8B-5F2F9C497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2331" y="4861829"/>
                <a:ext cx="42646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22D17F5-A1C5-4578-B7E2-A839CA2F64A1}"/>
              </a:ext>
            </a:extLst>
          </p:cNvPr>
          <p:cNvCxnSpPr>
            <a:cxnSpLocks/>
          </p:cNvCxnSpPr>
          <p:nvPr/>
        </p:nvCxnSpPr>
        <p:spPr>
          <a:xfrm>
            <a:off x="6883383" y="3274792"/>
            <a:ext cx="130478" cy="28031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540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4B04BC-F8BA-4A57-BABD-84CDDA867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Conservation of Energy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0DCC48D-4648-4377-8009-168B52DAB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EED31D8-0D20-46A7-8012-EAF9B2E8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6032" y="2696546"/>
            <a:ext cx="2834640" cy="340897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937D74-1932-4A02-961C-7CD6445D1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L Brayne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AECFD-3E16-4D02-BB81-6DFCDE04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60372B-7A70-4720-BE76-74D1F89F8279}" type="slidenum">
              <a:rPr kumimoji="0" lang="en-GB" sz="1200" b="1" i="0" u="none" strike="noStrike" kern="1200" cap="none" spc="0" normalizeH="0" baseline="0" noProof="0" smtClean="0">
                <a:ln>
                  <a:noFill/>
                </a:ln>
                <a:solidFill>
                  <a:srgbClr val="571A7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200" b="1" i="0" u="none" strike="noStrike" kern="1200" cap="none" spc="0" normalizeH="0" baseline="0" noProof="0">
              <a:ln>
                <a:noFill/>
              </a:ln>
              <a:solidFill>
                <a:srgbClr val="571A7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0A9234E-0AB4-4D5C-9827-12EF23CDE1AD}"/>
              </a:ext>
            </a:extLst>
          </p:cNvPr>
          <p:cNvGrpSpPr/>
          <p:nvPr/>
        </p:nvGrpSpPr>
        <p:grpSpPr>
          <a:xfrm>
            <a:off x="3572969" y="1143001"/>
            <a:ext cx="8106701" cy="4972129"/>
            <a:chOff x="3572969" y="1143001"/>
            <a:chExt cx="8106701" cy="4972129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E857FA9-195A-41E6-BF7E-45C507D48A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811" y="1143001"/>
              <a:ext cx="0" cy="4962524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D95CEBC-03F2-428E-B3AC-B3356BCC2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6811" y="4917764"/>
              <a:ext cx="7338414" cy="2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58D4CE1-F3A3-4CF4-9BA8-B8A983B5A2C5}"/>
                </a:ext>
              </a:extLst>
            </p:cNvPr>
            <p:cNvSpPr txBox="1"/>
            <p:nvPr/>
          </p:nvSpPr>
          <p:spPr>
            <a:xfrm rot="16200000">
              <a:off x="2633688" y="2949055"/>
              <a:ext cx="2247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Z Velocity (ms</a:t>
              </a:r>
              <a:r>
                <a:rPr kumimoji="0" lang="en-GB" sz="1800" b="0" i="0" u="none" strike="noStrike" kern="1200" cap="none" spc="0" normalizeH="0" baseline="3000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-1</a:t>
              </a: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)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B7F5EA1-E6AF-4295-BE7E-BC6A281A03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0987" y="1152606"/>
              <a:ext cx="0" cy="4962524"/>
            </a:xfrm>
            <a:prstGeom prst="straightConnector1">
              <a:avLst/>
            </a:prstGeom>
            <a:ln w="38100">
              <a:solidFill>
                <a:schemeClr val="tx1">
                  <a:lumMod val="75000"/>
                  <a:lumOff val="2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6DEF105-15A7-4F08-8A33-C0749EC80421}"/>
                </a:ext>
              </a:extLst>
            </p:cNvPr>
            <p:cNvSpPr txBox="1"/>
            <p:nvPr/>
          </p:nvSpPr>
          <p:spPr>
            <a:xfrm rot="16200000">
              <a:off x="10371057" y="2879517"/>
              <a:ext cx="2247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Z Displacement (m)</a:t>
              </a: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B46C927-B28A-428C-B06D-77093F1B4701}"/>
              </a:ext>
            </a:extLst>
          </p:cNvPr>
          <p:cNvSpPr/>
          <p:nvPr/>
        </p:nvSpPr>
        <p:spPr>
          <a:xfrm>
            <a:off x="4000500" y="3573980"/>
            <a:ext cx="7038975" cy="2402841"/>
          </a:xfrm>
          <a:custGeom>
            <a:avLst/>
            <a:gdLst>
              <a:gd name="connsiteX0" fmla="*/ 0 w 7038975"/>
              <a:gd name="connsiteY0" fmla="*/ 1554580 h 2608575"/>
              <a:gd name="connsiteX1" fmla="*/ 1552575 w 7038975"/>
              <a:gd name="connsiteY1" fmla="*/ 1506955 h 2608575"/>
              <a:gd name="connsiteX2" fmla="*/ 1781175 w 7038975"/>
              <a:gd name="connsiteY2" fmla="*/ 1630780 h 2608575"/>
              <a:gd name="connsiteX3" fmla="*/ 2809875 w 7038975"/>
              <a:gd name="connsiteY3" fmla="*/ 11530 h 2608575"/>
              <a:gd name="connsiteX4" fmla="*/ 3867150 w 7038975"/>
              <a:gd name="connsiteY4" fmla="*/ 2583280 h 2608575"/>
              <a:gd name="connsiteX5" fmla="*/ 4429125 w 7038975"/>
              <a:gd name="connsiteY5" fmla="*/ 1345030 h 2608575"/>
              <a:gd name="connsiteX6" fmla="*/ 4714875 w 7038975"/>
              <a:gd name="connsiteY6" fmla="*/ 1687930 h 2608575"/>
              <a:gd name="connsiteX7" fmla="*/ 5057775 w 7038975"/>
              <a:gd name="connsiteY7" fmla="*/ 1545055 h 2608575"/>
              <a:gd name="connsiteX8" fmla="*/ 7038975 w 7038975"/>
              <a:gd name="connsiteY8" fmla="*/ 1554580 h 2608575"/>
              <a:gd name="connsiteX0" fmla="*/ 0 w 7038975"/>
              <a:gd name="connsiteY0" fmla="*/ 1554580 h 2608575"/>
              <a:gd name="connsiteX1" fmla="*/ 1247775 w 7038975"/>
              <a:gd name="connsiteY1" fmla="*/ 1506955 h 2608575"/>
              <a:gd name="connsiteX2" fmla="*/ 1781175 w 7038975"/>
              <a:gd name="connsiteY2" fmla="*/ 1630780 h 2608575"/>
              <a:gd name="connsiteX3" fmla="*/ 2809875 w 7038975"/>
              <a:gd name="connsiteY3" fmla="*/ 11530 h 2608575"/>
              <a:gd name="connsiteX4" fmla="*/ 3867150 w 7038975"/>
              <a:gd name="connsiteY4" fmla="*/ 2583280 h 2608575"/>
              <a:gd name="connsiteX5" fmla="*/ 4429125 w 7038975"/>
              <a:gd name="connsiteY5" fmla="*/ 1345030 h 2608575"/>
              <a:gd name="connsiteX6" fmla="*/ 4714875 w 7038975"/>
              <a:gd name="connsiteY6" fmla="*/ 1687930 h 2608575"/>
              <a:gd name="connsiteX7" fmla="*/ 5057775 w 7038975"/>
              <a:gd name="connsiteY7" fmla="*/ 1545055 h 2608575"/>
              <a:gd name="connsiteX8" fmla="*/ 7038975 w 7038975"/>
              <a:gd name="connsiteY8" fmla="*/ 1554580 h 2608575"/>
              <a:gd name="connsiteX0" fmla="*/ 0 w 7038975"/>
              <a:gd name="connsiteY0" fmla="*/ 1554646 h 2608641"/>
              <a:gd name="connsiteX1" fmla="*/ 1247775 w 7038975"/>
              <a:gd name="connsiteY1" fmla="*/ 1564171 h 2608641"/>
              <a:gd name="connsiteX2" fmla="*/ 1781175 w 7038975"/>
              <a:gd name="connsiteY2" fmla="*/ 1630846 h 2608641"/>
              <a:gd name="connsiteX3" fmla="*/ 2809875 w 7038975"/>
              <a:gd name="connsiteY3" fmla="*/ 11596 h 2608641"/>
              <a:gd name="connsiteX4" fmla="*/ 3867150 w 7038975"/>
              <a:gd name="connsiteY4" fmla="*/ 2583346 h 2608641"/>
              <a:gd name="connsiteX5" fmla="*/ 4429125 w 7038975"/>
              <a:gd name="connsiteY5" fmla="*/ 1345096 h 2608641"/>
              <a:gd name="connsiteX6" fmla="*/ 4714875 w 7038975"/>
              <a:gd name="connsiteY6" fmla="*/ 1687996 h 2608641"/>
              <a:gd name="connsiteX7" fmla="*/ 5057775 w 7038975"/>
              <a:gd name="connsiteY7" fmla="*/ 1545121 h 2608641"/>
              <a:gd name="connsiteX8" fmla="*/ 7038975 w 7038975"/>
              <a:gd name="connsiteY8" fmla="*/ 1554646 h 2608641"/>
              <a:gd name="connsiteX0" fmla="*/ 0 w 7038975"/>
              <a:gd name="connsiteY0" fmla="*/ 1544082 h 2598077"/>
              <a:gd name="connsiteX1" fmla="*/ 1247775 w 7038975"/>
              <a:gd name="connsiteY1" fmla="*/ 1553607 h 2598077"/>
              <a:gd name="connsiteX2" fmla="*/ 1781175 w 7038975"/>
              <a:gd name="connsiteY2" fmla="*/ 1620282 h 2598077"/>
              <a:gd name="connsiteX3" fmla="*/ 2809875 w 7038975"/>
              <a:gd name="connsiteY3" fmla="*/ 1032 h 2598077"/>
              <a:gd name="connsiteX4" fmla="*/ 3867150 w 7038975"/>
              <a:gd name="connsiteY4" fmla="*/ 2572782 h 2598077"/>
              <a:gd name="connsiteX5" fmla="*/ 4429125 w 7038975"/>
              <a:gd name="connsiteY5" fmla="*/ 1334532 h 2598077"/>
              <a:gd name="connsiteX6" fmla="*/ 4714875 w 7038975"/>
              <a:gd name="connsiteY6" fmla="*/ 1677432 h 2598077"/>
              <a:gd name="connsiteX7" fmla="*/ 5057775 w 7038975"/>
              <a:gd name="connsiteY7" fmla="*/ 1534557 h 2598077"/>
              <a:gd name="connsiteX8" fmla="*/ 7038975 w 7038975"/>
              <a:gd name="connsiteY8" fmla="*/ 1544082 h 2598077"/>
              <a:gd name="connsiteX0" fmla="*/ 0 w 7038975"/>
              <a:gd name="connsiteY0" fmla="*/ 1543395 h 2597390"/>
              <a:gd name="connsiteX1" fmla="*/ 1247775 w 7038975"/>
              <a:gd name="connsiteY1" fmla="*/ 1552920 h 2597390"/>
              <a:gd name="connsiteX2" fmla="*/ 1781175 w 7038975"/>
              <a:gd name="connsiteY2" fmla="*/ 1619595 h 2597390"/>
              <a:gd name="connsiteX3" fmla="*/ 2809875 w 7038975"/>
              <a:gd name="connsiteY3" fmla="*/ 345 h 2597390"/>
              <a:gd name="connsiteX4" fmla="*/ 3867150 w 7038975"/>
              <a:gd name="connsiteY4" fmla="*/ 2572095 h 2597390"/>
              <a:gd name="connsiteX5" fmla="*/ 4429125 w 7038975"/>
              <a:gd name="connsiteY5" fmla="*/ 1333845 h 2597390"/>
              <a:gd name="connsiteX6" fmla="*/ 4714875 w 7038975"/>
              <a:gd name="connsiteY6" fmla="*/ 1676745 h 2597390"/>
              <a:gd name="connsiteX7" fmla="*/ 5057775 w 7038975"/>
              <a:gd name="connsiteY7" fmla="*/ 1533870 h 2597390"/>
              <a:gd name="connsiteX8" fmla="*/ 7038975 w 7038975"/>
              <a:gd name="connsiteY8" fmla="*/ 1543395 h 2597390"/>
              <a:gd name="connsiteX0" fmla="*/ 0 w 7038975"/>
              <a:gd name="connsiteY0" fmla="*/ 1577527 h 2631522"/>
              <a:gd name="connsiteX1" fmla="*/ 1247775 w 7038975"/>
              <a:gd name="connsiteY1" fmla="*/ 1587052 h 2631522"/>
              <a:gd name="connsiteX2" fmla="*/ 1781175 w 7038975"/>
              <a:gd name="connsiteY2" fmla="*/ 1653727 h 2631522"/>
              <a:gd name="connsiteX3" fmla="*/ 2809875 w 7038975"/>
              <a:gd name="connsiteY3" fmla="*/ 34477 h 2631522"/>
              <a:gd name="connsiteX4" fmla="*/ 3867150 w 7038975"/>
              <a:gd name="connsiteY4" fmla="*/ 2606227 h 2631522"/>
              <a:gd name="connsiteX5" fmla="*/ 4429125 w 7038975"/>
              <a:gd name="connsiteY5" fmla="*/ 1367977 h 2631522"/>
              <a:gd name="connsiteX6" fmla="*/ 4714875 w 7038975"/>
              <a:gd name="connsiteY6" fmla="*/ 1710877 h 2631522"/>
              <a:gd name="connsiteX7" fmla="*/ 5057775 w 7038975"/>
              <a:gd name="connsiteY7" fmla="*/ 1568002 h 2631522"/>
              <a:gd name="connsiteX8" fmla="*/ 7038975 w 7038975"/>
              <a:gd name="connsiteY8" fmla="*/ 1577527 h 2631522"/>
              <a:gd name="connsiteX0" fmla="*/ 0 w 7038975"/>
              <a:gd name="connsiteY0" fmla="*/ 1577527 h 2688602"/>
              <a:gd name="connsiteX1" fmla="*/ 1247775 w 7038975"/>
              <a:gd name="connsiteY1" fmla="*/ 1587052 h 2688602"/>
              <a:gd name="connsiteX2" fmla="*/ 1781175 w 7038975"/>
              <a:gd name="connsiteY2" fmla="*/ 1653727 h 2688602"/>
              <a:gd name="connsiteX3" fmla="*/ 2809875 w 7038975"/>
              <a:gd name="connsiteY3" fmla="*/ 34477 h 2688602"/>
              <a:gd name="connsiteX4" fmla="*/ 3867150 w 7038975"/>
              <a:gd name="connsiteY4" fmla="*/ 2606227 h 2688602"/>
              <a:gd name="connsiteX5" fmla="*/ 4429125 w 7038975"/>
              <a:gd name="connsiteY5" fmla="*/ 1367977 h 2688602"/>
              <a:gd name="connsiteX6" fmla="*/ 4714875 w 7038975"/>
              <a:gd name="connsiteY6" fmla="*/ 1710877 h 2688602"/>
              <a:gd name="connsiteX7" fmla="*/ 5057775 w 7038975"/>
              <a:gd name="connsiteY7" fmla="*/ 1568002 h 2688602"/>
              <a:gd name="connsiteX8" fmla="*/ 7038975 w 7038975"/>
              <a:gd name="connsiteY8" fmla="*/ 1577527 h 2688602"/>
              <a:gd name="connsiteX0" fmla="*/ 0 w 7038975"/>
              <a:gd name="connsiteY0" fmla="*/ 1577527 h 2704186"/>
              <a:gd name="connsiteX1" fmla="*/ 1247775 w 7038975"/>
              <a:gd name="connsiteY1" fmla="*/ 1587052 h 2704186"/>
              <a:gd name="connsiteX2" fmla="*/ 1781175 w 7038975"/>
              <a:gd name="connsiteY2" fmla="*/ 1653727 h 2704186"/>
              <a:gd name="connsiteX3" fmla="*/ 2809875 w 7038975"/>
              <a:gd name="connsiteY3" fmla="*/ 34477 h 2704186"/>
              <a:gd name="connsiteX4" fmla="*/ 3867150 w 7038975"/>
              <a:gd name="connsiteY4" fmla="*/ 2606227 h 2704186"/>
              <a:gd name="connsiteX5" fmla="*/ 4429125 w 7038975"/>
              <a:gd name="connsiteY5" fmla="*/ 1367977 h 2704186"/>
              <a:gd name="connsiteX6" fmla="*/ 4714875 w 7038975"/>
              <a:gd name="connsiteY6" fmla="*/ 1710877 h 2704186"/>
              <a:gd name="connsiteX7" fmla="*/ 5057775 w 7038975"/>
              <a:gd name="connsiteY7" fmla="*/ 1568002 h 2704186"/>
              <a:gd name="connsiteX8" fmla="*/ 7038975 w 7038975"/>
              <a:gd name="connsiteY8" fmla="*/ 1577527 h 2704186"/>
              <a:gd name="connsiteX0" fmla="*/ 0 w 7038975"/>
              <a:gd name="connsiteY0" fmla="*/ 1577527 h 2650569"/>
              <a:gd name="connsiteX1" fmla="*/ 1247775 w 7038975"/>
              <a:gd name="connsiteY1" fmla="*/ 1587052 h 2650569"/>
              <a:gd name="connsiteX2" fmla="*/ 1781175 w 7038975"/>
              <a:gd name="connsiteY2" fmla="*/ 1653727 h 2650569"/>
              <a:gd name="connsiteX3" fmla="*/ 2809875 w 7038975"/>
              <a:gd name="connsiteY3" fmla="*/ 34477 h 2650569"/>
              <a:gd name="connsiteX4" fmla="*/ 3867150 w 7038975"/>
              <a:gd name="connsiteY4" fmla="*/ 2606227 h 2650569"/>
              <a:gd name="connsiteX5" fmla="*/ 4324350 w 7038975"/>
              <a:gd name="connsiteY5" fmla="*/ 1529902 h 2650569"/>
              <a:gd name="connsiteX6" fmla="*/ 4714875 w 7038975"/>
              <a:gd name="connsiteY6" fmla="*/ 1710877 h 2650569"/>
              <a:gd name="connsiteX7" fmla="*/ 5057775 w 7038975"/>
              <a:gd name="connsiteY7" fmla="*/ 1568002 h 2650569"/>
              <a:gd name="connsiteX8" fmla="*/ 7038975 w 7038975"/>
              <a:gd name="connsiteY8" fmla="*/ 1577527 h 2650569"/>
              <a:gd name="connsiteX0" fmla="*/ 0 w 7038975"/>
              <a:gd name="connsiteY0" fmla="*/ 1577527 h 2704802"/>
              <a:gd name="connsiteX1" fmla="*/ 1247775 w 7038975"/>
              <a:gd name="connsiteY1" fmla="*/ 1587052 h 2704802"/>
              <a:gd name="connsiteX2" fmla="*/ 1781175 w 7038975"/>
              <a:gd name="connsiteY2" fmla="*/ 1653727 h 2704802"/>
              <a:gd name="connsiteX3" fmla="*/ 2809875 w 7038975"/>
              <a:gd name="connsiteY3" fmla="*/ 34477 h 2704802"/>
              <a:gd name="connsiteX4" fmla="*/ 3867150 w 7038975"/>
              <a:gd name="connsiteY4" fmla="*/ 2606227 h 2704802"/>
              <a:gd name="connsiteX5" fmla="*/ 4324350 w 7038975"/>
              <a:gd name="connsiteY5" fmla="*/ 1529902 h 2704802"/>
              <a:gd name="connsiteX6" fmla="*/ 4714875 w 7038975"/>
              <a:gd name="connsiteY6" fmla="*/ 1710877 h 2704802"/>
              <a:gd name="connsiteX7" fmla="*/ 5057775 w 7038975"/>
              <a:gd name="connsiteY7" fmla="*/ 1568002 h 2704802"/>
              <a:gd name="connsiteX8" fmla="*/ 7038975 w 7038975"/>
              <a:gd name="connsiteY8" fmla="*/ 1577527 h 2704802"/>
              <a:gd name="connsiteX0" fmla="*/ 0 w 7038975"/>
              <a:gd name="connsiteY0" fmla="*/ 1577527 h 2651418"/>
              <a:gd name="connsiteX1" fmla="*/ 1247775 w 7038975"/>
              <a:gd name="connsiteY1" fmla="*/ 1587052 h 2651418"/>
              <a:gd name="connsiteX2" fmla="*/ 1781175 w 7038975"/>
              <a:gd name="connsiteY2" fmla="*/ 1653727 h 2651418"/>
              <a:gd name="connsiteX3" fmla="*/ 2809875 w 7038975"/>
              <a:gd name="connsiteY3" fmla="*/ 34477 h 2651418"/>
              <a:gd name="connsiteX4" fmla="*/ 3867150 w 7038975"/>
              <a:gd name="connsiteY4" fmla="*/ 2606227 h 2651418"/>
              <a:gd name="connsiteX5" fmla="*/ 4371975 w 7038975"/>
              <a:gd name="connsiteY5" fmla="*/ 1539427 h 2651418"/>
              <a:gd name="connsiteX6" fmla="*/ 4714875 w 7038975"/>
              <a:gd name="connsiteY6" fmla="*/ 1710877 h 2651418"/>
              <a:gd name="connsiteX7" fmla="*/ 5057775 w 7038975"/>
              <a:gd name="connsiteY7" fmla="*/ 1568002 h 2651418"/>
              <a:gd name="connsiteX8" fmla="*/ 7038975 w 7038975"/>
              <a:gd name="connsiteY8" fmla="*/ 1577527 h 2651418"/>
              <a:gd name="connsiteX0" fmla="*/ 0 w 7038975"/>
              <a:gd name="connsiteY0" fmla="*/ 1577527 h 2715976"/>
              <a:gd name="connsiteX1" fmla="*/ 1247775 w 7038975"/>
              <a:gd name="connsiteY1" fmla="*/ 1587052 h 2715976"/>
              <a:gd name="connsiteX2" fmla="*/ 1781175 w 7038975"/>
              <a:gd name="connsiteY2" fmla="*/ 1653727 h 2715976"/>
              <a:gd name="connsiteX3" fmla="*/ 2809875 w 7038975"/>
              <a:gd name="connsiteY3" fmla="*/ 34477 h 2715976"/>
              <a:gd name="connsiteX4" fmla="*/ 3867150 w 7038975"/>
              <a:gd name="connsiteY4" fmla="*/ 2606227 h 2715976"/>
              <a:gd name="connsiteX5" fmla="*/ 4371975 w 7038975"/>
              <a:gd name="connsiteY5" fmla="*/ 1539427 h 2715976"/>
              <a:gd name="connsiteX6" fmla="*/ 4714875 w 7038975"/>
              <a:gd name="connsiteY6" fmla="*/ 1710877 h 2715976"/>
              <a:gd name="connsiteX7" fmla="*/ 5057775 w 7038975"/>
              <a:gd name="connsiteY7" fmla="*/ 1568002 h 2715976"/>
              <a:gd name="connsiteX8" fmla="*/ 7038975 w 7038975"/>
              <a:gd name="connsiteY8" fmla="*/ 1577527 h 2715976"/>
              <a:gd name="connsiteX0" fmla="*/ 0 w 7038975"/>
              <a:gd name="connsiteY0" fmla="*/ 1577527 h 2715976"/>
              <a:gd name="connsiteX1" fmla="*/ 1247775 w 7038975"/>
              <a:gd name="connsiteY1" fmla="*/ 1587052 h 2715976"/>
              <a:gd name="connsiteX2" fmla="*/ 1781175 w 7038975"/>
              <a:gd name="connsiteY2" fmla="*/ 1653727 h 2715976"/>
              <a:gd name="connsiteX3" fmla="*/ 2809875 w 7038975"/>
              <a:gd name="connsiteY3" fmla="*/ 34477 h 2715976"/>
              <a:gd name="connsiteX4" fmla="*/ 3867150 w 7038975"/>
              <a:gd name="connsiteY4" fmla="*/ 2606227 h 2715976"/>
              <a:gd name="connsiteX5" fmla="*/ 4371975 w 7038975"/>
              <a:gd name="connsiteY5" fmla="*/ 1539427 h 2715976"/>
              <a:gd name="connsiteX6" fmla="*/ 4714875 w 7038975"/>
              <a:gd name="connsiteY6" fmla="*/ 1710877 h 2715976"/>
              <a:gd name="connsiteX7" fmla="*/ 5057775 w 7038975"/>
              <a:gd name="connsiteY7" fmla="*/ 1568002 h 2715976"/>
              <a:gd name="connsiteX8" fmla="*/ 7038975 w 7038975"/>
              <a:gd name="connsiteY8" fmla="*/ 1577527 h 2715976"/>
              <a:gd name="connsiteX0" fmla="*/ 0 w 7038975"/>
              <a:gd name="connsiteY0" fmla="*/ 1577527 h 2651418"/>
              <a:gd name="connsiteX1" fmla="*/ 1247775 w 7038975"/>
              <a:gd name="connsiteY1" fmla="*/ 1587052 h 2651418"/>
              <a:gd name="connsiteX2" fmla="*/ 1781175 w 7038975"/>
              <a:gd name="connsiteY2" fmla="*/ 1653727 h 2651418"/>
              <a:gd name="connsiteX3" fmla="*/ 3044766 w 7038975"/>
              <a:gd name="connsiteY3" fmla="*/ 34477 h 2651418"/>
              <a:gd name="connsiteX4" fmla="*/ 3867150 w 7038975"/>
              <a:gd name="connsiteY4" fmla="*/ 2606227 h 2651418"/>
              <a:gd name="connsiteX5" fmla="*/ 4371975 w 7038975"/>
              <a:gd name="connsiteY5" fmla="*/ 1539427 h 2651418"/>
              <a:gd name="connsiteX6" fmla="*/ 4714875 w 7038975"/>
              <a:gd name="connsiteY6" fmla="*/ 1710877 h 2651418"/>
              <a:gd name="connsiteX7" fmla="*/ 5057775 w 7038975"/>
              <a:gd name="connsiteY7" fmla="*/ 1568002 h 2651418"/>
              <a:gd name="connsiteX8" fmla="*/ 7038975 w 7038975"/>
              <a:gd name="connsiteY8" fmla="*/ 1577527 h 2651418"/>
              <a:gd name="connsiteX0" fmla="*/ 0 w 7038975"/>
              <a:gd name="connsiteY0" fmla="*/ 1577527 h 2693375"/>
              <a:gd name="connsiteX1" fmla="*/ 1247775 w 7038975"/>
              <a:gd name="connsiteY1" fmla="*/ 1587052 h 2693375"/>
              <a:gd name="connsiteX2" fmla="*/ 1781175 w 7038975"/>
              <a:gd name="connsiteY2" fmla="*/ 1653727 h 2693375"/>
              <a:gd name="connsiteX3" fmla="*/ 3044766 w 7038975"/>
              <a:gd name="connsiteY3" fmla="*/ 34477 h 2693375"/>
              <a:gd name="connsiteX4" fmla="*/ 3867150 w 7038975"/>
              <a:gd name="connsiteY4" fmla="*/ 2606227 h 2693375"/>
              <a:gd name="connsiteX5" fmla="*/ 4371975 w 7038975"/>
              <a:gd name="connsiteY5" fmla="*/ 1539427 h 2693375"/>
              <a:gd name="connsiteX6" fmla="*/ 4714875 w 7038975"/>
              <a:gd name="connsiteY6" fmla="*/ 1710877 h 2693375"/>
              <a:gd name="connsiteX7" fmla="*/ 5057775 w 7038975"/>
              <a:gd name="connsiteY7" fmla="*/ 1568002 h 2693375"/>
              <a:gd name="connsiteX8" fmla="*/ 7038975 w 7038975"/>
              <a:gd name="connsiteY8" fmla="*/ 1577527 h 2693375"/>
              <a:gd name="connsiteX0" fmla="*/ 0 w 7038975"/>
              <a:gd name="connsiteY0" fmla="*/ 1581020 h 2696868"/>
              <a:gd name="connsiteX1" fmla="*/ 1247775 w 7038975"/>
              <a:gd name="connsiteY1" fmla="*/ 1590545 h 2696868"/>
              <a:gd name="connsiteX2" fmla="*/ 1781175 w 7038975"/>
              <a:gd name="connsiteY2" fmla="*/ 1657220 h 2696868"/>
              <a:gd name="connsiteX3" fmla="*/ 3044766 w 7038975"/>
              <a:gd name="connsiteY3" fmla="*/ 37970 h 2696868"/>
              <a:gd name="connsiteX4" fmla="*/ 3867150 w 7038975"/>
              <a:gd name="connsiteY4" fmla="*/ 2609720 h 2696868"/>
              <a:gd name="connsiteX5" fmla="*/ 4371975 w 7038975"/>
              <a:gd name="connsiteY5" fmla="*/ 1542920 h 2696868"/>
              <a:gd name="connsiteX6" fmla="*/ 4714875 w 7038975"/>
              <a:gd name="connsiteY6" fmla="*/ 1714370 h 2696868"/>
              <a:gd name="connsiteX7" fmla="*/ 5057775 w 7038975"/>
              <a:gd name="connsiteY7" fmla="*/ 1571495 h 2696868"/>
              <a:gd name="connsiteX8" fmla="*/ 7038975 w 7038975"/>
              <a:gd name="connsiteY8" fmla="*/ 1581020 h 2696868"/>
              <a:gd name="connsiteX0" fmla="*/ 0 w 7038975"/>
              <a:gd name="connsiteY0" fmla="*/ 1554647 h 2654211"/>
              <a:gd name="connsiteX1" fmla="*/ 1247775 w 7038975"/>
              <a:gd name="connsiteY1" fmla="*/ 1564172 h 2654211"/>
              <a:gd name="connsiteX2" fmla="*/ 1781175 w 7038975"/>
              <a:gd name="connsiteY2" fmla="*/ 1630847 h 2654211"/>
              <a:gd name="connsiteX3" fmla="*/ 3044766 w 7038975"/>
              <a:gd name="connsiteY3" fmla="*/ 11597 h 2654211"/>
              <a:gd name="connsiteX4" fmla="*/ 3892317 w 7038975"/>
              <a:gd name="connsiteY4" fmla="*/ 2583347 h 2654211"/>
              <a:gd name="connsiteX5" fmla="*/ 4371975 w 7038975"/>
              <a:gd name="connsiteY5" fmla="*/ 1516547 h 2654211"/>
              <a:gd name="connsiteX6" fmla="*/ 4714875 w 7038975"/>
              <a:gd name="connsiteY6" fmla="*/ 1687997 h 2654211"/>
              <a:gd name="connsiteX7" fmla="*/ 5057775 w 7038975"/>
              <a:gd name="connsiteY7" fmla="*/ 1545122 h 2654211"/>
              <a:gd name="connsiteX8" fmla="*/ 7038975 w 7038975"/>
              <a:gd name="connsiteY8" fmla="*/ 1554647 h 2654211"/>
              <a:gd name="connsiteX0" fmla="*/ 0 w 7038975"/>
              <a:gd name="connsiteY0" fmla="*/ 1554647 h 2701472"/>
              <a:gd name="connsiteX1" fmla="*/ 1247775 w 7038975"/>
              <a:gd name="connsiteY1" fmla="*/ 1564172 h 2701472"/>
              <a:gd name="connsiteX2" fmla="*/ 1781175 w 7038975"/>
              <a:gd name="connsiteY2" fmla="*/ 1630847 h 2701472"/>
              <a:gd name="connsiteX3" fmla="*/ 3044766 w 7038975"/>
              <a:gd name="connsiteY3" fmla="*/ 11597 h 2701472"/>
              <a:gd name="connsiteX4" fmla="*/ 3892317 w 7038975"/>
              <a:gd name="connsiteY4" fmla="*/ 2583347 h 2701472"/>
              <a:gd name="connsiteX5" fmla="*/ 4371975 w 7038975"/>
              <a:gd name="connsiteY5" fmla="*/ 1516547 h 2701472"/>
              <a:gd name="connsiteX6" fmla="*/ 4714875 w 7038975"/>
              <a:gd name="connsiteY6" fmla="*/ 1687997 h 2701472"/>
              <a:gd name="connsiteX7" fmla="*/ 5057775 w 7038975"/>
              <a:gd name="connsiteY7" fmla="*/ 1545122 h 2701472"/>
              <a:gd name="connsiteX8" fmla="*/ 7038975 w 7038975"/>
              <a:gd name="connsiteY8" fmla="*/ 1554647 h 2701472"/>
              <a:gd name="connsiteX0" fmla="*/ 0 w 7038975"/>
              <a:gd name="connsiteY0" fmla="*/ 1572688 h 2719513"/>
              <a:gd name="connsiteX1" fmla="*/ 1247775 w 7038975"/>
              <a:gd name="connsiteY1" fmla="*/ 1582213 h 2719513"/>
              <a:gd name="connsiteX2" fmla="*/ 1781175 w 7038975"/>
              <a:gd name="connsiteY2" fmla="*/ 1648888 h 2719513"/>
              <a:gd name="connsiteX3" fmla="*/ 3044766 w 7038975"/>
              <a:gd name="connsiteY3" fmla="*/ 29638 h 2719513"/>
              <a:gd name="connsiteX4" fmla="*/ 3892317 w 7038975"/>
              <a:gd name="connsiteY4" fmla="*/ 2601388 h 2719513"/>
              <a:gd name="connsiteX5" fmla="*/ 4371975 w 7038975"/>
              <a:gd name="connsiteY5" fmla="*/ 1534588 h 2719513"/>
              <a:gd name="connsiteX6" fmla="*/ 4714875 w 7038975"/>
              <a:gd name="connsiteY6" fmla="*/ 1706038 h 2719513"/>
              <a:gd name="connsiteX7" fmla="*/ 5057775 w 7038975"/>
              <a:gd name="connsiteY7" fmla="*/ 1563163 h 2719513"/>
              <a:gd name="connsiteX8" fmla="*/ 7038975 w 7038975"/>
              <a:gd name="connsiteY8" fmla="*/ 1572688 h 2719513"/>
              <a:gd name="connsiteX0" fmla="*/ 0 w 7038975"/>
              <a:gd name="connsiteY0" fmla="*/ 1571539 h 2718364"/>
              <a:gd name="connsiteX1" fmla="*/ 1247775 w 7038975"/>
              <a:gd name="connsiteY1" fmla="*/ 1581064 h 2718364"/>
              <a:gd name="connsiteX2" fmla="*/ 1781175 w 7038975"/>
              <a:gd name="connsiteY2" fmla="*/ 1647739 h 2718364"/>
              <a:gd name="connsiteX3" fmla="*/ 3044766 w 7038975"/>
              <a:gd name="connsiteY3" fmla="*/ 28489 h 2718364"/>
              <a:gd name="connsiteX4" fmla="*/ 3892317 w 7038975"/>
              <a:gd name="connsiteY4" fmla="*/ 2600239 h 2718364"/>
              <a:gd name="connsiteX5" fmla="*/ 4371975 w 7038975"/>
              <a:gd name="connsiteY5" fmla="*/ 1533439 h 2718364"/>
              <a:gd name="connsiteX6" fmla="*/ 4714875 w 7038975"/>
              <a:gd name="connsiteY6" fmla="*/ 1704889 h 2718364"/>
              <a:gd name="connsiteX7" fmla="*/ 5057775 w 7038975"/>
              <a:gd name="connsiteY7" fmla="*/ 1562014 h 2718364"/>
              <a:gd name="connsiteX8" fmla="*/ 7038975 w 7038975"/>
              <a:gd name="connsiteY8" fmla="*/ 1571539 h 2718364"/>
              <a:gd name="connsiteX0" fmla="*/ 0 w 7038975"/>
              <a:gd name="connsiteY0" fmla="*/ 1588754 h 2735579"/>
              <a:gd name="connsiteX1" fmla="*/ 1247775 w 7038975"/>
              <a:gd name="connsiteY1" fmla="*/ 1598279 h 2735579"/>
              <a:gd name="connsiteX2" fmla="*/ 1781175 w 7038975"/>
              <a:gd name="connsiteY2" fmla="*/ 1664954 h 2735579"/>
              <a:gd name="connsiteX3" fmla="*/ 3044766 w 7038975"/>
              <a:gd name="connsiteY3" fmla="*/ 45704 h 2735579"/>
              <a:gd name="connsiteX4" fmla="*/ 3892317 w 7038975"/>
              <a:gd name="connsiteY4" fmla="*/ 2617454 h 2735579"/>
              <a:gd name="connsiteX5" fmla="*/ 4371975 w 7038975"/>
              <a:gd name="connsiteY5" fmla="*/ 1550654 h 2735579"/>
              <a:gd name="connsiteX6" fmla="*/ 4714875 w 7038975"/>
              <a:gd name="connsiteY6" fmla="*/ 1722104 h 2735579"/>
              <a:gd name="connsiteX7" fmla="*/ 5057775 w 7038975"/>
              <a:gd name="connsiteY7" fmla="*/ 1579229 h 2735579"/>
              <a:gd name="connsiteX8" fmla="*/ 7038975 w 7038975"/>
              <a:gd name="connsiteY8" fmla="*/ 1588754 h 2735579"/>
              <a:gd name="connsiteX0" fmla="*/ 0 w 7038975"/>
              <a:gd name="connsiteY0" fmla="*/ 1588754 h 2703395"/>
              <a:gd name="connsiteX1" fmla="*/ 1247775 w 7038975"/>
              <a:gd name="connsiteY1" fmla="*/ 1598279 h 2703395"/>
              <a:gd name="connsiteX2" fmla="*/ 1781175 w 7038975"/>
              <a:gd name="connsiteY2" fmla="*/ 1664954 h 2703395"/>
              <a:gd name="connsiteX3" fmla="*/ 3044766 w 7038975"/>
              <a:gd name="connsiteY3" fmla="*/ 45704 h 2703395"/>
              <a:gd name="connsiteX4" fmla="*/ 3892317 w 7038975"/>
              <a:gd name="connsiteY4" fmla="*/ 2617454 h 2703395"/>
              <a:gd name="connsiteX5" fmla="*/ 4371975 w 7038975"/>
              <a:gd name="connsiteY5" fmla="*/ 1550654 h 2703395"/>
              <a:gd name="connsiteX6" fmla="*/ 4714875 w 7038975"/>
              <a:gd name="connsiteY6" fmla="*/ 1722104 h 2703395"/>
              <a:gd name="connsiteX7" fmla="*/ 5057775 w 7038975"/>
              <a:gd name="connsiteY7" fmla="*/ 1579229 h 2703395"/>
              <a:gd name="connsiteX8" fmla="*/ 7038975 w 7038975"/>
              <a:gd name="connsiteY8" fmla="*/ 1588754 h 2703395"/>
              <a:gd name="connsiteX0" fmla="*/ 0 w 7038975"/>
              <a:gd name="connsiteY0" fmla="*/ 1588754 h 2700607"/>
              <a:gd name="connsiteX1" fmla="*/ 1247775 w 7038975"/>
              <a:gd name="connsiteY1" fmla="*/ 1598279 h 2700607"/>
              <a:gd name="connsiteX2" fmla="*/ 1781175 w 7038975"/>
              <a:gd name="connsiteY2" fmla="*/ 1664954 h 2700607"/>
              <a:gd name="connsiteX3" fmla="*/ 3044766 w 7038975"/>
              <a:gd name="connsiteY3" fmla="*/ 45704 h 2700607"/>
              <a:gd name="connsiteX4" fmla="*/ 3892317 w 7038975"/>
              <a:gd name="connsiteY4" fmla="*/ 2617454 h 2700607"/>
              <a:gd name="connsiteX5" fmla="*/ 4371975 w 7038975"/>
              <a:gd name="connsiteY5" fmla="*/ 1550654 h 2700607"/>
              <a:gd name="connsiteX6" fmla="*/ 4714875 w 7038975"/>
              <a:gd name="connsiteY6" fmla="*/ 1722104 h 2700607"/>
              <a:gd name="connsiteX7" fmla="*/ 5057775 w 7038975"/>
              <a:gd name="connsiteY7" fmla="*/ 1579229 h 2700607"/>
              <a:gd name="connsiteX8" fmla="*/ 7038975 w 7038975"/>
              <a:gd name="connsiteY8" fmla="*/ 1588754 h 2700607"/>
              <a:gd name="connsiteX0" fmla="*/ 0 w 7038975"/>
              <a:gd name="connsiteY0" fmla="*/ 1554143 h 2668784"/>
              <a:gd name="connsiteX1" fmla="*/ 1247775 w 7038975"/>
              <a:gd name="connsiteY1" fmla="*/ 1563668 h 2668784"/>
              <a:gd name="connsiteX2" fmla="*/ 1781175 w 7038975"/>
              <a:gd name="connsiteY2" fmla="*/ 1630343 h 2668784"/>
              <a:gd name="connsiteX3" fmla="*/ 3044766 w 7038975"/>
              <a:gd name="connsiteY3" fmla="*/ 11093 h 2668784"/>
              <a:gd name="connsiteX4" fmla="*/ 3892317 w 7038975"/>
              <a:gd name="connsiteY4" fmla="*/ 2582843 h 2668784"/>
              <a:gd name="connsiteX5" fmla="*/ 4371975 w 7038975"/>
              <a:gd name="connsiteY5" fmla="*/ 1516043 h 2668784"/>
              <a:gd name="connsiteX6" fmla="*/ 4714875 w 7038975"/>
              <a:gd name="connsiteY6" fmla="*/ 1687493 h 2668784"/>
              <a:gd name="connsiteX7" fmla="*/ 5057775 w 7038975"/>
              <a:gd name="connsiteY7" fmla="*/ 1544618 h 2668784"/>
              <a:gd name="connsiteX8" fmla="*/ 7038975 w 7038975"/>
              <a:gd name="connsiteY8" fmla="*/ 1554143 h 2668784"/>
              <a:gd name="connsiteX0" fmla="*/ 0 w 7038975"/>
              <a:gd name="connsiteY0" fmla="*/ 1554143 h 2637179"/>
              <a:gd name="connsiteX1" fmla="*/ 1247775 w 7038975"/>
              <a:gd name="connsiteY1" fmla="*/ 1563668 h 2637179"/>
              <a:gd name="connsiteX2" fmla="*/ 1781175 w 7038975"/>
              <a:gd name="connsiteY2" fmla="*/ 1630343 h 2637179"/>
              <a:gd name="connsiteX3" fmla="*/ 3044766 w 7038975"/>
              <a:gd name="connsiteY3" fmla="*/ 11093 h 2637179"/>
              <a:gd name="connsiteX4" fmla="*/ 3892317 w 7038975"/>
              <a:gd name="connsiteY4" fmla="*/ 2582843 h 2637179"/>
              <a:gd name="connsiteX5" fmla="*/ 4371975 w 7038975"/>
              <a:gd name="connsiteY5" fmla="*/ 1516043 h 2637179"/>
              <a:gd name="connsiteX6" fmla="*/ 4714875 w 7038975"/>
              <a:gd name="connsiteY6" fmla="*/ 1687493 h 2637179"/>
              <a:gd name="connsiteX7" fmla="*/ 5057775 w 7038975"/>
              <a:gd name="connsiteY7" fmla="*/ 1544618 h 2637179"/>
              <a:gd name="connsiteX8" fmla="*/ 7038975 w 7038975"/>
              <a:gd name="connsiteY8" fmla="*/ 1554143 h 2637179"/>
              <a:gd name="connsiteX0" fmla="*/ 0 w 7038975"/>
              <a:gd name="connsiteY0" fmla="*/ 1725107 h 2808143"/>
              <a:gd name="connsiteX1" fmla="*/ 1247775 w 7038975"/>
              <a:gd name="connsiteY1" fmla="*/ 1734632 h 2808143"/>
              <a:gd name="connsiteX2" fmla="*/ 1781175 w 7038975"/>
              <a:gd name="connsiteY2" fmla="*/ 1801307 h 2808143"/>
              <a:gd name="connsiteX3" fmla="*/ 3044766 w 7038975"/>
              <a:gd name="connsiteY3" fmla="*/ 182057 h 2808143"/>
              <a:gd name="connsiteX4" fmla="*/ 3892317 w 7038975"/>
              <a:gd name="connsiteY4" fmla="*/ 2753807 h 2808143"/>
              <a:gd name="connsiteX5" fmla="*/ 4371975 w 7038975"/>
              <a:gd name="connsiteY5" fmla="*/ 1687007 h 2808143"/>
              <a:gd name="connsiteX6" fmla="*/ 4714875 w 7038975"/>
              <a:gd name="connsiteY6" fmla="*/ 1858457 h 2808143"/>
              <a:gd name="connsiteX7" fmla="*/ 5057775 w 7038975"/>
              <a:gd name="connsiteY7" fmla="*/ 1715582 h 2808143"/>
              <a:gd name="connsiteX8" fmla="*/ 7038975 w 7038975"/>
              <a:gd name="connsiteY8" fmla="*/ 1725107 h 2808143"/>
              <a:gd name="connsiteX0" fmla="*/ 0 w 7038975"/>
              <a:gd name="connsiteY0" fmla="*/ 1438664 h 2491059"/>
              <a:gd name="connsiteX1" fmla="*/ 1247775 w 7038975"/>
              <a:gd name="connsiteY1" fmla="*/ 1448189 h 2491059"/>
              <a:gd name="connsiteX2" fmla="*/ 1781175 w 7038975"/>
              <a:gd name="connsiteY2" fmla="*/ 1514864 h 2491059"/>
              <a:gd name="connsiteX3" fmla="*/ 3103489 w 7038975"/>
              <a:gd name="connsiteY3" fmla="*/ 206007 h 2491059"/>
              <a:gd name="connsiteX4" fmla="*/ 3892317 w 7038975"/>
              <a:gd name="connsiteY4" fmla="*/ 2467364 h 2491059"/>
              <a:gd name="connsiteX5" fmla="*/ 4371975 w 7038975"/>
              <a:gd name="connsiteY5" fmla="*/ 1400564 h 2491059"/>
              <a:gd name="connsiteX6" fmla="*/ 4714875 w 7038975"/>
              <a:gd name="connsiteY6" fmla="*/ 1572014 h 2491059"/>
              <a:gd name="connsiteX7" fmla="*/ 5057775 w 7038975"/>
              <a:gd name="connsiteY7" fmla="*/ 1429139 h 2491059"/>
              <a:gd name="connsiteX8" fmla="*/ 7038975 w 7038975"/>
              <a:gd name="connsiteY8" fmla="*/ 1438664 h 2491059"/>
              <a:gd name="connsiteX0" fmla="*/ 0 w 7038975"/>
              <a:gd name="connsiteY0" fmla="*/ 1350446 h 2402841"/>
              <a:gd name="connsiteX1" fmla="*/ 1247775 w 7038975"/>
              <a:gd name="connsiteY1" fmla="*/ 1359971 h 2402841"/>
              <a:gd name="connsiteX2" fmla="*/ 1781175 w 7038975"/>
              <a:gd name="connsiteY2" fmla="*/ 1426646 h 2402841"/>
              <a:gd name="connsiteX3" fmla="*/ 3103489 w 7038975"/>
              <a:gd name="connsiteY3" fmla="*/ 117789 h 2402841"/>
              <a:gd name="connsiteX4" fmla="*/ 3892317 w 7038975"/>
              <a:gd name="connsiteY4" fmla="*/ 2379146 h 2402841"/>
              <a:gd name="connsiteX5" fmla="*/ 4371975 w 7038975"/>
              <a:gd name="connsiteY5" fmla="*/ 1312346 h 2402841"/>
              <a:gd name="connsiteX6" fmla="*/ 4714875 w 7038975"/>
              <a:gd name="connsiteY6" fmla="*/ 1483796 h 2402841"/>
              <a:gd name="connsiteX7" fmla="*/ 5057775 w 7038975"/>
              <a:gd name="connsiteY7" fmla="*/ 1340921 h 2402841"/>
              <a:gd name="connsiteX8" fmla="*/ 7038975 w 7038975"/>
              <a:gd name="connsiteY8" fmla="*/ 1350446 h 2402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038975" h="2402841">
                <a:moveTo>
                  <a:pt x="0" y="1350446"/>
                </a:moveTo>
                <a:cubicBezTo>
                  <a:pt x="627856" y="1320283"/>
                  <a:pt x="950913" y="1347271"/>
                  <a:pt x="1247775" y="1359971"/>
                </a:cubicBezTo>
                <a:cubicBezTo>
                  <a:pt x="1544637" y="1372671"/>
                  <a:pt x="1471889" y="1633676"/>
                  <a:pt x="1781175" y="1426646"/>
                </a:cubicBezTo>
                <a:cubicBezTo>
                  <a:pt x="2090461" y="1219616"/>
                  <a:pt x="2911023" y="-452021"/>
                  <a:pt x="3103489" y="117789"/>
                </a:cubicBezTo>
                <a:cubicBezTo>
                  <a:pt x="3295955" y="687599"/>
                  <a:pt x="3680903" y="2180053"/>
                  <a:pt x="3892317" y="2379146"/>
                </a:cubicBezTo>
                <a:cubicBezTo>
                  <a:pt x="4103731" y="2578239"/>
                  <a:pt x="4234882" y="1461571"/>
                  <a:pt x="4371975" y="1312346"/>
                </a:cubicBezTo>
                <a:cubicBezTo>
                  <a:pt x="4509068" y="1163121"/>
                  <a:pt x="4600575" y="1479033"/>
                  <a:pt x="4714875" y="1483796"/>
                </a:cubicBezTo>
                <a:cubicBezTo>
                  <a:pt x="4829175" y="1488559"/>
                  <a:pt x="4860925" y="1363146"/>
                  <a:pt x="5057775" y="1340921"/>
                </a:cubicBezTo>
                <a:cubicBezTo>
                  <a:pt x="5445125" y="1318696"/>
                  <a:pt x="6859588" y="1299646"/>
                  <a:pt x="7038975" y="1350446"/>
                </a:cubicBezTo>
              </a:path>
            </a:pathLst>
          </a:cu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5EF0F2A-D4F1-468A-879D-925AFC3B8172}"/>
              </a:ext>
            </a:extLst>
          </p:cNvPr>
          <p:cNvCxnSpPr>
            <a:cxnSpLocks/>
          </p:cNvCxnSpPr>
          <p:nvPr/>
        </p:nvCxnSpPr>
        <p:spPr>
          <a:xfrm>
            <a:off x="7042884" y="1152606"/>
            <a:ext cx="0" cy="48367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50C6D8C-60F1-4FEE-B7F1-6D58C7262A07}"/>
              </a:ext>
            </a:extLst>
          </p:cNvPr>
          <p:cNvGrpSpPr/>
          <p:nvPr/>
        </p:nvGrpSpPr>
        <p:grpSpPr>
          <a:xfrm>
            <a:off x="7013861" y="1084997"/>
            <a:ext cx="865180" cy="4904323"/>
            <a:chOff x="7013861" y="1084997"/>
            <a:chExt cx="865180" cy="490432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773B596-5DCF-4D87-A308-D283B59909BE}"/>
                </a:ext>
              </a:extLst>
            </p:cNvPr>
            <p:cNvSpPr txBox="1"/>
            <p:nvPr/>
          </p:nvSpPr>
          <p:spPr>
            <a:xfrm>
              <a:off x="7013861" y="1084997"/>
              <a:ext cx="86055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rPr>
                <a:t>Flight Phase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7B029B3-4BCC-4509-9491-4DD48E151152}"/>
                </a:ext>
              </a:extLst>
            </p:cNvPr>
            <p:cNvCxnSpPr>
              <a:cxnSpLocks/>
            </p:cNvCxnSpPr>
            <p:nvPr/>
          </p:nvCxnSpPr>
          <p:spPr>
            <a:xfrm>
              <a:off x="7879041" y="1143000"/>
              <a:ext cx="0" cy="484632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4FAB5ED-DAB5-4645-9B06-8D9F3298D8D9}"/>
              </a:ext>
            </a:extLst>
          </p:cNvPr>
          <p:cNvSpPr/>
          <p:nvPr/>
        </p:nvSpPr>
        <p:spPr>
          <a:xfrm>
            <a:off x="4000500" y="2381228"/>
            <a:ext cx="7010400" cy="2651543"/>
          </a:xfrm>
          <a:custGeom>
            <a:avLst/>
            <a:gdLst>
              <a:gd name="connsiteX0" fmla="*/ 0 w 7010400"/>
              <a:gd name="connsiteY0" fmla="*/ 2524237 h 2709693"/>
              <a:gd name="connsiteX1" fmla="*/ 1476375 w 7010400"/>
              <a:gd name="connsiteY1" fmla="*/ 2505187 h 2709693"/>
              <a:gd name="connsiteX2" fmla="*/ 1704975 w 7010400"/>
              <a:gd name="connsiteY2" fmla="*/ 2686162 h 2709693"/>
              <a:gd name="connsiteX3" fmla="*/ 1885950 w 7010400"/>
              <a:gd name="connsiteY3" fmla="*/ 2571862 h 2709693"/>
              <a:gd name="connsiteX4" fmla="*/ 2524125 w 7010400"/>
              <a:gd name="connsiteY4" fmla="*/ 2457562 h 2709693"/>
              <a:gd name="connsiteX5" fmla="*/ 3009900 w 7010400"/>
              <a:gd name="connsiteY5" fmla="*/ 2409937 h 2709693"/>
              <a:gd name="connsiteX6" fmla="*/ 3467100 w 7010400"/>
              <a:gd name="connsiteY6" fmla="*/ 112 h 2709693"/>
              <a:gd name="connsiteX7" fmla="*/ 3876675 w 7010400"/>
              <a:gd name="connsiteY7" fmla="*/ 2514712 h 2709693"/>
              <a:gd name="connsiteX8" fmla="*/ 4267200 w 7010400"/>
              <a:gd name="connsiteY8" fmla="*/ 2533762 h 2709693"/>
              <a:gd name="connsiteX9" fmla="*/ 4371975 w 7010400"/>
              <a:gd name="connsiteY9" fmla="*/ 2457562 h 2709693"/>
              <a:gd name="connsiteX10" fmla="*/ 4657725 w 7010400"/>
              <a:gd name="connsiteY10" fmla="*/ 2600437 h 2709693"/>
              <a:gd name="connsiteX11" fmla="*/ 5029200 w 7010400"/>
              <a:gd name="connsiteY11" fmla="*/ 2524237 h 2709693"/>
              <a:gd name="connsiteX12" fmla="*/ 7010400 w 7010400"/>
              <a:gd name="connsiteY12" fmla="*/ 2543287 h 2709693"/>
              <a:gd name="connsiteX0" fmla="*/ 0 w 7010400"/>
              <a:gd name="connsiteY0" fmla="*/ 2524237 h 2709693"/>
              <a:gd name="connsiteX1" fmla="*/ 1476375 w 7010400"/>
              <a:gd name="connsiteY1" fmla="*/ 2505187 h 2709693"/>
              <a:gd name="connsiteX2" fmla="*/ 1704975 w 7010400"/>
              <a:gd name="connsiteY2" fmla="*/ 2686162 h 2709693"/>
              <a:gd name="connsiteX3" fmla="*/ 2009775 w 7010400"/>
              <a:gd name="connsiteY3" fmla="*/ 2524237 h 2709693"/>
              <a:gd name="connsiteX4" fmla="*/ 2524125 w 7010400"/>
              <a:gd name="connsiteY4" fmla="*/ 2457562 h 2709693"/>
              <a:gd name="connsiteX5" fmla="*/ 3009900 w 7010400"/>
              <a:gd name="connsiteY5" fmla="*/ 2409937 h 2709693"/>
              <a:gd name="connsiteX6" fmla="*/ 3467100 w 7010400"/>
              <a:gd name="connsiteY6" fmla="*/ 112 h 2709693"/>
              <a:gd name="connsiteX7" fmla="*/ 3876675 w 7010400"/>
              <a:gd name="connsiteY7" fmla="*/ 2514712 h 2709693"/>
              <a:gd name="connsiteX8" fmla="*/ 4267200 w 7010400"/>
              <a:gd name="connsiteY8" fmla="*/ 2533762 h 2709693"/>
              <a:gd name="connsiteX9" fmla="*/ 4371975 w 7010400"/>
              <a:gd name="connsiteY9" fmla="*/ 2457562 h 2709693"/>
              <a:gd name="connsiteX10" fmla="*/ 4657725 w 7010400"/>
              <a:gd name="connsiteY10" fmla="*/ 2600437 h 2709693"/>
              <a:gd name="connsiteX11" fmla="*/ 5029200 w 7010400"/>
              <a:gd name="connsiteY11" fmla="*/ 2524237 h 2709693"/>
              <a:gd name="connsiteX12" fmla="*/ 7010400 w 7010400"/>
              <a:gd name="connsiteY12" fmla="*/ 2543287 h 2709693"/>
              <a:gd name="connsiteX0" fmla="*/ 0 w 7010400"/>
              <a:gd name="connsiteY0" fmla="*/ 2524237 h 2709693"/>
              <a:gd name="connsiteX1" fmla="*/ 1704975 w 7010400"/>
              <a:gd name="connsiteY1" fmla="*/ 2686162 h 2709693"/>
              <a:gd name="connsiteX2" fmla="*/ 2009775 w 7010400"/>
              <a:gd name="connsiteY2" fmla="*/ 252423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37 h 2709693"/>
              <a:gd name="connsiteX1" fmla="*/ 1704975 w 7010400"/>
              <a:gd name="connsiteY1" fmla="*/ 2619487 h 2709693"/>
              <a:gd name="connsiteX2" fmla="*/ 2009775 w 7010400"/>
              <a:gd name="connsiteY2" fmla="*/ 252423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37 h 2709693"/>
              <a:gd name="connsiteX1" fmla="*/ 1704975 w 7010400"/>
              <a:gd name="connsiteY1" fmla="*/ 2619487 h 2709693"/>
              <a:gd name="connsiteX2" fmla="*/ 2009775 w 7010400"/>
              <a:gd name="connsiteY2" fmla="*/ 252423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37 h 2709693"/>
              <a:gd name="connsiteX1" fmla="*/ 1704975 w 7010400"/>
              <a:gd name="connsiteY1" fmla="*/ 2619487 h 2709693"/>
              <a:gd name="connsiteX2" fmla="*/ 2085975 w 7010400"/>
              <a:gd name="connsiteY2" fmla="*/ 250518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37 h 2709693"/>
              <a:gd name="connsiteX1" fmla="*/ 1704975 w 7010400"/>
              <a:gd name="connsiteY1" fmla="*/ 2619487 h 2709693"/>
              <a:gd name="connsiteX2" fmla="*/ 2085975 w 7010400"/>
              <a:gd name="connsiteY2" fmla="*/ 2505187 h 2709693"/>
              <a:gd name="connsiteX3" fmla="*/ 2524125 w 7010400"/>
              <a:gd name="connsiteY3" fmla="*/ 2457562 h 2709693"/>
              <a:gd name="connsiteX4" fmla="*/ 3009900 w 7010400"/>
              <a:gd name="connsiteY4" fmla="*/ 2409937 h 2709693"/>
              <a:gd name="connsiteX5" fmla="*/ 3467100 w 7010400"/>
              <a:gd name="connsiteY5" fmla="*/ 112 h 2709693"/>
              <a:gd name="connsiteX6" fmla="*/ 3876675 w 7010400"/>
              <a:gd name="connsiteY6" fmla="*/ 2514712 h 2709693"/>
              <a:gd name="connsiteX7" fmla="*/ 4267200 w 7010400"/>
              <a:gd name="connsiteY7" fmla="*/ 2533762 h 2709693"/>
              <a:gd name="connsiteX8" fmla="*/ 4371975 w 7010400"/>
              <a:gd name="connsiteY8" fmla="*/ 2457562 h 2709693"/>
              <a:gd name="connsiteX9" fmla="*/ 4657725 w 7010400"/>
              <a:gd name="connsiteY9" fmla="*/ 2600437 h 2709693"/>
              <a:gd name="connsiteX10" fmla="*/ 5029200 w 7010400"/>
              <a:gd name="connsiteY10" fmla="*/ 2524237 h 2709693"/>
              <a:gd name="connsiteX11" fmla="*/ 7010400 w 7010400"/>
              <a:gd name="connsiteY11" fmla="*/ 2543287 h 2709693"/>
              <a:gd name="connsiteX0" fmla="*/ 0 w 7010400"/>
              <a:gd name="connsiteY0" fmla="*/ 2524226 h 2709682"/>
              <a:gd name="connsiteX1" fmla="*/ 1704975 w 7010400"/>
              <a:gd name="connsiteY1" fmla="*/ 2619476 h 2709682"/>
              <a:gd name="connsiteX2" fmla="*/ 2085975 w 7010400"/>
              <a:gd name="connsiteY2" fmla="*/ 2505176 h 2709682"/>
              <a:gd name="connsiteX3" fmla="*/ 2524125 w 7010400"/>
              <a:gd name="connsiteY3" fmla="*/ 2457551 h 2709682"/>
              <a:gd name="connsiteX4" fmla="*/ 3009900 w 7010400"/>
              <a:gd name="connsiteY4" fmla="*/ 2409926 h 2709682"/>
              <a:gd name="connsiteX5" fmla="*/ 3467100 w 7010400"/>
              <a:gd name="connsiteY5" fmla="*/ 101 h 2709682"/>
              <a:gd name="connsiteX6" fmla="*/ 3876675 w 7010400"/>
              <a:gd name="connsiteY6" fmla="*/ 2514701 h 2709682"/>
              <a:gd name="connsiteX7" fmla="*/ 4267200 w 7010400"/>
              <a:gd name="connsiteY7" fmla="*/ 2533751 h 2709682"/>
              <a:gd name="connsiteX8" fmla="*/ 4371975 w 7010400"/>
              <a:gd name="connsiteY8" fmla="*/ 2457551 h 2709682"/>
              <a:gd name="connsiteX9" fmla="*/ 4657725 w 7010400"/>
              <a:gd name="connsiteY9" fmla="*/ 2600426 h 2709682"/>
              <a:gd name="connsiteX10" fmla="*/ 5029200 w 7010400"/>
              <a:gd name="connsiteY10" fmla="*/ 2524226 h 2709682"/>
              <a:gd name="connsiteX11" fmla="*/ 7010400 w 7010400"/>
              <a:gd name="connsiteY11" fmla="*/ 2543276 h 2709682"/>
              <a:gd name="connsiteX0" fmla="*/ 0 w 7010400"/>
              <a:gd name="connsiteY0" fmla="*/ 2524238 h 2709694"/>
              <a:gd name="connsiteX1" fmla="*/ 1704975 w 7010400"/>
              <a:gd name="connsiteY1" fmla="*/ 2619488 h 2709694"/>
              <a:gd name="connsiteX2" fmla="*/ 2085975 w 7010400"/>
              <a:gd name="connsiteY2" fmla="*/ 2505188 h 2709694"/>
              <a:gd name="connsiteX3" fmla="*/ 3009900 w 7010400"/>
              <a:gd name="connsiteY3" fmla="*/ 2409938 h 2709694"/>
              <a:gd name="connsiteX4" fmla="*/ 3467100 w 7010400"/>
              <a:gd name="connsiteY4" fmla="*/ 113 h 2709694"/>
              <a:gd name="connsiteX5" fmla="*/ 3876675 w 7010400"/>
              <a:gd name="connsiteY5" fmla="*/ 2514713 h 2709694"/>
              <a:gd name="connsiteX6" fmla="*/ 4267200 w 7010400"/>
              <a:gd name="connsiteY6" fmla="*/ 2533763 h 2709694"/>
              <a:gd name="connsiteX7" fmla="*/ 4371975 w 7010400"/>
              <a:gd name="connsiteY7" fmla="*/ 2457563 h 2709694"/>
              <a:gd name="connsiteX8" fmla="*/ 4657725 w 7010400"/>
              <a:gd name="connsiteY8" fmla="*/ 2600438 h 2709694"/>
              <a:gd name="connsiteX9" fmla="*/ 5029200 w 7010400"/>
              <a:gd name="connsiteY9" fmla="*/ 2524238 h 2709694"/>
              <a:gd name="connsiteX10" fmla="*/ 7010400 w 7010400"/>
              <a:gd name="connsiteY10" fmla="*/ 2543288 h 2709694"/>
              <a:gd name="connsiteX0" fmla="*/ 0 w 7010400"/>
              <a:gd name="connsiteY0" fmla="*/ 2524222 h 2709678"/>
              <a:gd name="connsiteX1" fmla="*/ 1704975 w 7010400"/>
              <a:gd name="connsiteY1" fmla="*/ 2619472 h 2709678"/>
              <a:gd name="connsiteX2" fmla="*/ 2085975 w 7010400"/>
              <a:gd name="connsiteY2" fmla="*/ 2505172 h 2709678"/>
              <a:gd name="connsiteX3" fmla="*/ 3009900 w 7010400"/>
              <a:gd name="connsiteY3" fmla="*/ 2409922 h 2709678"/>
              <a:gd name="connsiteX4" fmla="*/ 3467100 w 7010400"/>
              <a:gd name="connsiteY4" fmla="*/ 97 h 2709678"/>
              <a:gd name="connsiteX5" fmla="*/ 3876675 w 7010400"/>
              <a:gd name="connsiteY5" fmla="*/ 2514697 h 2709678"/>
              <a:gd name="connsiteX6" fmla="*/ 4267200 w 7010400"/>
              <a:gd name="connsiteY6" fmla="*/ 2533747 h 2709678"/>
              <a:gd name="connsiteX7" fmla="*/ 4371975 w 7010400"/>
              <a:gd name="connsiteY7" fmla="*/ 2457547 h 2709678"/>
              <a:gd name="connsiteX8" fmla="*/ 4657725 w 7010400"/>
              <a:gd name="connsiteY8" fmla="*/ 2600422 h 2709678"/>
              <a:gd name="connsiteX9" fmla="*/ 5029200 w 7010400"/>
              <a:gd name="connsiteY9" fmla="*/ 2524222 h 2709678"/>
              <a:gd name="connsiteX10" fmla="*/ 7010400 w 7010400"/>
              <a:gd name="connsiteY10" fmla="*/ 2543272 h 2709678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2 h 2680274"/>
              <a:gd name="connsiteX1" fmla="*/ 1704975 w 7010400"/>
              <a:gd name="connsiteY1" fmla="*/ 2619472 h 2680274"/>
              <a:gd name="connsiteX2" fmla="*/ 2085975 w 7010400"/>
              <a:gd name="connsiteY2" fmla="*/ 2505172 h 2680274"/>
              <a:gd name="connsiteX3" fmla="*/ 3009900 w 7010400"/>
              <a:gd name="connsiteY3" fmla="*/ 2409922 h 2680274"/>
              <a:gd name="connsiteX4" fmla="*/ 3467100 w 7010400"/>
              <a:gd name="connsiteY4" fmla="*/ 97 h 2680274"/>
              <a:gd name="connsiteX5" fmla="*/ 3876675 w 7010400"/>
              <a:gd name="connsiteY5" fmla="*/ 2514697 h 2680274"/>
              <a:gd name="connsiteX6" fmla="*/ 4371975 w 7010400"/>
              <a:gd name="connsiteY6" fmla="*/ 2457547 h 2680274"/>
              <a:gd name="connsiteX7" fmla="*/ 4657725 w 7010400"/>
              <a:gd name="connsiteY7" fmla="*/ 2600422 h 2680274"/>
              <a:gd name="connsiteX8" fmla="*/ 5029200 w 7010400"/>
              <a:gd name="connsiteY8" fmla="*/ 2524222 h 2680274"/>
              <a:gd name="connsiteX9" fmla="*/ 7010400 w 7010400"/>
              <a:gd name="connsiteY9" fmla="*/ 2543272 h 2680274"/>
              <a:gd name="connsiteX0" fmla="*/ 0 w 7010400"/>
              <a:gd name="connsiteY0" fmla="*/ 2524224 h 2680276"/>
              <a:gd name="connsiteX1" fmla="*/ 1704975 w 7010400"/>
              <a:gd name="connsiteY1" fmla="*/ 2619474 h 2680276"/>
              <a:gd name="connsiteX2" fmla="*/ 2085975 w 7010400"/>
              <a:gd name="connsiteY2" fmla="*/ 2505174 h 2680276"/>
              <a:gd name="connsiteX3" fmla="*/ 3009900 w 7010400"/>
              <a:gd name="connsiteY3" fmla="*/ 2409924 h 2680276"/>
              <a:gd name="connsiteX4" fmla="*/ 3467100 w 7010400"/>
              <a:gd name="connsiteY4" fmla="*/ 99 h 2680276"/>
              <a:gd name="connsiteX5" fmla="*/ 3876675 w 7010400"/>
              <a:gd name="connsiteY5" fmla="*/ 2514699 h 2680276"/>
              <a:gd name="connsiteX6" fmla="*/ 4371975 w 7010400"/>
              <a:gd name="connsiteY6" fmla="*/ 2457549 h 2680276"/>
              <a:gd name="connsiteX7" fmla="*/ 4657725 w 7010400"/>
              <a:gd name="connsiteY7" fmla="*/ 2600424 h 2680276"/>
              <a:gd name="connsiteX8" fmla="*/ 5029200 w 7010400"/>
              <a:gd name="connsiteY8" fmla="*/ 2524224 h 2680276"/>
              <a:gd name="connsiteX9" fmla="*/ 7010400 w 7010400"/>
              <a:gd name="connsiteY9" fmla="*/ 2543274 h 2680276"/>
              <a:gd name="connsiteX0" fmla="*/ 0 w 7010400"/>
              <a:gd name="connsiteY0" fmla="*/ 2524249 h 2694159"/>
              <a:gd name="connsiteX1" fmla="*/ 1704975 w 7010400"/>
              <a:gd name="connsiteY1" fmla="*/ 2619499 h 2694159"/>
              <a:gd name="connsiteX2" fmla="*/ 2085975 w 7010400"/>
              <a:gd name="connsiteY2" fmla="*/ 2505199 h 2694159"/>
              <a:gd name="connsiteX3" fmla="*/ 3009900 w 7010400"/>
              <a:gd name="connsiteY3" fmla="*/ 2409949 h 2694159"/>
              <a:gd name="connsiteX4" fmla="*/ 3467100 w 7010400"/>
              <a:gd name="connsiteY4" fmla="*/ 124 h 2694159"/>
              <a:gd name="connsiteX5" fmla="*/ 3876675 w 7010400"/>
              <a:gd name="connsiteY5" fmla="*/ 2514724 h 2694159"/>
              <a:gd name="connsiteX6" fmla="*/ 4371975 w 7010400"/>
              <a:gd name="connsiteY6" fmla="*/ 2457574 h 2694159"/>
              <a:gd name="connsiteX7" fmla="*/ 4657725 w 7010400"/>
              <a:gd name="connsiteY7" fmla="*/ 2600449 h 2694159"/>
              <a:gd name="connsiteX8" fmla="*/ 5029200 w 7010400"/>
              <a:gd name="connsiteY8" fmla="*/ 2524249 h 2694159"/>
              <a:gd name="connsiteX9" fmla="*/ 7010400 w 7010400"/>
              <a:gd name="connsiteY9" fmla="*/ 2543299 h 2694159"/>
              <a:gd name="connsiteX0" fmla="*/ 0 w 7010400"/>
              <a:gd name="connsiteY0" fmla="*/ 2526989 h 2683041"/>
              <a:gd name="connsiteX1" fmla="*/ 1704975 w 7010400"/>
              <a:gd name="connsiteY1" fmla="*/ 2622239 h 2683041"/>
              <a:gd name="connsiteX2" fmla="*/ 2085975 w 7010400"/>
              <a:gd name="connsiteY2" fmla="*/ 2507939 h 2683041"/>
              <a:gd name="connsiteX3" fmla="*/ 3105150 w 7010400"/>
              <a:gd name="connsiteY3" fmla="*/ 2050739 h 2683041"/>
              <a:gd name="connsiteX4" fmla="*/ 3467100 w 7010400"/>
              <a:gd name="connsiteY4" fmla="*/ 2864 h 2683041"/>
              <a:gd name="connsiteX5" fmla="*/ 3876675 w 7010400"/>
              <a:gd name="connsiteY5" fmla="*/ 2517464 h 2683041"/>
              <a:gd name="connsiteX6" fmla="*/ 4371975 w 7010400"/>
              <a:gd name="connsiteY6" fmla="*/ 2460314 h 2683041"/>
              <a:gd name="connsiteX7" fmla="*/ 4657725 w 7010400"/>
              <a:gd name="connsiteY7" fmla="*/ 2603189 h 2683041"/>
              <a:gd name="connsiteX8" fmla="*/ 5029200 w 7010400"/>
              <a:gd name="connsiteY8" fmla="*/ 2526989 h 2683041"/>
              <a:gd name="connsiteX9" fmla="*/ 7010400 w 7010400"/>
              <a:gd name="connsiteY9" fmla="*/ 2546039 h 2683041"/>
              <a:gd name="connsiteX0" fmla="*/ 0 w 7010400"/>
              <a:gd name="connsiteY0" fmla="*/ 2527006 h 2683058"/>
              <a:gd name="connsiteX1" fmla="*/ 1704975 w 7010400"/>
              <a:gd name="connsiteY1" fmla="*/ 2622256 h 2683058"/>
              <a:gd name="connsiteX2" fmla="*/ 2085975 w 7010400"/>
              <a:gd name="connsiteY2" fmla="*/ 2507956 h 2683058"/>
              <a:gd name="connsiteX3" fmla="*/ 3105150 w 7010400"/>
              <a:gd name="connsiteY3" fmla="*/ 2050756 h 2683058"/>
              <a:gd name="connsiteX4" fmla="*/ 3467100 w 7010400"/>
              <a:gd name="connsiteY4" fmla="*/ 2881 h 2683058"/>
              <a:gd name="connsiteX5" fmla="*/ 3876675 w 7010400"/>
              <a:gd name="connsiteY5" fmla="*/ 2517481 h 2683058"/>
              <a:gd name="connsiteX6" fmla="*/ 4371975 w 7010400"/>
              <a:gd name="connsiteY6" fmla="*/ 2460331 h 2683058"/>
              <a:gd name="connsiteX7" fmla="*/ 4657725 w 7010400"/>
              <a:gd name="connsiteY7" fmla="*/ 2603206 h 2683058"/>
              <a:gd name="connsiteX8" fmla="*/ 5029200 w 7010400"/>
              <a:gd name="connsiteY8" fmla="*/ 2527006 h 2683058"/>
              <a:gd name="connsiteX9" fmla="*/ 7010400 w 7010400"/>
              <a:gd name="connsiteY9" fmla="*/ 2546056 h 2683058"/>
              <a:gd name="connsiteX0" fmla="*/ 0 w 7010400"/>
              <a:gd name="connsiteY0" fmla="*/ 2527059 h 2683111"/>
              <a:gd name="connsiteX1" fmla="*/ 1704975 w 7010400"/>
              <a:gd name="connsiteY1" fmla="*/ 2622309 h 2683111"/>
              <a:gd name="connsiteX2" fmla="*/ 2085975 w 7010400"/>
              <a:gd name="connsiteY2" fmla="*/ 2508009 h 2683111"/>
              <a:gd name="connsiteX3" fmla="*/ 3105150 w 7010400"/>
              <a:gd name="connsiteY3" fmla="*/ 2050809 h 2683111"/>
              <a:gd name="connsiteX4" fmla="*/ 3467100 w 7010400"/>
              <a:gd name="connsiteY4" fmla="*/ 2934 h 2683111"/>
              <a:gd name="connsiteX5" fmla="*/ 3876675 w 7010400"/>
              <a:gd name="connsiteY5" fmla="*/ 2517534 h 2683111"/>
              <a:gd name="connsiteX6" fmla="*/ 4371975 w 7010400"/>
              <a:gd name="connsiteY6" fmla="*/ 2460384 h 2683111"/>
              <a:gd name="connsiteX7" fmla="*/ 4657725 w 7010400"/>
              <a:gd name="connsiteY7" fmla="*/ 2603259 h 2683111"/>
              <a:gd name="connsiteX8" fmla="*/ 5029200 w 7010400"/>
              <a:gd name="connsiteY8" fmla="*/ 2527059 h 2683111"/>
              <a:gd name="connsiteX9" fmla="*/ 7010400 w 7010400"/>
              <a:gd name="connsiteY9" fmla="*/ 2546109 h 2683111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371975 w 7010400"/>
              <a:gd name="connsiteY6" fmla="*/ 2457472 h 2619476"/>
              <a:gd name="connsiteX7" fmla="*/ 4657725 w 7010400"/>
              <a:gd name="connsiteY7" fmla="*/ 260034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371975 w 7010400"/>
              <a:gd name="connsiteY6" fmla="*/ 2457472 h 2619476"/>
              <a:gd name="connsiteX7" fmla="*/ 4657725 w 7010400"/>
              <a:gd name="connsiteY7" fmla="*/ 260034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371975 w 7010400"/>
              <a:gd name="connsiteY6" fmla="*/ 2457472 h 2619476"/>
              <a:gd name="connsiteX7" fmla="*/ 4657725 w 7010400"/>
              <a:gd name="connsiteY7" fmla="*/ 260034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19549"/>
              <a:gd name="connsiteX1" fmla="*/ 1704975 w 7010400"/>
              <a:gd name="connsiteY1" fmla="*/ 2619397 h 2619549"/>
              <a:gd name="connsiteX2" fmla="*/ 2085975 w 7010400"/>
              <a:gd name="connsiteY2" fmla="*/ 2505097 h 2619549"/>
              <a:gd name="connsiteX3" fmla="*/ 3105150 w 7010400"/>
              <a:gd name="connsiteY3" fmla="*/ 2047897 h 2619549"/>
              <a:gd name="connsiteX4" fmla="*/ 3467100 w 7010400"/>
              <a:gd name="connsiteY4" fmla="*/ 22 h 2619549"/>
              <a:gd name="connsiteX5" fmla="*/ 3743325 w 7010400"/>
              <a:gd name="connsiteY5" fmla="*/ 2085997 h 2619549"/>
              <a:gd name="connsiteX6" fmla="*/ 4371975 w 7010400"/>
              <a:gd name="connsiteY6" fmla="*/ 2457472 h 2619549"/>
              <a:gd name="connsiteX7" fmla="*/ 4657725 w 7010400"/>
              <a:gd name="connsiteY7" fmla="*/ 2600347 h 2619549"/>
              <a:gd name="connsiteX8" fmla="*/ 5029200 w 7010400"/>
              <a:gd name="connsiteY8" fmla="*/ 2524147 h 2619549"/>
              <a:gd name="connsiteX9" fmla="*/ 7010400 w 7010400"/>
              <a:gd name="connsiteY9" fmla="*/ 2543197 h 2619549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371975 w 7010400"/>
              <a:gd name="connsiteY6" fmla="*/ 2457472 h 2619476"/>
              <a:gd name="connsiteX7" fmla="*/ 4657725 w 7010400"/>
              <a:gd name="connsiteY7" fmla="*/ 260034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21425"/>
              <a:gd name="connsiteX1" fmla="*/ 1704975 w 7010400"/>
              <a:gd name="connsiteY1" fmla="*/ 2619397 h 2621425"/>
              <a:gd name="connsiteX2" fmla="*/ 2085975 w 7010400"/>
              <a:gd name="connsiteY2" fmla="*/ 2505097 h 2621425"/>
              <a:gd name="connsiteX3" fmla="*/ 3105150 w 7010400"/>
              <a:gd name="connsiteY3" fmla="*/ 2047897 h 2621425"/>
              <a:gd name="connsiteX4" fmla="*/ 3467100 w 7010400"/>
              <a:gd name="connsiteY4" fmla="*/ 22 h 2621425"/>
              <a:gd name="connsiteX5" fmla="*/ 3743325 w 7010400"/>
              <a:gd name="connsiteY5" fmla="*/ 2085997 h 2621425"/>
              <a:gd name="connsiteX6" fmla="*/ 4371975 w 7010400"/>
              <a:gd name="connsiteY6" fmla="*/ 2457472 h 2621425"/>
              <a:gd name="connsiteX7" fmla="*/ 4657725 w 7010400"/>
              <a:gd name="connsiteY7" fmla="*/ 2600347 h 2621425"/>
              <a:gd name="connsiteX8" fmla="*/ 5029200 w 7010400"/>
              <a:gd name="connsiteY8" fmla="*/ 2524147 h 2621425"/>
              <a:gd name="connsiteX9" fmla="*/ 7010400 w 7010400"/>
              <a:gd name="connsiteY9" fmla="*/ 2543197 h 2621425"/>
              <a:gd name="connsiteX0" fmla="*/ 0 w 7010400"/>
              <a:gd name="connsiteY0" fmla="*/ 2524147 h 2624686"/>
              <a:gd name="connsiteX1" fmla="*/ 1704975 w 7010400"/>
              <a:gd name="connsiteY1" fmla="*/ 2619397 h 2624686"/>
              <a:gd name="connsiteX2" fmla="*/ 2085975 w 7010400"/>
              <a:gd name="connsiteY2" fmla="*/ 2505097 h 2624686"/>
              <a:gd name="connsiteX3" fmla="*/ 3105150 w 7010400"/>
              <a:gd name="connsiteY3" fmla="*/ 2047897 h 2624686"/>
              <a:gd name="connsiteX4" fmla="*/ 3467100 w 7010400"/>
              <a:gd name="connsiteY4" fmla="*/ 22 h 2624686"/>
              <a:gd name="connsiteX5" fmla="*/ 3743325 w 7010400"/>
              <a:gd name="connsiteY5" fmla="*/ 2085997 h 2624686"/>
              <a:gd name="connsiteX6" fmla="*/ 4114800 w 7010400"/>
              <a:gd name="connsiteY6" fmla="*/ 2609872 h 2624686"/>
              <a:gd name="connsiteX7" fmla="*/ 4657725 w 7010400"/>
              <a:gd name="connsiteY7" fmla="*/ 2600347 h 2624686"/>
              <a:gd name="connsiteX8" fmla="*/ 5029200 w 7010400"/>
              <a:gd name="connsiteY8" fmla="*/ 2524147 h 2624686"/>
              <a:gd name="connsiteX9" fmla="*/ 7010400 w 7010400"/>
              <a:gd name="connsiteY9" fmla="*/ 2543197 h 2624686"/>
              <a:gd name="connsiteX0" fmla="*/ 0 w 7010400"/>
              <a:gd name="connsiteY0" fmla="*/ 2524147 h 2619476"/>
              <a:gd name="connsiteX1" fmla="*/ 1704975 w 7010400"/>
              <a:gd name="connsiteY1" fmla="*/ 2619397 h 2619476"/>
              <a:gd name="connsiteX2" fmla="*/ 2085975 w 7010400"/>
              <a:gd name="connsiteY2" fmla="*/ 2505097 h 2619476"/>
              <a:gd name="connsiteX3" fmla="*/ 3105150 w 7010400"/>
              <a:gd name="connsiteY3" fmla="*/ 2047897 h 2619476"/>
              <a:gd name="connsiteX4" fmla="*/ 3467100 w 7010400"/>
              <a:gd name="connsiteY4" fmla="*/ 22 h 2619476"/>
              <a:gd name="connsiteX5" fmla="*/ 3743325 w 7010400"/>
              <a:gd name="connsiteY5" fmla="*/ 2085997 h 2619476"/>
              <a:gd name="connsiteX6" fmla="*/ 4114800 w 7010400"/>
              <a:gd name="connsiteY6" fmla="*/ 2609872 h 2619476"/>
              <a:gd name="connsiteX7" fmla="*/ 4429125 w 7010400"/>
              <a:gd name="connsiteY7" fmla="*/ 2428897 h 2619476"/>
              <a:gd name="connsiteX8" fmla="*/ 5029200 w 7010400"/>
              <a:gd name="connsiteY8" fmla="*/ 2524147 h 2619476"/>
              <a:gd name="connsiteX9" fmla="*/ 7010400 w 7010400"/>
              <a:gd name="connsiteY9" fmla="*/ 2543197 h 2619476"/>
              <a:gd name="connsiteX0" fmla="*/ 0 w 7010400"/>
              <a:gd name="connsiteY0" fmla="*/ 2524147 h 2638755"/>
              <a:gd name="connsiteX1" fmla="*/ 1704975 w 7010400"/>
              <a:gd name="connsiteY1" fmla="*/ 2619397 h 2638755"/>
              <a:gd name="connsiteX2" fmla="*/ 2085975 w 7010400"/>
              <a:gd name="connsiteY2" fmla="*/ 2505097 h 2638755"/>
              <a:gd name="connsiteX3" fmla="*/ 3105150 w 7010400"/>
              <a:gd name="connsiteY3" fmla="*/ 2047897 h 2638755"/>
              <a:gd name="connsiteX4" fmla="*/ 3467100 w 7010400"/>
              <a:gd name="connsiteY4" fmla="*/ 22 h 2638755"/>
              <a:gd name="connsiteX5" fmla="*/ 3743325 w 7010400"/>
              <a:gd name="connsiteY5" fmla="*/ 2085997 h 2638755"/>
              <a:gd name="connsiteX6" fmla="*/ 4114800 w 7010400"/>
              <a:gd name="connsiteY6" fmla="*/ 2609872 h 2638755"/>
              <a:gd name="connsiteX7" fmla="*/ 4429125 w 7010400"/>
              <a:gd name="connsiteY7" fmla="*/ 2428897 h 2638755"/>
              <a:gd name="connsiteX8" fmla="*/ 4895850 w 7010400"/>
              <a:gd name="connsiteY8" fmla="*/ 2638447 h 2638755"/>
              <a:gd name="connsiteX9" fmla="*/ 7010400 w 7010400"/>
              <a:gd name="connsiteY9" fmla="*/ 2543197 h 2638755"/>
              <a:gd name="connsiteX0" fmla="*/ 0 w 7010400"/>
              <a:gd name="connsiteY0" fmla="*/ 2524147 h 2638755"/>
              <a:gd name="connsiteX1" fmla="*/ 1704975 w 7010400"/>
              <a:gd name="connsiteY1" fmla="*/ 2619397 h 2638755"/>
              <a:gd name="connsiteX2" fmla="*/ 2085975 w 7010400"/>
              <a:gd name="connsiteY2" fmla="*/ 2505097 h 2638755"/>
              <a:gd name="connsiteX3" fmla="*/ 3105150 w 7010400"/>
              <a:gd name="connsiteY3" fmla="*/ 2047897 h 2638755"/>
              <a:gd name="connsiteX4" fmla="*/ 3467100 w 7010400"/>
              <a:gd name="connsiteY4" fmla="*/ 22 h 2638755"/>
              <a:gd name="connsiteX5" fmla="*/ 3743325 w 7010400"/>
              <a:gd name="connsiteY5" fmla="*/ 2085997 h 2638755"/>
              <a:gd name="connsiteX6" fmla="*/ 4114800 w 7010400"/>
              <a:gd name="connsiteY6" fmla="*/ 2609872 h 2638755"/>
              <a:gd name="connsiteX7" fmla="*/ 4429125 w 7010400"/>
              <a:gd name="connsiteY7" fmla="*/ 2428897 h 2638755"/>
              <a:gd name="connsiteX8" fmla="*/ 4895850 w 7010400"/>
              <a:gd name="connsiteY8" fmla="*/ 2638447 h 2638755"/>
              <a:gd name="connsiteX9" fmla="*/ 7010400 w 7010400"/>
              <a:gd name="connsiteY9" fmla="*/ 2543197 h 2638755"/>
              <a:gd name="connsiteX0" fmla="*/ 0 w 7010400"/>
              <a:gd name="connsiteY0" fmla="*/ 2524147 h 2651543"/>
              <a:gd name="connsiteX1" fmla="*/ 1704975 w 7010400"/>
              <a:gd name="connsiteY1" fmla="*/ 2619397 h 2651543"/>
              <a:gd name="connsiteX2" fmla="*/ 2085975 w 7010400"/>
              <a:gd name="connsiteY2" fmla="*/ 2505097 h 2651543"/>
              <a:gd name="connsiteX3" fmla="*/ 3105150 w 7010400"/>
              <a:gd name="connsiteY3" fmla="*/ 2047897 h 2651543"/>
              <a:gd name="connsiteX4" fmla="*/ 3467100 w 7010400"/>
              <a:gd name="connsiteY4" fmla="*/ 22 h 2651543"/>
              <a:gd name="connsiteX5" fmla="*/ 3743325 w 7010400"/>
              <a:gd name="connsiteY5" fmla="*/ 2085997 h 2651543"/>
              <a:gd name="connsiteX6" fmla="*/ 4114800 w 7010400"/>
              <a:gd name="connsiteY6" fmla="*/ 2609872 h 2651543"/>
              <a:gd name="connsiteX7" fmla="*/ 4429125 w 7010400"/>
              <a:gd name="connsiteY7" fmla="*/ 2428897 h 2651543"/>
              <a:gd name="connsiteX8" fmla="*/ 4895850 w 7010400"/>
              <a:gd name="connsiteY8" fmla="*/ 2638447 h 2651543"/>
              <a:gd name="connsiteX9" fmla="*/ 7010400 w 7010400"/>
              <a:gd name="connsiteY9" fmla="*/ 2543197 h 2651543"/>
              <a:gd name="connsiteX0" fmla="*/ 0 w 7010400"/>
              <a:gd name="connsiteY0" fmla="*/ 2524147 h 2651543"/>
              <a:gd name="connsiteX1" fmla="*/ 1704975 w 7010400"/>
              <a:gd name="connsiteY1" fmla="*/ 2619397 h 2651543"/>
              <a:gd name="connsiteX2" fmla="*/ 2085975 w 7010400"/>
              <a:gd name="connsiteY2" fmla="*/ 2505097 h 2651543"/>
              <a:gd name="connsiteX3" fmla="*/ 3105150 w 7010400"/>
              <a:gd name="connsiteY3" fmla="*/ 2047897 h 2651543"/>
              <a:gd name="connsiteX4" fmla="*/ 3467100 w 7010400"/>
              <a:gd name="connsiteY4" fmla="*/ 22 h 2651543"/>
              <a:gd name="connsiteX5" fmla="*/ 3743325 w 7010400"/>
              <a:gd name="connsiteY5" fmla="*/ 2085997 h 2651543"/>
              <a:gd name="connsiteX6" fmla="*/ 4114800 w 7010400"/>
              <a:gd name="connsiteY6" fmla="*/ 2609872 h 2651543"/>
              <a:gd name="connsiteX7" fmla="*/ 4429125 w 7010400"/>
              <a:gd name="connsiteY7" fmla="*/ 2428897 h 2651543"/>
              <a:gd name="connsiteX8" fmla="*/ 4895850 w 7010400"/>
              <a:gd name="connsiteY8" fmla="*/ 2638447 h 2651543"/>
              <a:gd name="connsiteX9" fmla="*/ 7010400 w 7010400"/>
              <a:gd name="connsiteY9" fmla="*/ 2543197 h 2651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010400" h="2651543">
                <a:moveTo>
                  <a:pt x="0" y="2524147"/>
                </a:moveTo>
                <a:cubicBezTo>
                  <a:pt x="1831578" y="2529306"/>
                  <a:pt x="1357313" y="2622572"/>
                  <a:pt x="1704975" y="2619397"/>
                </a:cubicBezTo>
                <a:cubicBezTo>
                  <a:pt x="2052637" y="2616222"/>
                  <a:pt x="1852613" y="2600347"/>
                  <a:pt x="2085975" y="2505097"/>
                </a:cubicBezTo>
                <a:cubicBezTo>
                  <a:pt x="2319338" y="2409847"/>
                  <a:pt x="2855913" y="2684485"/>
                  <a:pt x="3105150" y="2047897"/>
                </a:cubicBezTo>
                <a:cubicBezTo>
                  <a:pt x="3354387" y="1411309"/>
                  <a:pt x="3284538" y="-6328"/>
                  <a:pt x="3467100" y="22"/>
                </a:cubicBezTo>
                <a:cubicBezTo>
                  <a:pt x="3649662" y="6372"/>
                  <a:pt x="3635375" y="1651022"/>
                  <a:pt x="3743325" y="2085997"/>
                </a:cubicBezTo>
                <a:cubicBezTo>
                  <a:pt x="3851275" y="2520972"/>
                  <a:pt x="4000500" y="2552722"/>
                  <a:pt x="4114800" y="2609872"/>
                </a:cubicBezTo>
                <a:cubicBezTo>
                  <a:pt x="4229100" y="2667022"/>
                  <a:pt x="4298950" y="2424135"/>
                  <a:pt x="4429125" y="2428897"/>
                </a:cubicBezTo>
                <a:cubicBezTo>
                  <a:pt x="4559300" y="2433660"/>
                  <a:pt x="4675188" y="2714647"/>
                  <a:pt x="4895850" y="2638447"/>
                </a:cubicBezTo>
                <a:cubicBezTo>
                  <a:pt x="5211762" y="2524147"/>
                  <a:pt x="5408613" y="2524147"/>
                  <a:pt x="7010400" y="2543197"/>
                </a:cubicBez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233719-8024-43B9-A4E8-E95044FD2D32}"/>
              </a:ext>
            </a:extLst>
          </p:cNvPr>
          <p:cNvCxnSpPr>
            <a:cxnSpLocks/>
          </p:cNvCxnSpPr>
          <p:nvPr/>
        </p:nvCxnSpPr>
        <p:spPr>
          <a:xfrm flipV="1">
            <a:off x="7472144" y="2256639"/>
            <a:ext cx="0" cy="3720243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A8E22F7-53F6-4231-A9D0-B21264A75FF2}"/>
              </a:ext>
            </a:extLst>
          </p:cNvPr>
          <p:cNvCxnSpPr>
            <a:cxnSpLocks/>
          </p:cNvCxnSpPr>
          <p:nvPr/>
        </p:nvCxnSpPr>
        <p:spPr>
          <a:xfrm>
            <a:off x="9216583" y="1602344"/>
            <a:ext cx="314325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7DCBE09-0D21-487E-8BCF-DA0BBBFF1BCF}"/>
              </a:ext>
            </a:extLst>
          </p:cNvPr>
          <p:cNvSpPr txBox="1"/>
          <p:nvPr/>
        </p:nvSpPr>
        <p:spPr>
          <a:xfrm>
            <a:off x="9506944" y="1417678"/>
            <a:ext cx="2562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Velocity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E24C0C6-CDC7-4F64-AC41-2F9885BE0443}"/>
              </a:ext>
            </a:extLst>
          </p:cNvPr>
          <p:cNvCxnSpPr>
            <a:cxnSpLocks/>
          </p:cNvCxnSpPr>
          <p:nvPr/>
        </p:nvCxnSpPr>
        <p:spPr>
          <a:xfrm>
            <a:off x="9222339" y="1916897"/>
            <a:ext cx="323850" cy="0"/>
          </a:xfrm>
          <a:prstGeom prst="line">
            <a:avLst/>
          </a:prstGeom>
          <a:ln w="19050">
            <a:solidFill>
              <a:srgbClr val="C0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1490FF9-7344-48EB-BCB6-82CD6665168D}"/>
              </a:ext>
            </a:extLst>
          </p:cNvPr>
          <p:cNvSpPr txBox="1"/>
          <p:nvPr/>
        </p:nvSpPr>
        <p:spPr>
          <a:xfrm>
            <a:off x="9516469" y="1732231"/>
            <a:ext cx="2562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Displacement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A81E97-09AD-48B7-8687-60E580A75F58}"/>
              </a:ext>
            </a:extLst>
          </p:cNvPr>
          <p:cNvSpPr txBox="1"/>
          <p:nvPr/>
        </p:nvSpPr>
        <p:spPr>
          <a:xfrm>
            <a:off x="9159716" y="4917764"/>
            <a:ext cx="1272224" cy="58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Time (s)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DB40677-0CE1-4119-9B8B-5F2F9C49791A}"/>
                  </a:ext>
                </a:extLst>
              </p:cNvPr>
              <p:cNvSpPr txBox="1"/>
              <p:nvPr/>
            </p:nvSpPr>
            <p:spPr>
              <a:xfrm>
                <a:off x="6692331" y="4861829"/>
                <a:ext cx="4264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𝑡</m:t>
                          </m:r>
                        </m:e>
                        <m:sub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DB40677-0CE1-4119-9B8B-5F2F9C497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2331" y="4861829"/>
                <a:ext cx="42646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BB0E2F4-ED32-4333-A354-642F822296C6}"/>
              </a:ext>
            </a:extLst>
          </p:cNvPr>
          <p:cNvCxnSpPr>
            <a:cxnSpLocks/>
          </p:cNvCxnSpPr>
          <p:nvPr/>
        </p:nvCxnSpPr>
        <p:spPr>
          <a:xfrm>
            <a:off x="7269167" y="2162359"/>
            <a:ext cx="188740" cy="213124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324FAB5-BE9B-4190-AB36-51B058537481}"/>
                  </a:ext>
                </a:extLst>
              </p:cNvPr>
              <p:cNvSpPr txBox="1"/>
              <p:nvPr/>
            </p:nvSpPr>
            <p:spPr>
              <a:xfrm>
                <a:off x="7075813" y="1787010"/>
                <a:ext cx="36336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>
                              <a:lumMod val="65000"/>
                              <a:lumOff val="35000"/>
                            </a:prst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h</m:t>
                      </m:r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324FAB5-BE9B-4190-AB36-51B058537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5813" y="1787010"/>
                <a:ext cx="36336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07A4AFD-7F39-44C3-8520-228CBCADFC7D}"/>
                  </a:ext>
                </a:extLst>
              </p:cNvPr>
              <p:cNvSpPr txBox="1"/>
              <p:nvPr/>
            </p:nvSpPr>
            <p:spPr>
              <a:xfrm>
                <a:off x="6599643" y="2920954"/>
                <a:ext cx="4612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𝑣</m:t>
                          </m:r>
                        </m:e>
                        <m:sub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>
                                  <a:lumMod val="65000"/>
                                  <a:lumOff val="35000"/>
                                </a:prst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07A4AFD-7F39-44C3-8520-228CBCADF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643" y="2920954"/>
                <a:ext cx="46128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62DB05E-C8BF-46A2-993E-BD88F4EFB344}"/>
              </a:ext>
            </a:extLst>
          </p:cNvPr>
          <p:cNvCxnSpPr>
            <a:cxnSpLocks/>
          </p:cNvCxnSpPr>
          <p:nvPr/>
        </p:nvCxnSpPr>
        <p:spPr>
          <a:xfrm>
            <a:off x="6883383" y="3274792"/>
            <a:ext cx="130478" cy="28031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 Placeholder 9">
                <a:extLst>
                  <a:ext uri="{FF2B5EF4-FFF2-40B4-BE49-F238E27FC236}">
                    <a16:creationId xmlns:a16="http://schemas.microsoft.com/office/drawing/2014/main" id="{D8760BDD-3B29-47D3-BC9A-52E8A39325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6032" y="2696546"/>
                <a:ext cx="2834640" cy="3119619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rmAutofit/>
              </a:bodyPr>
              <a:lstStyle>
                <a:lvl1pPr marL="285750" indent="-28575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buClr>
                    <a:schemeClr val="bg1"/>
                  </a:buClr>
                  <a:buFont typeface="Arial" panose="020B0604020202020204" pitchFamily="34" charset="0"/>
                  <a:buChar char="•"/>
                  <a:defRPr sz="1800" kern="12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None/>
                  <a:defRPr sz="12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None/>
                  <a:defRPr sz="10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None/>
                  <a:defRPr sz="9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None/>
                  <a:defRPr sz="9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None/>
                  <a:defRPr sz="9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None/>
                  <a:defRPr sz="9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None/>
                  <a:defRPr sz="9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lnSpc>
                    <a:spcPct val="90000"/>
                  </a:lnSpc>
                  <a:spcBef>
                    <a:spcPts val="250"/>
                  </a:spcBef>
                  <a:spcAft>
                    <a:spcPts val="250"/>
                  </a:spcAft>
                  <a:buClr>
                    <a:schemeClr val="accent1"/>
                  </a:buClr>
                  <a:buFont typeface="Wingdings 2" pitchFamily="18" charset="2"/>
                  <a:buNone/>
                  <a:defRPr sz="900" kern="120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prstClr val="white"/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𝐸</m:t>
                          </m:r>
                        </m:e>
                        <m:sub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𝑝</m:t>
                          </m:r>
                        </m:sub>
                      </m:sSub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𝐸</m:t>
                          </m:r>
                        </m:e>
                        <m:sub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prstClr val="white"/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𝑚𝑔h</m:t>
                      </m:r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den>
                      </m:f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𝑚</m:t>
                      </m:r>
                      <m:sSup>
                        <m:sSup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GB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e>
                        <m:sup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prstClr val="white"/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𝑔h</m:t>
                      </m:r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GB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kumimoji="0" lang="en-GB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kumimoji="0" lang="en-GB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sup>
                              <m:r>
                                <a:rPr kumimoji="0" lang="en-GB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5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prstClr val="white"/>
                  </a:buClr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h</m:t>
                      </m:r>
                      <m:r>
                        <a:rPr kumimoji="0" lang="en-GB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0" lang="en-GB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kumimoji="0" lang="en-GB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GB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kumimoji="0" lang="en-GB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FFFFFF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+mn-ea"/>
                                      <a:cs typeface="+mn-cs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sup>
                              <m:r>
                                <a:rPr kumimoji="0" lang="en-GB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  <m:r>
                            <a:rPr kumimoji="0" lang="en-GB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𝑔</m:t>
                          </m:r>
                        </m:den>
                      </m:f>
                    </m:oMath>
                  </m:oMathPara>
                </a14:m>
                <a:endPara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orbel" panose="020B0503020204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5" name="Text Placeholder 9">
                <a:extLst>
                  <a:ext uri="{FF2B5EF4-FFF2-40B4-BE49-F238E27FC236}">
                    <a16:creationId xmlns:a16="http://schemas.microsoft.com/office/drawing/2014/main" id="{D8760BDD-3B29-47D3-BC9A-52E8A3932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2" y="2696546"/>
                <a:ext cx="2834640" cy="311961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4182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rame">
  <a:themeElements>
    <a:clrScheme name="Custom 3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571A70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aching_2020_21" id="{7CB63B3A-9BDF-4BF5-A226-2FB33E5F02BA}" vid="{48B27DFE-9494-4F36-9A4F-82954E9C7A9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593</Words>
  <Application>Microsoft Macintosh PowerPoint</Application>
  <PresentationFormat>Widescreen</PresentationFormat>
  <Paragraphs>230</Paragraphs>
  <Slides>22</Slides>
  <Notes>20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-webkit-standard</vt:lpstr>
      <vt:lpstr>Arial</vt:lpstr>
      <vt:lpstr>Calibri</vt:lpstr>
      <vt:lpstr>Calibri Light</vt:lpstr>
      <vt:lpstr>Cambria Math</vt:lpstr>
      <vt:lpstr>Corbel</vt:lpstr>
      <vt:lpstr>Helvetica</vt:lpstr>
      <vt:lpstr>Wingdings 2</vt:lpstr>
      <vt:lpstr>Office Theme</vt:lpstr>
      <vt:lpstr>Frame</vt:lpstr>
      <vt:lpstr>Estimating COM</vt:lpstr>
      <vt:lpstr>Kinematic method  Modelling the body as a projectile  Conservation of energy </vt:lpstr>
      <vt:lpstr>Vertical Jump</vt:lpstr>
      <vt:lpstr>PowerPoint Presentation</vt:lpstr>
      <vt:lpstr>Methods</vt:lpstr>
      <vt:lpstr>PowerPoint Presentation</vt:lpstr>
      <vt:lpstr>Kinematic Method</vt:lpstr>
      <vt:lpstr>Kinematic Method</vt:lpstr>
      <vt:lpstr>Kinematic Method</vt:lpstr>
      <vt:lpstr>Kinematic Method</vt:lpstr>
      <vt:lpstr>Kinematic Method</vt:lpstr>
      <vt:lpstr>PowerPoint Presentation</vt:lpstr>
      <vt:lpstr>Model as Projectile</vt:lpstr>
      <vt:lpstr>Model as Projectile</vt:lpstr>
      <vt:lpstr>Model as Projectile</vt:lpstr>
      <vt:lpstr>Model as Projectile</vt:lpstr>
      <vt:lpstr>Model as Projectile</vt:lpstr>
      <vt:lpstr>PowerPoint Presentation</vt:lpstr>
      <vt:lpstr>Conservation of Energy</vt:lpstr>
      <vt:lpstr>Conservation of Energy</vt:lpstr>
      <vt:lpstr>Conservation of Energy</vt:lpstr>
      <vt:lpstr>Conservation of Energy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Estimating COM</dc:title>
  <dc:creator>Jayme Rossiter</dc:creator>
  <cp:lastModifiedBy>Leona Brayne</cp:lastModifiedBy>
  <cp:revision>4</cp:revision>
  <dcterms:created xsi:type="dcterms:W3CDTF">2021-10-30T16:24:53Z</dcterms:created>
  <dcterms:modified xsi:type="dcterms:W3CDTF">2025-03-03T23:40:08Z</dcterms:modified>
</cp:coreProperties>
</file>